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1" r:id="rId10"/>
    <p:sldId id="262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8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57C80-E4BD-48BA-BAB0-AA750253D0EF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26C5-9DBA-437E-8C69-75051E038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7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remote --add --push {url1}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git remote --add --push {url2}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26C5-9DBA-437E-8C69-75051E038A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65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28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73671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28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980068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28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00314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80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28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36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28 May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4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28 May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99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28 May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95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62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4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28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82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28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45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9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23231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0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28 May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79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28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70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67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46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21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0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53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47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19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67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81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10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84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0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97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620174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769477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872707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7B06-92CB-CBF0-30C0-1026AC77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B99E9-69A4-B57F-C3B9-95C016A7C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C23C5-20F0-222F-87C0-9BBCFC985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FD4B4-0799-B561-1826-590FDAE0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E5D9-8CB3-4D3A-B563-A2D3F8C45F11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D8F22-6E58-9EBF-4DE1-AF4367C2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534CC-D730-6E03-F7EA-2547784F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8D9E-3EC9-4D82-B2FE-CB301728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1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28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0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pull-requests/collaborating-with-pull-requests/working-with-forks/fork-a-repo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86745-A07A-210B-CDB3-FC50D3753EE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A8AFF6-3B91-5A11-771D-76C8DD709D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7EC641-550C-8BAD-A182-FD2EE956375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A8059D-BE89-5CE0-6474-8BC27751B99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E5D7E4-6E0E-53ED-D33E-BBC35ABA4A1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B4E55C-9BA7-8EC0-AF6B-DED7C5B051E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EFF26F-3779-280A-4976-DF3298D2608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FAD134C-63E5-3DDD-466A-238BDBA71D0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6CD397-2F07-E3D8-5DBA-7186F8626DC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4987747-E3D0-C7AF-E285-26E000703FF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0E9D5-6D5F-F73A-DC2D-784D4F939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– Working With Others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2D602-5058-AB8E-A655-5AC44B868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DA291-9564-95A9-E228-78AFC76A5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8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E708-0135-C0CC-B452-EBE6E71A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7F24F-2CDC-E4DA-B874-78104831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1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02D2-B711-05F2-BB0D-3F55DC44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ECD41-99C2-66E1-A86E-C3CCBA229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 changes to a remote repository from a local repository </a:t>
            </a:r>
          </a:p>
          <a:p>
            <a:r>
              <a:rPr lang="en-US" dirty="0"/>
              <a:t>Pull changes from the remote repository to the local repository</a:t>
            </a:r>
          </a:p>
          <a:p>
            <a:r>
              <a:rPr lang="en-US" dirty="0"/>
              <a:t>Discuss origins, forks, and </a:t>
            </a:r>
            <a:r>
              <a:rPr lang="en-US" dirty="0" err="1"/>
              <a:t>upstreams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26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4E780-9F99-C6C7-E8C7-376F40D8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Remotes and Origins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A0E3F-EC68-340D-93ED-E533B2705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Cloning – automatically sets up an “origin” remote </a:t>
            </a:r>
            <a:r>
              <a:rPr lang="en-US" dirty="0" err="1"/>
              <a:t>url</a:t>
            </a:r>
            <a:r>
              <a:rPr lang="en-US" dirty="0"/>
              <a:t> tracking that repository</a:t>
            </a:r>
          </a:p>
          <a:p>
            <a:pPr lvl="1"/>
            <a:r>
              <a:rPr lang="en-US" dirty="0"/>
              <a:t>Fetch, pull, push all work on that “origin” repository</a:t>
            </a:r>
          </a:p>
          <a:p>
            <a:pPr lvl="1"/>
            <a:r>
              <a:rPr lang="en-US" dirty="0"/>
              <a:t>Can specify an alternate name or repository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-v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show origin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Why might I ever use multiple remotes?</a:t>
            </a:r>
          </a:p>
        </p:txBody>
      </p:sp>
    </p:spTree>
    <p:extLst>
      <p:ext uri="{BB962C8B-B14F-4D97-AF65-F5344CB8AC3E}">
        <p14:creationId xmlns:p14="http://schemas.microsoft.com/office/powerpoint/2010/main" val="414980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D9B9-F294-A633-DE21-7739F8FE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Pushing and Pulling</a:t>
            </a:r>
          </a:p>
        </p:txBody>
      </p:sp>
      <p:pic>
        <p:nvPicPr>
          <p:cNvPr id="1028" name="Picture 4" descr="Meet Git">
            <a:extLst>
              <a:ext uri="{FF2B5EF4-FFF2-40B4-BE49-F238E27FC236}">
                <a16:creationId xmlns:a16="http://schemas.microsoft.com/office/drawing/2014/main" id="{6E14B4B5-94B9-3279-08C0-B8C06E505C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93837" y="1943100"/>
            <a:ext cx="9134475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495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F98A-0A22-FFC7-AEC5-4E47AB0A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Pull</a:t>
            </a:r>
          </a:p>
        </p:txBody>
      </p:sp>
      <p:pic>
        <p:nvPicPr>
          <p:cNvPr id="2050" name="Picture 2" descr="Pull &amp; Push - the remote repository - DEVGuide">
            <a:extLst>
              <a:ext uri="{FF2B5EF4-FFF2-40B4-BE49-F238E27FC236}">
                <a16:creationId xmlns:a16="http://schemas.microsoft.com/office/drawing/2014/main" id="{5622FE12-9F13-4235-26C5-D59CDCFEF1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263" y="1291784"/>
            <a:ext cx="7021473" cy="520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64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9D7B-7537-E53C-FD0B-5A0C6F83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20CD-1936-6111-E728-7B13F77CC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1600199"/>
            <a:ext cx="4023360" cy="4572000"/>
          </a:xfrm>
        </p:spPr>
        <p:txBody>
          <a:bodyPr/>
          <a:lstStyle/>
          <a:p>
            <a:r>
              <a:rPr lang="en-US" dirty="0"/>
              <a:t>Developer platform built on top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</a:p>
          <a:p>
            <a:r>
              <a:rPr lang="en-US" dirty="0"/>
              <a:t>On top of version control it provides</a:t>
            </a:r>
          </a:p>
          <a:p>
            <a:pPr lvl="1"/>
            <a:r>
              <a:rPr lang="en-US" dirty="0"/>
              <a:t>Issue tracking</a:t>
            </a:r>
          </a:p>
          <a:p>
            <a:pPr lvl="1"/>
            <a:r>
              <a:rPr lang="en-US" dirty="0"/>
              <a:t>Release management</a:t>
            </a:r>
          </a:p>
          <a:p>
            <a:pPr lvl="1"/>
            <a:r>
              <a:rPr lang="en-US" dirty="0"/>
              <a:t>Access control</a:t>
            </a:r>
          </a:p>
          <a:p>
            <a:pPr lvl="1"/>
            <a:r>
              <a:rPr lang="en-US" dirty="0"/>
              <a:t>Continuous Integration / </a:t>
            </a:r>
            <a:br>
              <a:rPr lang="en-US" dirty="0"/>
            </a:br>
            <a:r>
              <a:rPr lang="en-US" dirty="0"/>
              <a:t>Continuous Deployment</a:t>
            </a:r>
          </a:p>
          <a:p>
            <a:pPr lvl="1"/>
            <a:endParaRPr lang="en-US" dirty="0"/>
          </a:p>
          <a:p>
            <a:r>
              <a:rPr lang="en-US" dirty="0"/>
              <a:t>For now, it will be our "remote" and "upstream"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BED9D-B630-8F25-DA9D-59C595EC9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A352C-72CC-29C7-A67E-49BE0005CC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CFE360-E205-1308-D472-EC1F22979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331" y="1512916"/>
            <a:ext cx="7370917" cy="410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4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87C40-4D1F-D4C5-305E-37AA120F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D8BB3-06C3-BC86-2259-CB93BF4F3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Management</a:t>
            </a:r>
          </a:p>
          <a:p>
            <a:pPr lvl="1"/>
            <a:r>
              <a:rPr lang="en-US" dirty="0"/>
              <a:t>Code</a:t>
            </a:r>
          </a:p>
          <a:p>
            <a:pPr lvl="1"/>
            <a:r>
              <a:rPr lang="en-US" dirty="0"/>
              <a:t>Branches</a:t>
            </a:r>
          </a:p>
          <a:p>
            <a:pPr lvl="1"/>
            <a:r>
              <a:rPr lang="en-US" dirty="0"/>
              <a:t>Commits</a:t>
            </a:r>
          </a:p>
          <a:p>
            <a:r>
              <a:rPr lang="en-US" dirty="0"/>
              <a:t>Collaboration</a:t>
            </a:r>
          </a:p>
          <a:p>
            <a:pPr lvl="1"/>
            <a:r>
              <a:rPr lang="en-US" dirty="0"/>
              <a:t>Issues</a:t>
            </a:r>
          </a:p>
          <a:p>
            <a:pPr lvl="1"/>
            <a:r>
              <a:rPr lang="en-US" dirty="0"/>
              <a:t>Forks</a:t>
            </a:r>
          </a:p>
          <a:p>
            <a:pPr lvl="1"/>
            <a:r>
              <a:rPr lang="en-US" dirty="0"/>
              <a:t>Pull Requests</a:t>
            </a:r>
          </a:p>
          <a:p>
            <a:r>
              <a:rPr lang="en-US" dirty="0"/>
              <a:t>Administration</a:t>
            </a:r>
          </a:p>
          <a:p>
            <a:pPr lvl="1"/>
            <a:r>
              <a:rPr lang="en-US" dirty="0"/>
              <a:t>Repository Settings</a:t>
            </a:r>
          </a:p>
          <a:p>
            <a:pPr lvl="1"/>
            <a:r>
              <a:rPr lang="en-US" dirty="0"/>
              <a:t>User Settings</a:t>
            </a:r>
          </a:p>
          <a:p>
            <a:r>
              <a:rPr lang="en-US" dirty="0"/>
              <a:t>CI/CD</a:t>
            </a:r>
          </a:p>
          <a:p>
            <a:pPr lvl="1"/>
            <a:r>
              <a:rPr lang="en-US" dirty="0"/>
              <a:t>Actions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98B90-616F-7424-7FBA-656E2D90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61BDF-72D2-B7AB-423C-85BFCDF5F6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2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E106-C822-586E-581C-02573AAB3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Forking and </a:t>
            </a:r>
            <a:r>
              <a:rPr lang="en-US" dirty="0" err="1"/>
              <a:t>Upstreams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6AB5-81B5-0B4C-DE65-A5A7D127A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this link to the “Prerequisites” section: </a:t>
            </a:r>
            <a:r>
              <a:rPr lang="en-US" dirty="0">
                <a:hlinkClick r:id="rId2"/>
              </a:rPr>
              <a:t>https://docs.github.com/en/pull-requests/collaborating-with-pull-requests/working-with-forks/fork-a-repo</a:t>
            </a:r>
            <a:endParaRPr lang="en-US" dirty="0"/>
          </a:p>
          <a:p>
            <a:endParaRPr lang="en-US" dirty="0"/>
          </a:p>
          <a:p>
            <a:r>
              <a:rPr lang="en-US" dirty="0"/>
              <a:t>What is a fork?   What uses does it have?</a:t>
            </a:r>
          </a:p>
        </p:txBody>
      </p:sp>
    </p:spTree>
    <p:extLst>
      <p:ext uri="{BB962C8B-B14F-4D97-AF65-F5344CB8AC3E}">
        <p14:creationId xmlns:p14="http://schemas.microsoft.com/office/powerpoint/2010/main" val="395823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F4AE-4580-323E-5404-0DEE1394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A84D0-8B9A-E646-0AFA-98EA6D8B03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Should really be named a “merge” request.</a:t>
            </a:r>
          </a:p>
          <a:p>
            <a:r>
              <a:rPr lang="en-US" dirty="0"/>
              <a:t>“Would you please merge my changes into your repository?”</a:t>
            </a:r>
          </a:p>
          <a:p>
            <a:r>
              <a:rPr lang="en-US" dirty="0"/>
              <a:t>If forked, the original developers need to pull from your repository to do the merge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LGTM : r/ProgrammerHumor">
            <a:extLst>
              <a:ext uri="{FF2B5EF4-FFF2-40B4-BE49-F238E27FC236}">
                <a16:creationId xmlns:a16="http://schemas.microsoft.com/office/drawing/2014/main" id="{C6661216-2A9C-A5F4-4778-30077EE647F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2" y="924642"/>
            <a:ext cx="6019711" cy="556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36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4855-6118-428F-2D15-4DFD9174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329C-4E80-3F07-E06D-BA1AB9A6CF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2CB9F-E6E7-632B-F1D9-4D5C05DA39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B4CC1-C002-1302-0FE1-5DC48F1DD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8780-A208-4AE5-B5C7-6D5D06C00AF5}" type="datetime1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69E6C-70E9-D27D-91BA-3C9585FF9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C37AA-BB48-F327-5FD5-B713C7C1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8D9E-3EC9-4D82-B2FE-CB301728EB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0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B1E2-927F-CFEA-8A2D-37FF6F3C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96F23-D37C-FE78-D37E-F3C866764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Inspect git remotes</a:t>
            </a:r>
          </a:p>
          <a:p>
            <a:r>
              <a:rPr lang="en-US" dirty="0"/>
              <a:t>Push/pull from a remote repository</a:t>
            </a:r>
          </a:p>
          <a:p>
            <a:r>
              <a:rPr lang="en-US" dirty="0"/>
              <a:t>Fork a remote repository and issue a </a:t>
            </a:r>
            <a:r>
              <a:rPr lang="en-US"/>
              <a:t>pull request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5936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286</Words>
  <Application>Microsoft Office PowerPoint</Application>
  <PresentationFormat>Widescreen</PresentationFormat>
  <Paragraphs>62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Bold</vt:lpstr>
      <vt:lpstr>Courier New</vt:lpstr>
      <vt:lpstr>Play</vt:lpstr>
      <vt:lpstr>US Army 2023 AFC DEVCOM Logo</vt:lpstr>
      <vt:lpstr>Git – Working With Others</vt:lpstr>
      <vt:lpstr>Review…</vt:lpstr>
      <vt:lpstr>Objectives</vt:lpstr>
      <vt:lpstr>Remotes and Origins</vt:lpstr>
      <vt:lpstr>Pushing and Pulling</vt:lpstr>
      <vt:lpstr>Git Pull</vt:lpstr>
      <vt:lpstr>GitHub Intro</vt:lpstr>
      <vt:lpstr>GitHub Demo</vt:lpstr>
      <vt:lpstr>Forking and Upstreams</vt:lpstr>
      <vt:lpstr>Pull Requests</vt:lpstr>
      <vt:lpstr>PowerPoint Presentation</vt:lpstr>
      <vt:lpstr>Hands-On #1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36</cp:revision>
  <dcterms:created xsi:type="dcterms:W3CDTF">2025-08-04T12:48:29Z</dcterms:created>
  <dcterms:modified xsi:type="dcterms:W3CDTF">2026-05-28T19:35:14Z</dcterms:modified>
</cp:coreProperties>
</file>