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3"/>
  </p:notesMasterIdLst>
  <p:sldIdLst>
    <p:sldId id="256" r:id="rId2"/>
    <p:sldId id="281" r:id="rId3"/>
    <p:sldId id="276" r:id="rId4"/>
    <p:sldId id="257" r:id="rId5"/>
    <p:sldId id="278" r:id="rId6"/>
    <p:sldId id="279" r:id="rId7"/>
    <p:sldId id="280" r:id="rId8"/>
    <p:sldId id="261" r:id="rId9"/>
    <p:sldId id="277" r:id="rId10"/>
    <p:sldId id="273" r:id="rId11"/>
    <p:sldId id="259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84" autoAdjust="0"/>
    <p:restoredTop sz="89388" autoAdjust="0"/>
  </p:normalViewPr>
  <p:slideViewPr>
    <p:cSldViewPr snapToGrid="0">
      <p:cViewPr varScale="1">
        <p:scale>
          <a:sx n="100" d="100"/>
          <a:sy n="100" d="100"/>
        </p:scale>
        <p:origin x="1584" y="4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41F8BC1-DC94-491B-AA44-0232F744EE98}" type="datetimeFigureOut">
              <a:rPr lang="en-US" smtClean="0"/>
              <a:t>12/23/25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D8B709C-82E0-4ADF-BDA3-CCA1C8B222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999098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D8B709C-82E0-4ADF-BDA3-CCA1C8B22229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761884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png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">
    <p:bg>
      <p:bgPr>
        <a:solidFill>
          <a:srgbClr val="221F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Date Placeholder 19">
            <a:extLst>
              <a:ext uri="{FF2B5EF4-FFF2-40B4-BE49-F238E27FC236}">
                <a16:creationId xmlns:a16="http://schemas.microsoft.com/office/drawing/2014/main" id="{39F9F092-1A2E-3BC5-0D99-EE4B132543F8}"/>
              </a:ext>
            </a:extLst>
          </p:cNvPr>
          <p:cNvSpPr>
            <a:spLocks noGrp="1"/>
          </p:cNvSpPr>
          <p:nvPr>
            <p:ph type="dt" sz="half" idx="49"/>
          </p:nvPr>
        </p:nvSpPr>
        <p:spPr/>
        <p:txBody>
          <a:bodyPr/>
          <a:lstStyle/>
          <a:p>
            <a:fld id="{7A3E0868-4E26-4CDC-8A56-D70E2D8B12FE}" type="datetime3">
              <a:rPr lang="en-US" smtClean="0"/>
              <a:t>23 December 2025</a:t>
            </a:fld>
            <a:endParaRPr lang="en-US"/>
          </a:p>
        </p:txBody>
      </p:sp>
      <p:sp>
        <p:nvSpPr>
          <p:cNvPr id="21" name="Slide Number Placeholder 20">
            <a:extLst>
              <a:ext uri="{FF2B5EF4-FFF2-40B4-BE49-F238E27FC236}">
                <a16:creationId xmlns:a16="http://schemas.microsoft.com/office/drawing/2014/main" id="{4D3DAC6A-DFDF-B313-4DB4-FA56B489F422}"/>
              </a:ext>
            </a:extLst>
          </p:cNvPr>
          <p:cNvSpPr>
            <a:spLocks noGrp="1"/>
          </p:cNvSpPr>
          <p:nvPr>
            <p:ph type="sldNum" sz="quarter" idx="50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3" name="Text Placeholder 30">
            <a:extLst>
              <a:ext uri="{FF2B5EF4-FFF2-40B4-BE49-F238E27FC236}">
                <a16:creationId xmlns:a16="http://schemas.microsoft.com/office/drawing/2014/main" id="{FC933DC4-3663-15AC-8A64-D7573EE2EC9F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547688" y="5133530"/>
            <a:ext cx="1335568" cy="138499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45717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5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5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709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Controlled by: </a:t>
            </a:r>
          </a:p>
        </p:txBody>
      </p:sp>
      <p:sp>
        <p:nvSpPr>
          <p:cNvPr id="22" name="Text Placeholder 30">
            <a:extLst>
              <a:ext uri="{FF2B5EF4-FFF2-40B4-BE49-F238E27FC236}">
                <a16:creationId xmlns:a16="http://schemas.microsoft.com/office/drawing/2014/main" id="{1FE393D1-D968-8D71-45F7-5B4A7CEF5CF9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547688" y="4952738"/>
            <a:ext cx="1335568" cy="138499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45717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5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5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709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Controlled by: </a:t>
            </a:r>
          </a:p>
        </p:txBody>
      </p:sp>
      <p:sp>
        <p:nvSpPr>
          <p:cNvPr id="23" name="Text Placeholder 30">
            <a:extLst>
              <a:ext uri="{FF2B5EF4-FFF2-40B4-BE49-F238E27FC236}">
                <a16:creationId xmlns:a16="http://schemas.microsoft.com/office/drawing/2014/main" id="{DF69BC8A-AD59-63A3-64A2-27F7496859F1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547688" y="5314322"/>
            <a:ext cx="1335568" cy="138499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45717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5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5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709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CUI Category: </a:t>
            </a:r>
          </a:p>
        </p:txBody>
      </p:sp>
      <p:sp>
        <p:nvSpPr>
          <p:cNvPr id="24" name="Text Placeholder 30">
            <a:extLst>
              <a:ext uri="{FF2B5EF4-FFF2-40B4-BE49-F238E27FC236}">
                <a16:creationId xmlns:a16="http://schemas.microsoft.com/office/drawing/2014/main" id="{EDE4793B-EE3D-A719-6990-5D9F67CBAF13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547688" y="5495114"/>
            <a:ext cx="1335568" cy="138499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45717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5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5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709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Distribution Statement: </a:t>
            </a:r>
          </a:p>
        </p:txBody>
      </p:sp>
      <p:sp>
        <p:nvSpPr>
          <p:cNvPr id="25" name="Text Placeholder 30">
            <a:extLst>
              <a:ext uri="{FF2B5EF4-FFF2-40B4-BE49-F238E27FC236}">
                <a16:creationId xmlns:a16="http://schemas.microsoft.com/office/drawing/2014/main" id="{A24EE18E-6DA7-CB84-1F21-8DF1C7482384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547688" y="5675906"/>
            <a:ext cx="1335568" cy="138499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45717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5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5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709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POC: </a:t>
            </a:r>
          </a:p>
        </p:txBody>
      </p:sp>
      <p:sp>
        <p:nvSpPr>
          <p:cNvPr id="26" name="Text Placeholder 30">
            <a:extLst>
              <a:ext uri="{FF2B5EF4-FFF2-40B4-BE49-F238E27FC236}">
                <a16:creationId xmlns:a16="http://schemas.microsoft.com/office/drawing/2014/main" id="{AAEE65B4-7FC0-51E0-61A9-DA039122F268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1981200" y="5133530"/>
            <a:ext cx="3124934" cy="138499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36576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45717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5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5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709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endParaRPr lang="en-US"/>
          </a:p>
        </p:txBody>
      </p:sp>
      <p:sp>
        <p:nvSpPr>
          <p:cNvPr id="27" name="Text Placeholder 30">
            <a:extLst>
              <a:ext uri="{FF2B5EF4-FFF2-40B4-BE49-F238E27FC236}">
                <a16:creationId xmlns:a16="http://schemas.microsoft.com/office/drawing/2014/main" id="{6483CD3B-2F61-38F8-2851-B10539781BDC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1981200" y="4952738"/>
            <a:ext cx="3124934" cy="138499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36576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45717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5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5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709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endParaRPr lang="en-US"/>
          </a:p>
        </p:txBody>
      </p:sp>
      <p:sp>
        <p:nvSpPr>
          <p:cNvPr id="28" name="Text Placeholder 30">
            <a:extLst>
              <a:ext uri="{FF2B5EF4-FFF2-40B4-BE49-F238E27FC236}">
                <a16:creationId xmlns:a16="http://schemas.microsoft.com/office/drawing/2014/main" id="{F72C11EB-F1A8-B896-9775-C7ADA2F83259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1981200" y="5314322"/>
            <a:ext cx="3124934" cy="138499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36576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45717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5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5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709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endParaRPr lang="en-US"/>
          </a:p>
        </p:txBody>
      </p:sp>
      <p:sp>
        <p:nvSpPr>
          <p:cNvPr id="29" name="Text Placeholder 30">
            <a:extLst>
              <a:ext uri="{FF2B5EF4-FFF2-40B4-BE49-F238E27FC236}">
                <a16:creationId xmlns:a16="http://schemas.microsoft.com/office/drawing/2014/main" id="{4BF91907-2C5A-9E08-110C-64B850CA6482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1981200" y="5495114"/>
            <a:ext cx="3124934" cy="138499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36576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45717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5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5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709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endParaRPr lang="en-US"/>
          </a:p>
        </p:txBody>
      </p:sp>
      <p:sp>
        <p:nvSpPr>
          <p:cNvPr id="30" name="Text Placeholder 30">
            <a:extLst>
              <a:ext uri="{FF2B5EF4-FFF2-40B4-BE49-F238E27FC236}">
                <a16:creationId xmlns:a16="http://schemas.microsoft.com/office/drawing/2014/main" id="{0F5C0BB3-E700-E0BE-1E5D-F32BFF0DB730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1981200" y="5675906"/>
            <a:ext cx="3124934" cy="138499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36576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45717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5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5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709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endParaRPr lang="en-US"/>
          </a:p>
        </p:txBody>
      </p:sp>
      <p:pic>
        <p:nvPicPr>
          <p:cNvPr id="5" name="U.S. Army" descr="U.S. Army">
            <a:extLst>
              <a:ext uri="{FF2B5EF4-FFF2-40B4-BE49-F238E27FC236}">
                <a16:creationId xmlns:a16="http://schemas.microsoft.com/office/drawing/2014/main" id="{8765D769-2E19-A1D0-70F0-660B5118F32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 bwMode="black">
          <a:xfrm>
            <a:off x="244899" y="112631"/>
            <a:ext cx="3246120" cy="122580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367708F-A6ED-2C67-AAB2-F57AAA10F9A2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10004616" y="411162"/>
            <a:ext cx="1629707" cy="478023"/>
          </a:xfrm>
          <a:prstGeom prst="rect">
            <a:avLst/>
          </a:prstGeom>
        </p:spPr>
      </p:pic>
      <p:grpSp>
        <p:nvGrpSpPr>
          <p:cNvPr id="4" name="Group">
            <a:extLst>
              <a:ext uri="{FF2B5EF4-FFF2-40B4-BE49-F238E27FC236}">
                <a16:creationId xmlns:a16="http://schemas.microsoft.com/office/drawing/2014/main" id="{0D2A18CE-EA59-FCDB-5CF9-72169831C63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548218" y="1974220"/>
            <a:ext cx="7173381" cy="2377440"/>
            <a:chOff x="411163" y="2240280"/>
            <a:chExt cx="6446837" cy="2377440"/>
          </a:xfrm>
        </p:grpSpPr>
        <p:sp>
          <p:nvSpPr>
            <p:cNvPr id="15" name="Rectangle">
              <a:extLst>
                <a:ext uri="{FF2B5EF4-FFF2-40B4-BE49-F238E27FC236}">
                  <a16:creationId xmlns:a16="http://schemas.microsoft.com/office/drawing/2014/main" id="{453FC9A3-D341-95FE-49D0-507EC65462D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411163" y="2240280"/>
              <a:ext cx="6446837" cy="2377440"/>
            </a:xfrm>
            <a:prstGeom prst="rect">
              <a:avLst/>
            </a:prstGeom>
            <a:noFill/>
            <a:ln w="19050" cap="flat">
              <a:solidFill>
                <a:srgbClr val="FFCC01"/>
              </a:solidFill>
              <a:miter lim="800000"/>
            </a:ln>
          </p:spPr>
          <p:style>
            <a:lnRef idx="0">
              <a:schemeClr val="accent1"/>
            </a:lnRef>
            <a:fillRef idx="1">
              <a:schemeClr val="accent1"/>
            </a:fillRef>
            <a:effectRef idx="0">
              <a:srgbClr val="00000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100000"/>
                </a:lnSpc>
              </a:pPr>
              <a:endParaRPr lang="en-US" sz="1600"/>
            </a:p>
          </p:txBody>
        </p:sp>
        <p:cxnSp>
          <p:nvCxnSpPr>
            <p:cNvPr id="18" name="Line">
              <a:extLst>
                <a:ext uri="{FF2B5EF4-FFF2-40B4-BE49-F238E27FC236}">
                  <a16:creationId xmlns:a16="http://schemas.microsoft.com/office/drawing/2014/main" id="{2A030869-4AC4-CE94-F004-03103C4DBCA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411163" y="3931920"/>
              <a:ext cx="6446837" cy="0"/>
            </a:xfrm>
            <a:prstGeom prst="line">
              <a:avLst/>
            </a:prstGeom>
            <a:ln w="19050" cap="flat">
              <a:solidFill>
                <a:srgbClr val="FFCC0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rgbClr val="000000"/>
            </a:effectRef>
            <a:fontRef idx="minor">
              <a:schemeClr val="lt1"/>
            </a:fontRef>
          </p:style>
        </p:cxnSp>
        <p:cxnSp>
          <p:nvCxnSpPr>
            <p:cNvPr id="19" name="Line">
              <a:extLst>
                <a:ext uri="{FF2B5EF4-FFF2-40B4-BE49-F238E27FC236}">
                  <a16:creationId xmlns:a16="http://schemas.microsoft.com/office/drawing/2014/main" id="{5AB8E5F3-02DC-C870-FF70-6B7F087F40F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4274795" y="3931920"/>
              <a:ext cx="0" cy="685800"/>
            </a:xfrm>
            <a:prstGeom prst="line">
              <a:avLst/>
            </a:prstGeom>
            <a:ln w="19050" cap="flat">
              <a:solidFill>
                <a:srgbClr val="FFCC0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rgbClr val="000000"/>
            </a:effectRef>
            <a:fontRef idx="minor">
              <a:schemeClr val="lt1"/>
            </a:fontRef>
          </p:style>
        </p:cxnSp>
      </p:grpSp>
      <p:sp>
        <p:nvSpPr>
          <p:cNvPr id="31" name="Title 1">
            <a:extLst>
              <a:ext uri="{FF2B5EF4-FFF2-40B4-BE49-F238E27FC236}">
                <a16:creationId xmlns:a16="http://schemas.microsoft.com/office/drawing/2014/main" id="{0A3716E9-1A78-32FC-3DC4-30F600373863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914400" y="2202820"/>
            <a:ext cx="6429375" cy="1325880"/>
          </a:xfrm>
        </p:spPr>
        <p:txBody>
          <a:bodyPr anchor="t" anchorCtr="0"/>
          <a:lstStyle>
            <a:lvl1pPr algn="l">
              <a:lnSpc>
                <a:spcPct val="80000"/>
              </a:lnSpc>
              <a:defRPr sz="3600"/>
            </a:lvl1pPr>
          </a:lstStyle>
          <a:p>
            <a:r>
              <a:rPr kumimoji="0" lang="en-US" sz="3600" b="0" i="0" u="none" strike="noStrike" kern="1200" cap="all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j-ea"/>
                <a:cs typeface="+mj-cs"/>
              </a:rPr>
              <a:t>PRESENTATION TITLE</a:t>
            </a:r>
            <a:br>
              <a:rPr kumimoji="0" lang="en-US" sz="3600" b="0" i="0" u="none" strike="noStrike" kern="1200" cap="all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j-ea"/>
                <a:cs typeface="+mj-cs"/>
              </a:rPr>
            </a:br>
            <a:r>
              <a:rPr kumimoji="0" lang="en-US" sz="3600" b="0" i="0" u="none" strike="noStrike" kern="1200" cap="all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j-ea"/>
                <a:cs typeface="+mj-cs"/>
              </a:rPr>
              <a:t>PRESENTATION TITLE</a:t>
            </a:r>
            <a:br>
              <a:rPr kumimoji="0" lang="en-US" sz="3600" b="0" i="0" u="none" strike="noStrike" kern="1200" cap="all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j-ea"/>
                <a:cs typeface="+mj-cs"/>
              </a:rPr>
            </a:br>
            <a:r>
              <a:rPr kumimoji="0" lang="en-US" sz="3600" b="0" i="0" u="none" strike="noStrike" kern="1200" cap="all" spc="0" normalizeH="0" baseline="0" noProof="0">
                <a:ln>
                  <a:noFill/>
                </a:ln>
                <a:solidFill>
                  <a:srgbClr val="FFCC01"/>
                </a:solidFill>
                <a:effectLst/>
                <a:uLnTx/>
                <a:uFillTx/>
                <a:latin typeface="Arial"/>
                <a:ea typeface="+mj-ea"/>
                <a:cs typeface="+mj-cs"/>
              </a:rPr>
              <a:t>THREE LINES MAX</a:t>
            </a:r>
            <a:endParaRPr lang="en-US"/>
          </a:p>
        </p:txBody>
      </p:sp>
      <p:sp>
        <p:nvSpPr>
          <p:cNvPr id="32" name="Subtitle 2">
            <a:extLst>
              <a:ext uri="{FF2B5EF4-FFF2-40B4-BE49-F238E27FC236}">
                <a16:creationId xmlns:a16="http://schemas.microsoft.com/office/drawing/2014/main" id="{9BBCBD69-970D-2A8D-E951-CFBC732DBCF4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914401" y="3784732"/>
            <a:ext cx="3565524" cy="457200"/>
          </a:xfrm>
        </p:spPr>
        <p:txBody>
          <a:bodyPr anchor="ctr" anchorCtr="0"/>
          <a:lstStyle>
            <a:lvl1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1pPr>
            <a:lvl2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2pPr>
            <a:lvl3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3pPr>
            <a:lvl4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4pPr>
            <a:lvl5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5pPr>
            <a:lvl6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6pPr>
            <a:lvl7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7pPr>
            <a:lvl8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8pPr>
            <a:lvl9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9pPr>
          </a:lstStyle>
          <a:p>
            <a:r>
              <a:rPr lang="en-US"/>
              <a:t>[Presentation subtitle/description]</a:t>
            </a:r>
          </a:p>
        </p:txBody>
      </p:sp>
      <p:sp>
        <p:nvSpPr>
          <p:cNvPr id="33" name="Text Placeholder 3">
            <a:extLst>
              <a:ext uri="{FF2B5EF4-FFF2-40B4-BE49-F238E27FC236}">
                <a16:creationId xmlns:a16="http://schemas.microsoft.com/office/drawing/2014/main" id="{845FCD4C-F9C5-DECB-5274-6DEC95A50B5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212079" y="3784732"/>
            <a:ext cx="2131695" cy="457200"/>
          </a:xfrm>
        </p:spPr>
        <p:txBody>
          <a:bodyPr anchor="ctr" anchorCtr="0"/>
          <a:lstStyle>
            <a:lvl1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1pPr>
            <a:lvl2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2pPr>
            <a:lvl3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3pPr>
            <a:lvl4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4pPr>
            <a:lvl5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5pPr>
            <a:lvl6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6pPr>
            <a:lvl7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7pPr>
            <a:lvl8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8pPr>
            <a:lvl9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9pPr>
          </a:lstStyle>
          <a:p>
            <a:pPr lvl="0"/>
            <a:r>
              <a:rPr lang="en-US"/>
              <a:t>[00 Month 0000]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10D24ED-E5F8-CA86-25F1-78110A690DC5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386840" y="0"/>
            <a:ext cx="9418320" cy="2000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t" anchorCtr="0">
            <a:spAutoFit/>
          </a:bodyPr>
          <a:lstStyle/>
          <a:p>
            <a:pPr algn="ctr">
              <a:defRPr/>
            </a:pPr>
            <a:r>
              <a:rPr lang="en-US" sz="700" b="1" dirty="0">
                <a:solidFill>
                  <a:srgbClr val="2DAA27"/>
                </a:solidFill>
                <a:latin typeface="+mn-lt"/>
                <a:cs typeface="Arial Bold" panose="020B0704020202020204" pitchFamily="34" charset="0"/>
              </a:rPr>
              <a:t>UNCLASSIFIED / GENERAL</a:t>
            </a:r>
          </a:p>
        </p:txBody>
      </p:sp>
      <p:sp>
        <p:nvSpPr>
          <p:cNvPr id="3" name="Rectangle 15">
            <a:extLst>
              <a:ext uri="{FF2B5EF4-FFF2-40B4-BE49-F238E27FC236}">
                <a16:creationId xmlns:a16="http://schemas.microsoft.com/office/drawing/2014/main" id="{5F51F9D9-5896-27C6-545B-841C41CB76F2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386840" y="6657945"/>
            <a:ext cx="9418320" cy="2000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rIns="0" anchor="b">
            <a:spAutoFit/>
          </a:bodyPr>
          <a:lstStyle/>
          <a:p>
            <a:pPr algn="ctr">
              <a:defRPr/>
            </a:pPr>
            <a:r>
              <a:rPr lang="en-US" sz="700" b="1" dirty="0">
                <a:solidFill>
                  <a:srgbClr val="2DAA27"/>
                </a:solidFill>
                <a:latin typeface="+mn-lt"/>
                <a:cs typeface="Arial Bold" panose="020B0704020202020204" pitchFamily="34" charset="0"/>
              </a:rPr>
              <a:t>UNCLASSIFIED / GENERAL</a:t>
            </a:r>
          </a:p>
        </p:txBody>
      </p:sp>
    </p:spTree>
    <p:extLst>
      <p:ext uri="{BB962C8B-B14F-4D97-AF65-F5344CB8AC3E}">
        <p14:creationId xmlns:p14="http://schemas.microsoft.com/office/powerpoint/2010/main" val="311101190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Whit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D1B5714-1C67-5305-161F-BB8ABA64529E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6DDC931E-8CBE-4A3F-A034-9B6122C6DCDB}" type="datetime3">
              <a:rPr lang="en-US" smtClean="0"/>
              <a:t>23 December 2025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C66A96F-567A-34EC-DC2C-66C406228A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8" name="U.S. Army" descr="U.S. Army">
            <a:extLst>
              <a:ext uri="{FF2B5EF4-FFF2-40B4-BE49-F238E27FC236}">
                <a16:creationId xmlns:a16="http://schemas.microsoft.com/office/drawing/2014/main" id="{C4525471-71C4-E84C-06B5-CF4BA10994C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 bwMode="black">
          <a:xfrm>
            <a:off x="180891" y="104974"/>
            <a:ext cx="3246120" cy="1225808"/>
          </a:xfrm>
          <a:prstGeom prst="rect">
            <a:avLst/>
          </a:prstGeom>
          <a:noFill/>
        </p:spPr>
      </p:pic>
      <p:sp>
        <p:nvSpPr>
          <p:cNvPr id="9" name="Text Placeholder 30">
            <a:extLst>
              <a:ext uri="{FF2B5EF4-FFF2-40B4-BE49-F238E27FC236}">
                <a16:creationId xmlns:a16="http://schemas.microsoft.com/office/drawing/2014/main" id="{00EB67EC-5954-991C-39BB-6509621390EB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547688" y="5133530"/>
            <a:ext cx="1335568" cy="138499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txBody>
          <a:bodyPr wrap="square" lIns="91440" tIns="0" rIns="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tx1"/>
                </a:solidFill>
                <a:latin typeface="+mn-lt"/>
                <a:cs typeface="Arial Bold" panose="020B0704020202020204" pitchFamily="34" charset="0"/>
              </a:defRPr>
            </a:lvl1pPr>
            <a:lvl2pPr marL="45717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5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5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709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Controlled by: </a:t>
            </a:r>
          </a:p>
        </p:txBody>
      </p:sp>
      <p:sp>
        <p:nvSpPr>
          <p:cNvPr id="13" name="Text Placeholder 30">
            <a:extLst>
              <a:ext uri="{FF2B5EF4-FFF2-40B4-BE49-F238E27FC236}">
                <a16:creationId xmlns:a16="http://schemas.microsoft.com/office/drawing/2014/main" id="{E6059881-3615-6A80-014A-12F5EBBBE25A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547688" y="4952738"/>
            <a:ext cx="1335568" cy="138499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txBody>
          <a:bodyPr wrap="square" lIns="91440" tIns="0" rIns="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tx1"/>
                </a:solidFill>
                <a:latin typeface="+mn-lt"/>
                <a:cs typeface="Arial Bold" panose="020B0704020202020204" pitchFamily="34" charset="0"/>
              </a:defRPr>
            </a:lvl1pPr>
            <a:lvl2pPr marL="45717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5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5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709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Controlled by: </a:t>
            </a:r>
          </a:p>
        </p:txBody>
      </p:sp>
      <p:sp>
        <p:nvSpPr>
          <p:cNvPr id="14" name="Text Placeholder 30">
            <a:extLst>
              <a:ext uri="{FF2B5EF4-FFF2-40B4-BE49-F238E27FC236}">
                <a16:creationId xmlns:a16="http://schemas.microsoft.com/office/drawing/2014/main" id="{E2D99AAA-01B9-ED71-F90F-711F200233EB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547688" y="5314322"/>
            <a:ext cx="1335568" cy="138499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txBody>
          <a:bodyPr wrap="square" lIns="91440" tIns="0" rIns="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tx1"/>
                </a:solidFill>
                <a:latin typeface="+mn-lt"/>
                <a:cs typeface="Arial Bold" panose="020B0704020202020204" pitchFamily="34" charset="0"/>
              </a:defRPr>
            </a:lvl1pPr>
            <a:lvl2pPr marL="45717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5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5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709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CUI Category: </a:t>
            </a:r>
          </a:p>
        </p:txBody>
      </p:sp>
      <p:sp>
        <p:nvSpPr>
          <p:cNvPr id="16" name="Text Placeholder 30">
            <a:extLst>
              <a:ext uri="{FF2B5EF4-FFF2-40B4-BE49-F238E27FC236}">
                <a16:creationId xmlns:a16="http://schemas.microsoft.com/office/drawing/2014/main" id="{AA78AC6A-4B5E-2F9D-94D1-897336CBC5FD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547688" y="5495114"/>
            <a:ext cx="1335568" cy="138499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txBody>
          <a:bodyPr wrap="square" lIns="91440" tIns="0" rIns="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tx1"/>
                </a:solidFill>
                <a:latin typeface="+mn-lt"/>
                <a:cs typeface="Arial Bold" panose="020B0704020202020204" pitchFamily="34" charset="0"/>
              </a:defRPr>
            </a:lvl1pPr>
            <a:lvl2pPr marL="45717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5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5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709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Distribution Statement: </a:t>
            </a:r>
          </a:p>
        </p:txBody>
      </p:sp>
      <p:sp>
        <p:nvSpPr>
          <p:cNvPr id="17" name="Text Placeholder 30">
            <a:extLst>
              <a:ext uri="{FF2B5EF4-FFF2-40B4-BE49-F238E27FC236}">
                <a16:creationId xmlns:a16="http://schemas.microsoft.com/office/drawing/2014/main" id="{E909E494-A135-FCDC-B270-D6B7047A3B14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547688" y="5675906"/>
            <a:ext cx="1335568" cy="138499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txBody>
          <a:bodyPr wrap="square" lIns="91440" tIns="0" rIns="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tx1"/>
                </a:solidFill>
                <a:latin typeface="+mn-lt"/>
                <a:cs typeface="Arial Bold" panose="020B0704020202020204" pitchFamily="34" charset="0"/>
              </a:defRPr>
            </a:lvl1pPr>
            <a:lvl2pPr marL="45717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5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5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709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POC: </a:t>
            </a:r>
          </a:p>
        </p:txBody>
      </p:sp>
      <p:sp>
        <p:nvSpPr>
          <p:cNvPr id="18" name="Text Placeholder 30">
            <a:extLst>
              <a:ext uri="{FF2B5EF4-FFF2-40B4-BE49-F238E27FC236}">
                <a16:creationId xmlns:a16="http://schemas.microsoft.com/office/drawing/2014/main" id="{99D08674-52BB-F86B-32DC-93D0F45597F7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1981200" y="5133530"/>
            <a:ext cx="3124934" cy="138499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txBody>
          <a:bodyPr wrap="square" lIns="91440" tIns="0" rIns="36576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tx1"/>
                </a:solidFill>
                <a:latin typeface="+mn-lt"/>
                <a:cs typeface="Arial Bold" panose="020B0704020202020204" pitchFamily="34" charset="0"/>
              </a:defRPr>
            </a:lvl1pPr>
            <a:lvl2pPr marL="45717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5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5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709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endParaRPr lang="en-US"/>
          </a:p>
        </p:txBody>
      </p:sp>
      <p:sp>
        <p:nvSpPr>
          <p:cNvPr id="19" name="Text Placeholder 30">
            <a:extLst>
              <a:ext uri="{FF2B5EF4-FFF2-40B4-BE49-F238E27FC236}">
                <a16:creationId xmlns:a16="http://schemas.microsoft.com/office/drawing/2014/main" id="{75B8A948-14E8-9F98-4694-85A4D577B42A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1981200" y="4952738"/>
            <a:ext cx="3124934" cy="138499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txBody>
          <a:bodyPr wrap="square" lIns="91440" tIns="0" rIns="36576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tx1"/>
                </a:solidFill>
                <a:latin typeface="+mn-lt"/>
                <a:cs typeface="Arial Bold" panose="020B0704020202020204" pitchFamily="34" charset="0"/>
              </a:defRPr>
            </a:lvl1pPr>
            <a:lvl2pPr marL="45717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5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5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709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endParaRPr lang="en-US"/>
          </a:p>
        </p:txBody>
      </p:sp>
      <p:sp>
        <p:nvSpPr>
          <p:cNvPr id="20" name="Text Placeholder 30">
            <a:extLst>
              <a:ext uri="{FF2B5EF4-FFF2-40B4-BE49-F238E27FC236}">
                <a16:creationId xmlns:a16="http://schemas.microsoft.com/office/drawing/2014/main" id="{8594BC0E-E83A-A7AB-AD3C-A280B5A706D3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1981200" y="5314322"/>
            <a:ext cx="3124934" cy="138499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txBody>
          <a:bodyPr wrap="square" lIns="91440" tIns="0" rIns="36576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tx1"/>
                </a:solidFill>
                <a:latin typeface="+mn-lt"/>
                <a:cs typeface="Arial Bold" panose="020B0704020202020204" pitchFamily="34" charset="0"/>
              </a:defRPr>
            </a:lvl1pPr>
            <a:lvl2pPr marL="45717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5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5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709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endParaRPr lang="en-US"/>
          </a:p>
        </p:txBody>
      </p:sp>
      <p:sp>
        <p:nvSpPr>
          <p:cNvPr id="21" name="Text Placeholder 30">
            <a:extLst>
              <a:ext uri="{FF2B5EF4-FFF2-40B4-BE49-F238E27FC236}">
                <a16:creationId xmlns:a16="http://schemas.microsoft.com/office/drawing/2014/main" id="{45C25EBB-0808-3B97-D5EC-84FE1867AB1B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1981200" y="5495114"/>
            <a:ext cx="3124934" cy="138499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txBody>
          <a:bodyPr wrap="square" lIns="91440" tIns="0" rIns="36576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tx1"/>
                </a:solidFill>
                <a:latin typeface="+mn-lt"/>
                <a:cs typeface="Arial Bold" panose="020B0704020202020204" pitchFamily="34" charset="0"/>
              </a:defRPr>
            </a:lvl1pPr>
            <a:lvl2pPr marL="45717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5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5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709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endParaRPr lang="en-US"/>
          </a:p>
        </p:txBody>
      </p:sp>
      <p:sp>
        <p:nvSpPr>
          <p:cNvPr id="31" name="Text Placeholder 30">
            <a:extLst>
              <a:ext uri="{FF2B5EF4-FFF2-40B4-BE49-F238E27FC236}">
                <a16:creationId xmlns:a16="http://schemas.microsoft.com/office/drawing/2014/main" id="{1EEF3E66-AAEE-1C6B-9049-032018F0EF1A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1981200" y="5675906"/>
            <a:ext cx="3124934" cy="138499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txBody>
          <a:bodyPr wrap="square" lIns="91440" tIns="0" rIns="36576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tx1"/>
                </a:solidFill>
                <a:latin typeface="+mn-lt"/>
                <a:cs typeface="Arial Bold" panose="020B0704020202020204" pitchFamily="34" charset="0"/>
              </a:defRPr>
            </a:lvl1pPr>
            <a:lvl2pPr marL="45717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5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5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709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endParaRPr lang="en-US"/>
          </a:p>
        </p:txBody>
      </p:sp>
      <p:grpSp>
        <p:nvGrpSpPr>
          <p:cNvPr id="48" name="Group">
            <a:extLst>
              <a:ext uri="{FF2B5EF4-FFF2-40B4-BE49-F238E27FC236}">
                <a16:creationId xmlns:a16="http://schemas.microsoft.com/office/drawing/2014/main" id="{1D6D8113-2B65-BAC0-DBC2-601012CF01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548219" y="1974220"/>
            <a:ext cx="7173382" cy="2377440"/>
            <a:chOff x="411163" y="2240280"/>
            <a:chExt cx="6446837" cy="2377440"/>
          </a:xfrm>
        </p:grpSpPr>
        <p:sp>
          <p:nvSpPr>
            <p:cNvPr id="49" name="Rectangle">
              <a:extLst>
                <a:ext uri="{FF2B5EF4-FFF2-40B4-BE49-F238E27FC236}">
                  <a16:creationId xmlns:a16="http://schemas.microsoft.com/office/drawing/2014/main" id="{7528BC0B-D239-46B3-8ED2-9B82FDC07FC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411163" y="2240280"/>
              <a:ext cx="6446837" cy="2377440"/>
            </a:xfrm>
            <a:prstGeom prst="rect">
              <a:avLst/>
            </a:prstGeom>
            <a:noFill/>
            <a:ln w="19050" cap="flat">
              <a:solidFill>
                <a:srgbClr val="221F20"/>
              </a:solidFill>
              <a:miter lim="800000"/>
            </a:ln>
          </p:spPr>
          <p:style>
            <a:lnRef idx="0">
              <a:schemeClr val="accent1"/>
            </a:lnRef>
            <a:fillRef idx="1">
              <a:schemeClr val="accent1"/>
            </a:fillRef>
            <a:effectRef idx="0">
              <a:srgbClr val="00000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100000"/>
                </a:lnSpc>
              </a:pPr>
              <a:endParaRPr lang="en-US" sz="1600"/>
            </a:p>
          </p:txBody>
        </p:sp>
        <p:cxnSp>
          <p:nvCxnSpPr>
            <p:cNvPr id="50" name="Line">
              <a:extLst>
                <a:ext uri="{FF2B5EF4-FFF2-40B4-BE49-F238E27FC236}">
                  <a16:creationId xmlns:a16="http://schemas.microsoft.com/office/drawing/2014/main" id="{435BD1FC-4390-71A4-34EE-951EFF0886B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411163" y="3931920"/>
              <a:ext cx="6446837" cy="0"/>
            </a:xfrm>
            <a:prstGeom prst="line">
              <a:avLst/>
            </a:prstGeom>
            <a:ln w="19050" cap="flat">
              <a:solidFill>
                <a:srgbClr val="221F20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rgbClr val="000000"/>
            </a:effectRef>
            <a:fontRef idx="minor">
              <a:schemeClr val="lt1"/>
            </a:fontRef>
          </p:style>
        </p:cxnSp>
        <p:cxnSp>
          <p:nvCxnSpPr>
            <p:cNvPr id="51" name="Line">
              <a:extLst>
                <a:ext uri="{FF2B5EF4-FFF2-40B4-BE49-F238E27FC236}">
                  <a16:creationId xmlns:a16="http://schemas.microsoft.com/office/drawing/2014/main" id="{F4A81146-41CE-E3FA-3A50-29CA5D91DB4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4272796" y="3931920"/>
              <a:ext cx="0" cy="685800"/>
            </a:xfrm>
            <a:prstGeom prst="line">
              <a:avLst/>
            </a:prstGeom>
            <a:ln w="19050" cap="flat">
              <a:solidFill>
                <a:srgbClr val="221F20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rgbClr val="000000"/>
            </a:effectRef>
            <a:fontRef idx="minor">
              <a:schemeClr val="lt1"/>
            </a:fontRef>
          </p:style>
        </p:cxnSp>
      </p:grpSp>
      <p:sp>
        <p:nvSpPr>
          <p:cNvPr id="52" name="Title 1">
            <a:extLst>
              <a:ext uri="{FF2B5EF4-FFF2-40B4-BE49-F238E27FC236}">
                <a16:creationId xmlns:a16="http://schemas.microsoft.com/office/drawing/2014/main" id="{34261743-5C6B-193D-74C7-FC918BD33CB3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914399" y="2202820"/>
            <a:ext cx="6429375" cy="1325880"/>
          </a:xfrm>
        </p:spPr>
        <p:txBody>
          <a:bodyPr anchor="t" anchorCtr="0"/>
          <a:lstStyle>
            <a:lvl1pPr algn="l">
              <a:lnSpc>
                <a:spcPct val="80000"/>
              </a:lnSpc>
              <a:defRPr sz="3600"/>
            </a:lvl1pPr>
          </a:lstStyle>
          <a:p>
            <a:r>
              <a:rPr lang="en-US"/>
              <a:t>Presentation title</a:t>
            </a:r>
            <a:br>
              <a:rPr lang="en-US"/>
            </a:br>
            <a:r>
              <a:rPr lang="en-US"/>
              <a:t>PRESENTATION TITLE</a:t>
            </a:r>
            <a:br>
              <a:rPr lang="en-US"/>
            </a:br>
            <a:r>
              <a:rPr lang="en-US"/>
              <a:t>THREE LINES MAX</a:t>
            </a:r>
          </a:p>
        </p:txBody>
      </p:sp>
      <p:sp>
        <p:nvSpPr>
          <p:cNvPr id="53" name="Subtitle 2">
            <a:extLst>
              <a:ext uri="{FF2B5EF4-FFF2-40B4-BE49-F238E27FC236}">
                <a16:creationId xmlns:a16="http://schemas.microsoft.com/office/drawing/2014/main" id="{09DA0322-2B5C-8F10-EE8B-1FE75C5A5BFA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914400" y="3784732"/>
            <a:ext cx="3565525" cy="457200"/>
          </a:xfrm>
        </p:spPr>
        <p:txBody>
          <a:bodyPr anchor="ctr" anchorCtr="0"/>
          <a:lstStyle>
            <a:lvl1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1pPr>
            <a:lvl2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2pPr>
            <a:lvl3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3pPr>
            <a:lvl4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4pPr>
            <a:lvl5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5pPr>
            <a:lvl6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6pPr>
            <a:lvl7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7pPr>
            <a:lvl8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8pPr>
            <a:lvl9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9pPr>
          </a:lstStyle>
          <a:p>
            <a:r>
              <a:rPr lang="en-US"/>
              <a:t>[Presentation subtitle/description]</a:t>
            </a:r>
          </a:p>
        </p:txBody>
      </p:sp>
      <p:sp>
        <p:nvSpPr>
          <p:cNvPr id="54" name="Text Placeholder 3">
            <a:extLst>
              <a:ext uri="{FF2B5EF4-FFF2-40B4-BE49-F238E27FC236}">
                <a16:creationId xmlns:a16="http://schemas.microsoft.com/office/drawing/2014/main" id="{76359DCF-E748-9D74-A7A5-1B8C52B3E366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212079" y="3784732"/>
            <a:ext cx="2131695" cy="457200"/>
          </a:xfrm>
        </p:spPr>
        <p:txBody>
          <a:bodyPr anchor="ctr" anchorCtr="0"/>
          <a:lstStyle>
            <a:lvl1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1pPr>
            <a:lvl2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2pPr>
            <a:lvl3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3pPr>
            <a:lvl4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4pPr>
            <a:lvl5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5pPr>
            <a:lvl6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6pPr>
            <a:lvl7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7pPr>
            <a:lvl8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8pPr>
            <a:lvl9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9pPr>
          </a:lstStyle>
          <a:p>
            <a:pPr lvl="0"/>
            <a:r>
              <a:rPr lang="en-US"/>
              <a:t>[00 Month 0000]</a:t>
            </a:r>
          </a:p>
        </p:txBody>
      </p:sp>
    </p:spTree>
    <p:extLst>
      <p:ext uri="{BB962C8B-B14F-4D97-AF65-F5344CB8AC3E}">
        <p14:creationId xmlns:p14="http://schemas.microsoft.com/office/powerpoint/2010/main" val="57377235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- Imag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Date Placeholder 19">
            <a:extLst>
              <a:ext uri="{FF2B5EF4-FFF2-40B4-BE49-F238E27FC236}">
                <a16:creationId xmlns:a16="http://schemas.microsoft.com/office/drawing/2014/main" id="{F9D3AB9C-26E9-8E88-3B55-B4A5EC7C31F2}"/>
              </a:ext>
            </a:extLst>
          </p:cNvPr>
          <p:cNvSpPr>
            <a:spLocks noGrp="1"/>
          </p:cNvSpPr>
          <p:nvPr>
            <p:ph type="dt" sz="half" idx="49"/>
          </p:nvPr>
        </p:nvSpPr>
        <p:spPr/>
        <p:txBody>
          <a:bodyPr/>
          <a:lstStyle/>
          <a:p>
            <a:fld id="{D41656AB-D2E1-472E-8B95-0DF5C6E1D623}" type="datetime3">
              <a:rPr lang="en-US" smtClean="0"/>
              <a:t>23 December 2025</a:t>
            </a:fld>
            <a:endParaRPr lang="en-US"/>
          </a:p>
        </p:txBody>
      </p:sp>
      <p:sp>
        <p:nvSpPr>
          <p:cNvPr id="21" name="Slide Number Placeholder 20">
            <a:extLst>
              <a:ext uri="{FF2B5EF4-FFF2-40B4-BE49-F238E27FC236}">
                <a16:creationId xmlns:a16="http://schemas.microsoft.com/office/drawing/2014/main" id="{CF1316F0-9F13-53EA-1597-09232B2FF1AB}"/>
              </a:ext>
            </a:extLst>
          </p:cNvPr>
          <p:cNvSpPr>
            <a:spLocks noGrp="1"/>
          </p:cNvSpPr>
          <p:nvPr>
            <p:ph type="sldNum" sz="quarter" idx="50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5" name="U.S. Army" descr="U.S. Army">
            <a:extLst>
              <a:ext uri="{FF2B5EF4-FFF2-40B4-BE49-F238E27FC236}">
                <a16:creationId xmlns:a16="http://schemas.microsoft.com/office/drawing/2014/main" id="{499EE878-E6B9-0543-B958-85A17AE36A27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 bwMode="black">
          <a:xfrm>
            <a:off x="244899" y="112631"/>
            <a:ext cx="3246120" cy="1225808"/>
          </a:xfrm>
          <a:prstGeom prst="rect">
            <a:avLst/>
          </a:prstGeom>
        </p:spPr>
      </p:pic>
      <p:sp>
        <p:nvSpPr>
          <p:cNvPr id="8" name="Text Placeholder 30">
            <a:extLst>
              <a:ext uri="{FF2B5EF4-FFF2-40B4-BE49-F238E27FC236}">
                <a16:creationId xmlns:a16="http://schemas.microsoft.com/office/drawing/2014/main" id="{96CD17E6-26AB-FBB2-220C-D5185212C519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547688" y="5133530"/>
            <a:ext cx="1335568" cy="138499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45717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5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5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709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Controlled by: </a:t>
            </a:r>
          </a:p>
        </p:txBody>
      </p:sp>
      <p:sp>
        <p:nvSpPr>
          <p:cNvPr id="9" name="Text Placeholder 30">
            <a:extLst>
              <a:ext uri="{FF2B5EF4-FFF2-40B4-BE49-F238E27FC236}">
                <a16:creationId xmlns:a16="http://schemas.microsoft.com/office/drawing/2014/main" id="{FCD1ED33-CCD9-E1B6-327A-71BC6F62C4DB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547688" y="4952738"/>
            <a:ext cx="1335568" cy="138499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45717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5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5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709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Controlled by: </a:t>
            </a:r>
          </a:p>
        </p:txBody>
      </p:sp>
      <p:sp>
        <p:nvSpPr>
          <p:cNvPr id="11" name="Text Placeholder 30">
            <a:extLst>
              <a:ext uri="{FF2B5EF4-FFF2-40B4-BE49-F238E27FC236}">
                <a16:creationId xmlns:a16="http://schemas.microsoft.com/office/drawing/2014/main" id="{A255632D-60F3-C439-D931-6B2874E894D7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547688" y="5314322"/>
            <a:ext cx="1335568" cy="138499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45717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5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5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709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CUI Category: </a:t>
            </a:r>
          </a:p>
        </p:txBody>
      </p:sp>
      <p:sp>
        <p:nvSpPr>
          <p:cNvPr id="12" name="Text Placeholder 30">
            <a:extLst>
              <a:ext uri="{FF2B5EF4-FFF2-40B4-BE49-F238E27FC236}">
                <a16:creationId xmlns:a16="http://schemas.microsoft.com/office/drawing/2014/main" id="{0BD3A2B1-9D40-83E3-4243-B4A52B6A636E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547688" y="5495114"/>
            <a:ext cx="1335568" cy="138499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45717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5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5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709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Distribution Statement: </a:t>
            </a:r>
          </a:p>
        </p:txBody>
      </p:sp>
      <p:sp>
        <p:nvSpPr>
          <p:cNvPr id="14" name="Text Placeholder 30">
            <a:extLst>
              <a:ext uri="{FF2B5EF4-FFF2-40B4-BE49-F238E27FC236}">
                <a16:creationId xmlns:a16="http://schemas.microsoft.com/office/drawing/2014/main" id="{7AADD113-BD09-95AA-FFBA-DCC255F69FAA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547688" y="5675906"/>
            <a:ext cx="1335568" cy="138499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45717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5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5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709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POC: </a:t>
            </a:r>
          </a:p>
        </p:txBody>
      </p:sp>
      <p:sp>
        <p:nvSpPr>
          <p:cNvPr id="15" name="Text Placeholder 30">
            <a:extLst>
              <a:ext uri="{FF2B5EF4-FFF2-40B4-BE49-F238E27FC236}">
                <a16:creationId xmlns:a16="http://schemas.microsoft.com/office/drawing/2014/main" id="{A9D52B79-92E5-4D64-1757-D13A0674723F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1981200" y="5133530"/>
            <a:ext cx="3124934" cy="138499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36576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45717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5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5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709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endParaRPr lang="en-US"/>
          </a:p>
        </p:txBody>
      </p:sp>
      <p:sp>
        <p:nvSpPr>
          <p:cNvPr id="16" name="Text Placeholder 30">
            <a:extLst>
              <a:ext uri="{FF2B5EF4-FFF2-40B4-BE49-F238E27FC236}">
                <a16:creationId xmlns:a16="http://schemas.microsoft.com/office/drawing/2014/main" id="{DF04F3CB-62F5-7A9F-E397-4800E51C0E24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1981200" y="4952738"/>
            <a:ext cx="3124934" cy="138499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36576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45717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5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5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709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endParaRPr lang="en-US"/>
          </a:p>
        </p:txBody>
      </p:sp>
      <p:sp>
        <p:nvSpPr>
          <p:cNvPr id="17" name="Text Placeholder 30">
            <a:extLst>
              <a:ext uri="{FF2B5EF4-FFF2-40B4-BE49-F238E27FC236}">
                <a16:creationId xmlns:a16="http://schemas.microsoft.com/office/drawing/2014/main" id="{DA62CE27-72C2-A083-C796-4F047A2FF421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1981200" y="5314322"/>
            <a:ext cx="3124934" cy="138499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36576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45717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5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5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709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endParaRPr lang="en-US"/>
          </a:p>
        </p:txBody>
      </p:sp>
      <p:sp>
        <p:nvSpPr>
          <p:cNvPr id="18" name="Text Placeholder 30">
            <a:extLst>
              <a:ext uri="{FF2B5EF4-FFF2-40B4-BE49-F238E27FC236}">
                <a16:creationId xmlns:a16="http://schemas.microsoft.com/office/drawing/2014/main" id="{52DBCCDB-5EAD-73A2-7911-8AF50B29DC4E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1981200" y="5495114"/>
            <a:ext cx="3124934" cy="138499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36576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45717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5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5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709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endParaRPr lang="en-US"/>
          </a:p>
        </p:txBody>
      </p:sp>
      <p:sp>
        <p:nvSpPr>
          <p:cNvPr id="19" name="Text Placeholder 30">
            <a:extLst>
              <a:ext uri="{FF2B5EF4-FFF2-40B4-BE49-F238E27FC236}">
                <a16:creationId xmlns:a16="http://schemas.microsoft.com/office/drawing/2014/main" id="{90D5656D-B16A-18B1-A790-538AB817A94E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1981200" y="5675906"/>
            <a:ext cx="3124934" cy="138499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36576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45717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5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5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709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endParaRPr lang="en-US"/>
          </a:p>
        </p:txBody>
      </p:sp>
      <p:grpSp>
        <p:nvGrpSpPr>
          <p:cNvPr id="23" name="Group">
            <a:extLst>
              <a:ext uri="{FF2B5EF4-FFF2-40B4-BE49-F238E27FC236}">
                <a16:creationId xmlns:a16="http://schemas.microsoft.com/office/drawing/2014/main" id="{732179A9-275F-FEF3-042C-4AB3B9CBCA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548218" y="1974220"/>
            <a:ext cx="7173381" cy="2377440"/>
            <a:chOff x="411163" y="2240280"/>
            <a:chExt cx="6446837" cy="2377440"/>
          </a:xfrm>
        </p:grpSpPr>
        <p:sp>
          <p:nvSpPr>
            <p:cNvPr id="24" name="Rectangle">
              <a:extLst>
                <a:ext uri="{FF2B5EF4-FFF2-40B4-BE49-F238E27FC236}">
                  <a16:creationId xmlns:a16="http://schemas.microsoft.com/office/drawing/2014/main" id="{B785B252-84B5-5634-9FB4-0C236293126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411163" y="2240280"/>
              <a:ext cx="6446837" cy="2377440"/>
            </a:xfrm>
            <a:prstGeom prst="rect">
              <a:avLst/>
            </a:prstGeom>
            <a:noFill/>
            <a:ln w="19050" cap="flat">
              <a:solidFill>
                <a:srgbClr val="FFCC01"/>
              </a:solidFill>
              <a:miter lim="800000"/>
            </a:ln>
          </p:spPr>
          <p:style>
            <a:lnRef idx="0">
              <a:schemeClr val="accent1"/>
            </a:lnRef>
            <a:fillRef idx="1">
              <a:schemeClr val="accent1"/>
            </a:fillRef>
            <a:effectRef idx="0">
              <a:srgbClr val="00000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100000"/>
                </a:lnSpc>
              </a:pPr>
              <a:endParaRPr lang="en-US" sz="1600"/>
            </a:p>
          </p:txBody>
        </p:sp>
        <p:cxnSp>
          <p:nvCxnSpPr>
            <p:cNvPr id="25" name="Line">
              <a:extLst>
                <a:ext uri="{FF2B5EF4-FFF2-40B4-BE49-F238E27FC236}">
                  <a16:creationId xmlns:a16="http://schemas.microsoft.com/office/drawing/2014/main" id="{1DF8A784-7C74-A05E-2009-0B4EC38FF5F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411163" y="3931920"/>
              <a:ext cx="6446837" cy="0"/>
            </a:xfrm>
            <a:prstGeom prst="line">
              <a:avLst/>
            </a:prstGeom>
            <a:ln w="19050" cap="flat">
              <a:solidFill>
                <a:srgbClr val="FFCC0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rgbClr val="000000"/>
            </a:effectRef>
            <a:fontRef idx="minor">
              <a:schemeClr val="lt1"/>
            </a:fontRef>
          </p:style>
        </p:cxnSp>
        <p:cxnSp>
          <p:nvCxnSpPr>
            <p:cNvPr id="26" name="Line">
              <a:extLst>
                <a:ext uri="{FF2B5EF4-FFF2-40B4-BE49-F238E27FC236}">
                  <a16:creationId xmlns:a16="http://schemas.microsoft.com/office/drawing/2014/main" id="{2E02CEE1-988F-0417-BE5F-BA01AFD1B25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4274795" y="3931920"/>
              <a:ext cx="0" cy="685800"/>
            </a:xfrm>
            <a:prstGeom prst="line">
              <a:avLst/>
            </a:prstGeom>
            <a:ln w="19050" cap="flat">
              <a:solidFill>
                <a:srgbClr val="FFCC0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rgbClr val="000000"/>
            </a:effectRef>
            <a:fontRef idx="minor">
              <a:schemeClr val="lt1"/>
            </a:fontRef>
          </p:style>
        </p:cxnSp>
      </p:grpSp>
      <p:sp>
        <p:nvSpPr>
          <p:cNvPr id="27" name="Title 1">
            <a:extLst>
              <a:ext uri="{FF2B5EF4-FFF2-40B4-BE49-F238E27FC236}">
                <a16:creationId xmlns:a16="http://schemas.microsoft.com/office/drawing/2014/main" id="{63A7B886-8E04-5007-BB32-A7D7AE38413B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914401" y="2202820"/>
            <a:ext cx="6429374" cy="1325880"/>
          </a:xfrm>
        </p:spPr>
        <p:txBody>
          <a:bodyPr anchor="t" anchorCtr="0"/>
          <a:lstStyle>
            <a:lvl1pPr algn="l">
              <a:lnSpc>
                <a:spcPct val="80000"/>
              </a:lnSpc>
              <a:defRPr sz="3600"/>
            </a:lvl1pPr>
          </a:lstStyle>
          <a:p>
            <a:r>
              <a:rPr lang="en-US"/>
              <a:t>Presentation title</a:t>
            </a:r>
            <a:br>
              <a:rPr lang="en-US"/>
            </a:br>
            <a:r>
              <a:rPr lang="en-US"/>
              <a:t>PRESENTATION TITLE</a:t>
            </a:r>
            <a:br>
              <a:rPr lang="en-US"/>
            </a:br>
            <a:r>
              <a:rPr lang="en-US"/>
              <a:t>THREE LINES MAX</a:t>
            </a:r>
          </a:p>
        </p:txBody>
      </p:sp>
      <p:sp>
        <p:nvSpPr>
          <p:cNvPr id="28" name="Subtitle 2">
            <a:extLst>
              <a:ext uri="{FF2B5EF4-FFF2-40B4-BE49-F238E27FC236}">
                <a16:creationId xmlns:a16="http://schemas.microsoft.com/office/drawing/2014/main" id="{378B44EF-38A4-9707-9ED0-23F22C855CA7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914401" y="3784732"/>
            <a:ext cx="3565524" cy="457200"/>
          </a:xfrm>
        </p:spPr>
        <p:txBody>
          <a:bodyPr anchor="ctr" anchorCtr="0"/>
          <a:lstStyle>
            <a:lvl1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1pPr>
            <a:lvl2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2pPr>
            <a:lvl3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3pPr>
            <a:lvl4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4pPr>
            <a:lvl5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5pPr>
            <a:lvl6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6pPr>
            <a:lvl7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7pPr>
            <a:lvl8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8pPr>
            <a:lvl9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9pPr>
          </a:lstStyle>
          <a:p>
            <a:r>
              <a:rPr lang="en-US"/>
              <a:t>[Presentation subtitle/description]</a:t>
            </a:r>
          </a:p>
        </p:txBody>
      </p:sp>
      <p:sp>
        <p:nvSpPr>
          <p:cNvPr id="29" name="Text Placeholder 3">
            <a:extLst>
              <a:ext uri="{FF2B5EF4-FFF2-40B4-BE49-F238E27FC236}">
                <a16:creationId xmlns:a16="http://schemas.microsoft.com/office/drawing/2014/main" id="{6EB225BD-8BA1-27E0-7708-54249ED7D35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212079" y="3784732"/>
            <a:ext cx="2131695" cy="457200"/>
          </a:xfrm>
        </p:spPr>
        <p:txBody>
          <a:bodyPr anchor="ctr" anchorCtr="0"/>
          <a:lstStyle>
            <a:lvl1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1pPr>
            <a:lvl2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2pPr>
            <a:lvl3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3pPr>
            <a:lvl4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4pPr>
            <a:lvl5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5pPr>
            <a:lvl6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6pPr>
            <a:lvl7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7pPr>
            <a:lvl8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8pPr>
            <a:lvl9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9pPr>
          </a:lstStyle>
          <a:p>
            <a:pPr lvl="0"/>
            <a:r>
              <a:rPr lang="en-US"/>
              <a:t>[00 Month 0000]</a:t>
            </a:r>
          </a:p>
        </p:txBody>
      </p:sp>
      <p:pic>
        <p:nvPicPr>
          <p:cNvPr id="30" name="Picture 29">
            <a:extLst>
              <a:ext uri="{FF2B5EF4-FFF2-40B4-BE49-F238E27FC236}">
                <a16:creationId xmlns:a16="http://schemas.microsoft.com/office/drawing/2014/main" id="{7DA15189-0EE0-5679-2F6C-19C49A630D80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rcRect/>
          <a:stretch/>
        </p:blipFill>
        <p:spPr>
          <a:xfrm>
            <a:off x="10004616" y="411162"/>
            <a:ext cx="1629707" cy="478023"/>
          </a:xfrm>
          <a:prstGeom prst="rect">
            <a:avLst/>
          </a:prstGeom>
        </p:spPr>
      </p:pic>
      <p:sp>
        <p:nvSpPr>
          <p:cNvPr id="2" name="Rectangle 15">
            <a:extLst>
              <a:ext uri="{FF2B5EF4-FFF2-40B4-BE49-F238E27FC236}">
                <a16:creationId xmlns:a16="http://schemas.microsoft.com/office/drawing/2014/main" id="{D4C88638-6856-0BEB-48E7-78E46B7E57D8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386840" y="6657945"/>
            <a:ext cx="9418320" cy="2000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rIns="0" anchor="b">
            <a:spAutoFit/>
          </a:bodyPr>
          <a:lstStyle/>
          <a:p>
            <a:pPr algn="ctr">
              <a:defRPr/>
            </a:pPr>
            <a:r>
              <a:rPr lang="en-US" sz="700" b="1" dirty="0">
                <a:solidFill>
                  <a:srgbClr val="2DAA27"/>
                </a:solidFill>
                <a:latin typeface="+mn-lt"/>
                <a:cs typeface="Arial Bold" panose="020B0704020202020204" pitchFamily="34" charset="0"/>
              </a:rPr>
              <a:t>UNCLASSIFIED / GENERAL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DCC2702-2764-1DE3-1940-31386289C0D0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386840" y="0"/>
            <a:ext cx="9418320" cy="2000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t" anchorCtr="0">
            <a:spAutoFit/>
          </a:bodyPr>
          <a:lstStyle/>
          <a:p>
            <a:pPr algn="ctr">
              <a:defRPr/>
            </a:pPr>
            <a:r>
              <a:rPr lang="en-US" sz="700" b="1" dirty="0">
                <a:solidFill>
                  <a:srgbClr val="2DAA27"/>
                </a:solidFill>
                <a:latin typeface="+mn-lt"/>
                <a:cs typeface="Arial Bold" panose="020B0704020202020204" pitchFamily="34" charset="0"/>
              </a:rPr>
              <a:t>UNCLASSIFIED / GENERAL</a:t>
            </a:r>
          </a:p>
        </p:txBody>
      </p:sp>
    </p:spTree>
    <p:extLst>
      <p:ext uri="{BB962C8B-B14F-4D97-AF65-F5344CB8AC3E}">
        <p14:creationId xmlns:p14="http://schemas.microsoft.com/office/powerpoint/2010/main" val="257907536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[Slide title]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8640" y="1600198"/>
            <a:ext cx="6795136" cy="4572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4FBB89F-F200-3967-06C8-C1B71C7F0FF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48640" y="6629400"/>
            <a:ext cx="822960" cy="228600"/>
          </a:xfrm>
        </p:spPr>
        <p:txBody>
          <a:bodyPr lIns="0"/>
          <a:lstStyle/>
          <a:p>
            <a:fld id="{AD622D1A-DF83-41A8-85FF-04D90BF831D3}" type="datetime3">
              <a:rPr lang="en-US" smtClean="0"/>
              <a:t>23 December 2025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3C0BAD3-337A-DC60-A7ED-BF13F0826264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1245104" y="6629400"/>
            <a:ext cx="399210" cy="228600"/>
          </a:xfrm>
        </p:spPr>
        <p:txBody>
          <a:bodyPr rIns="0"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090901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08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C17D0BA3-CE88-4FFE-E80D-CD039190BDD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[Slide title]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48639" y="1600200"/>
            <a:ext cx="5364480" cy="4572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78879" y="1600200"/>
            <a:ext cx="5364480" cy="4572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43576077-E818-BDF1-A607-CD8784277F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4F72C3-CDF3-44A8-B602-1649B1728485}" type="datetime3">
              <a:rPr lang="en-US" smtClean="0"/>
              <a:t>23 December 2025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0B9DE45-E855-FE62-197B-32BBD9BBBA5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694464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08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A9713ED7-122D-D0BC-7C53-E1C615A94F8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[Slide title]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48639" y="1600200"/>
            <a:ext cx="3450336" cy="4572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370832" y="1600200"/>
            <a:ext cx="3450336" cy="4572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Content Placeholder 4">
            <a:extLst>
              <a:ext uri="{FF2B5EF4-FFF2-40B4-BE49-F238E27FC236}">
                <a16:creationId xmlns:a16="http://schemas.microsoft.com/office/drawing/2014/main" id="{617618FB-CD21-AF4A-B264-6355E9BD7981}"/>
              </a:ext>
            </a:extLst>
          </p:cNvPr>
          <p:cNvSpPr>
            <a:spLocks noGrp="1"/>
          </p:cNvSpPr>
          <p:nvPr>
            <p:ph sz="half" idx="10"/>
          </p:nvPr>
        </p:nvSpPr>
        <p:spPr>
          <a:xfrm>
            <a:off x="8193023" y="1600200"/>
            <a:ext cx="3450336" cy="4572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7645ED9-A46E-B9F8-0D30-36DF4C37823A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1E0132BA-B5E7-4FFD-AF6C-169169D47D4A}" type="datetime3">
              <a:rPr lang="en-US" smtClean="0"/>
              <a:t>23 December 2025</a:t>
            </a:fld>
            <a:endParaRPr lang="en-US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87D0D458-416D-011B-0311-0C2B249BFF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546462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08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561ED6E9-4BFC-F986-93E1-1249E94D978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[Slide title]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48641" y="1600200"/>
            <a:ext cx="2499359" cy="4572000"/>
          </a:xfrm>
        </p:spPr>
        <p:txBody>
          <a:bodyPr/>
          <a:lstStyle>
            <a:lvl1pPr marL="137160" indent="-137160">
              <a:defRPr sz="1300"/>
            </a:lvl1pPr>
            <a:lvl2pPr marL="274320" indent="-137160">
              <a:defRPr sz="1300"/>
            </a:lvl2pPr>
            <a:lvl3pPr marL="411480" indent="-137160">
              <a:defRPr sz="1300"/>
            </a:lvl3pPr>
            <a:lvl4pPr marL="548640" indent="-137160">
              <a:defRPr sz="1300"/>
            </a:lvl4pPr>
            <a:lvl5pPr marL="685800" indent="-137160">
              <a:defRPr sz="1300"/>
            </a:lvl5pPr>
            <a:lvl6pPr marL="822960" indent="-137160">
              <a:defRPr sz="1300"/>
            </a:lvl6pPr>
            <a:lvl7pPr marL="960120" indent="-137160">
              <a:defRPr sz="1300"/>
            </a:lvl7pPr>
            <a:lvl8pPr marL="1097280" indent="-137160">
              <a:defRPr sz="1300"/>
            </a:lvl8pPr>
            <a:lvl9pPr marL="1234440" indent="-137160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13761" y="1600200"/>
            <a:ext cx="2499359" cy="4572000"/>
          </a:xfrm>
        </p:spPr>
        <p:txBody>
          <a:bodyPr/>
          <a:lstStyle>
            <a:lvl1pPr marL="137160" indent="-137160">
              <a:defRPr sz="1300"/>
            </a:lvl1pPr>
            <a:lvl2pPr marL="274320" indent="-137160">
              <a:defRPr sz="1300"/>
            </a:lvl2pPr>
            <a:lvl3pPr marL="411480" indent="-137160">
              <a:defRPr sz="1300"/>
            </a:lvl3pPr>
            <a:lvl4pPr marL="548640" indent="-137160">
              <a:defRPr sz="1300"/>
            </a:lvl4pPr>
            <a:lvl5pPr marL="685800" indent="-137160">
              <a:defRPr sz="1300"/>
            </a:lvl5pPr>
            <a:lvl6pPr marL="822960" indent="-137160">
              <a:defRPr sz="1300"/>
            </a:lvl6pPr>
            <a:lvl7pPr marL="960120" indent="-137160">
              <a:defRPr sz="1300"/>
            </a:lvl7pPr>
            <a:lvl8pPr marL="1097280" indent="-137160">
              <a:defRPr sz="1300"/>
            </a:lvl8pPr>
            <a:lvl9pPr marL="1234440" indent="-137160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Content Placeholder 4">
            <a:extLst>
              <a:ext uri="{FF2B5EF4-FFF2-40B4-BE49-F238E27FC236}">
                <a16:creationId xmlns:a16="http://schemas.microsoft.com/office/drawing/2014/main" id="{617618FB-CD21-AF4A-B264-6355E9BD7981}"/>
              </a:ext>
            </a:extLst>
          </p:cNvPr>
          <p:cNvSpPr>
            <a:spLocks noGrp="1"/>
          </p:cNvSpPr>
          <p:nvPr>
            <p:ph sz="half" idx="10"/>
          </p:nvPr>
        </p:nvSpPr>
        <p:spPr>
          <a:xfrm>
            <a:off x="6278881" y="1600200"/>
            <a:ext cx="2499359" cy="4572000"/>
          </a:xfrm>
        </p:spPr>
        <p:txBody>
          <a:bodyPr/>
          <a:lstStyle>
            <a:lvl1pPr marL="137160" indent="-137160">
              <a:defRPr sz="1300"/>
            </a:lvl1pPr>
            <a:lvl2pPr marL="274320" indent="-137160">
              <a:defRPr sz="1300"/>
            </a:lvl2pPr>
            <a:lvl3pPr marL="411480" indent="-137160">
              <a:defRPr sz="1300"/>
            </a:lvl3pPr>
            <a:lvl4pPr marL="548640" indent="-137160">
              <a:defRPr sz="1300"/>
            </a:lvl4pPr>
            <a:lvl5pPr marL="685800" indent="-137160">
              <a:defRPr sz="1300"/>
            </a:lvl5pPr>
            <a:lvl6pPr marL="822960" indent="-137160">
              <a:defRPr sz="1300"/>
            </a:lvl6pPr>
            <a:lvl7pPr marL="960120" indent="-137160">
              <a:defRPr sz="1300"/>
            </a:lvl7pPr>
            <a:lvl8pPr marL="1097280" indent="-137160">
              <a:defRPr sz="1300"/>
            </a:lvl8pPr>
            <a:lvl9pPr marL="1234440" indent="-137160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Content Placeholder 5">
            <a:extLst>
              <a:ext uri="{FF2B5EF4-FFF2-40B4-BE49-F238E27FC236}">
                <a16:creationId xmlns:a16="http://schemas.microsoft.com/office/drawing/2014/main" id="{873DCC96-E62A-5505-4F1E-4A80C8498209}"/>
              </a:ext>
            </a:extLst>
          </p:cNvPr>
          <p:cNvSpPr>
            <a:spLocks noGrp="1"/>
          </p:cNvSpPr>
          <p:nvPr>
            <p:ph sz="half" idx="11"/>
          </p:nvPr>
        </p:nvSpPr>
        <p:spPr>
          <a:xfrm>
            <a:off x="9144001" y="1600200"/>
            <a:ext cx="2499359" cy="4572000"/>
          </a:xfrm>
        </p:spPr>
        <p:txBody>
          <a:bodyPr/>
          <a:lstStyle>
            <a:lvl1pPr marL="137160" indent="-137160">
              <a:defRPr sz="1300"/>
            </a:lvl1pPr>
            <a:lvl2pPr marL="274320" indent="-137160">
              <a:defRPr sz="1300"/>
            </a:lvl2pPr>
            <a:lvl3pPr marL="411480" indent="-137160">
              <a:defRPr sz="1300"/>
            </a:lvl3pPr>
            <a:lvl4pPr marL="548640" indent="-137160">
              <a:defRPr sz="1300"/>
            </a:lvl4pPr>
            <a:lvl5pPr marL="685800" indent="-137160">
              <a:defRPr sz="1300"/>
            </a:lvl5pPr>
            <a:lvl6pPr marL="822960" indent="-137160">
              <a:defRPr sz="1300"/>
            </a:lvl6pPr>
            <a:lvl7pPr marL="960120" indent="-137160">
              <a:defRPr sz="1300"/>
            </a:lvl7pPr>
            <a:lvl8pPr marL="1097280" indent="-137160">
              <a:defRPr sz="1300"/>
            </a:lvl8pPr>
            <a:lvl9pPr marL="1234440" indent="-137160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99E75897-C7CA-D608-954E-EA24E33CBEB8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81A30091-1C2A-4151-8D3C-D1E47A72615F}" type="datetime3">
              <a:rPr lang="en-US" smtClean="0"/>
              <a:t>23 December 2025</a:t>
            </a:fld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F00C8CD-D32C-E34D-BB8E-34B4CB816D39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323858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08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Ic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561ED6E9-4BFC-F986-93E1-1249E94D978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[Slide title]</a:t>
            </a:r>
          </a:p>
        </p:txBody>
      </p:sp>
      <p:sp>
        <p:nvSpPr>
          <p:cNvPr id="9" name="Picture Placeholder 2">
            <a:extLst>
              <a:ext uri="{FF2B5EF4-FFF2-40B4-BE49-F238E27FC236}">
                <a16:creationId xmlns:a16="http://schemas.microsoft.com/office/drawing/2014/main" id="{2FDCDCBF-BE41-ACC6-2307-F24F0B601969}"/>
              </a:ext>
            </a:extLst>
          </p:cNvPr>
          <p:cNvSpPr>
            <a:spLocks noGrp="1" noChangeAspect="1"/>
          </p:cNvSpPr>
          <p:nvPr>
            <p:ph type="pic" sz="quarter" idx="12" hasCustomPrompt="1"/>
          </p:nvPr>
        </p:nvSpPr>
        <p:spPr>
          <a:xfrm>
            <a:off x="548640" y="1600200"/>
            <a:ext cx="557784" cy="555498"/>
          </a:xfrm>
        </p:spPr>
        <p:txBody>
          <a:bodyPr anchor="ctr" anchorCtr="0"/>
          <a:lstStyle>
            <a:lvl1pPr marL="0" indent="0" algn="ctr">
              <a:buFontTx/>
              <a:buNone/>
              <a:defRPr sz="800"/>
            </a:lvl1pPr>
          </a:lstStyle>
          <a:p>
            <a:r>
              <a:rPr lang="en-US"/>
              <a:t>[Icon]</a:t>
            </a:r>
          </a:p>
        </p:txBody>
      </p:sp>
      <p:sp>
        <p:nvSpPr>
          <p:cNvPr id="3" name="Content Placeholder 3"/>
          <p:cNvSpPr>
            <a:spLocks noGrp="1"/>
          </p:cNvSpPr>
          <p:nvPr>
            <p:ph sz="half" idx="1"/>
          </p:nvPr>
        </p:nvSpPr>
        <p:spPr>
          <a:xfrm>
            <a:off x="548641" y="2285998"/>
            <a:ext cx="2499359" cy="3886202"/>
          </a:xfrm>
        </p:spPr>
        <p:txBody>
          <a:bodyPr/>
          <a:lstStyle>
            <a:lvl1pPr marL="137160" indent="-137160">
              <a:defRPr sz="1300"/>
            </a:lvl1pPr>
            <a:lvl2pPr marL="274320" indent="-137160">
              <a:defRPr sz="1300"/>
            </a:lvl2pPr>
            <a:lvl3pPr marL="411480" indent="-137160">
              <a:defRPr sz="1300"/>
            </a:lvl3pPr>
            <a:lvl4pPr marL="548640" indent="-137160">
              <a:defRPr sz="1300"/>
            </a:lvl4pPr>
            <a:lvl5pPr marL="685800" indent="-137160">
              <a:defRPr sz="1300"/>
            </a:lvl5pPr>
            <a:lvl6pPr marL="822960" indent="-137160">
              <a:defRPr sz="1300"/>
            </a:lvl6pPr>
            <a:lvl7pPr marL="960120" indent="-137160">
              <a:defRPr sz="1300"/>
            </a:lvl7pPr>
            <a:lvl8pPr marL="1097280" indent="-137160">
              <a:defRPr sz="1300"/>
            </a:lvl8pPr>
            <a:lvl9pPr marL="1234440" indent="-137160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Picture Placeholder 4">
            <a:extLst>
              <a:ext uri="{FF2B5EF4-FFF2-40B4-BE49-F238E27FC236}">
                <a16:creationId xmlns:a16="http://schemas.microsoft.com/office/drawing/2014/main" id="{C7652FE0-2E63-C05D-5D80-EE5429B0A7EE}"/>
              </a:ext>
            </a:extLst>
          </p:cNvPr>
          <p:cNvSpPr>
            <a:spLocks noGrp="1" noChangeAspect="1"/>
          </p:cNvSpPr>
          <p:nvPr>
            <p:ph type="pic" sz="quarter" idx="13" hasCustomPrompt="1"/>
          </p:nvPr>
        </p:nvSpPr>
        <p:spPr>
          <a:xfrm>
            <a:off x="3413760" y="1600200"/>
            <a:ext cx="557784" cy="557784"/>
          </a:xfrm>
        </p:spPr>
        <p:txBody>
          <a:bodyPr anchor="ctr" anchorCtr="0"/>
          <a:lstStyle>
            <a:lvl1pPr marL="0" indent="0" algn="ctr">
              <a:buFontTx/>
              <a:buNone/>
              <a:defRPr sz="800"/>
            </a:lvl1pPr>
          </a:lstStyle>
          <a:p>
            <a:r>
              <a:rPr lang="en-US"/>
              <a:t>[Icon]</a:t>
            </a:r>
          </a:p>
        </p:txBody>
      </p:sp>
      <p:sp>
        <p:nvSpPr>
          <p:cNvPr id="4" name="Content Placeholder 5"/>
          <p:cNvSpPr>
            <a:spLocks noGrp="1"/>
          </p:cNvSpPr>
          <p:nvPr>
            <p:ph sz="half" idx="2"/>
          </p:nvPr>
        </p:nvSpPr>
        <p:spPr>
          <a:xfrm>
            <a:off x="3413761" y="2285998"/>
            <a:ext cx="2499359" cy="3886202"/>
          </a:xfrm>
        </p:spPr>
        <p:txBody>
          <a:bodyPr/>
          <a:lstStyle>
            <a:lvl1pPr marL="137160" indent="-137160">
              <a:defRPr sz="1300"/>
            </a:lvl1pPr>
            <a:lvl2pPr marL="274320" indent="-137160">
              <a:defRPr sz="1300"/>
            </a:lvl2pPr>
            <a:lvl3pPr marL="411480" indent="-137160">
              <a:defRPr sz="1300"/>
            </a:lvl3pPr>
            <a:lvl4pPr marL="548640" indent="-137160">
              <a:defRPr sz="1300"/>
            </a:lvl4pPr>
            <a:lvl5pPr marL="685800" indent="-137160">
              <a:defRPr sz="1300"/>
            </a:lvl5pPr>
            <a:lvl6pPr marL="822960" indent="-137160">
              <a:defRPr sz="1300"/>
            </a:lvl6pPr>
            <a:lvl7pPr marL="960120" indent="-137160">
              <a:defRPr sz="1300"/>
            </a:lvl7pPr>
            <a:lvl8pPr marL="1097280" indent="-137160">
              <a:defRPr sz="1300"/>
            </a:lvl8pPr>
            <a:lvl9pPr marL="1234440" indent="-137160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Picture Placeholder 6">
            <a:extLst>
              <a:ext uri="{FF2B5EF4-FFF2-40B4-BE49-F238E27FC236}">
                <a16:creationId xmlns:a16="http://schemas.microsoft.com/office/drawing/2014/main" id="{B76F3E0A-3A89-0179-6808-7B86658B2939}"/>
              </a:ext>
            </a:extLst>
          </p:cNvPr>
          <p:cNvSpPr>
            <a:spLocks noGrp="1" noChangeAspect="1"/>
          </p:cNvSpPr>
          <p:nvPr>
            <p:ph type="pic" sz="quarter" idx="14" hasCustomPrompt="1"/>
          </p:nvPr>
        </p:nvSpPr>
        <p:spPr>
          <a:xfrm>
            <a:off x="6278880" y="1600200"/>
            <a:ext cx="557784" cy="557784"/>
          </a:xfrm>
        </p:spPr>
        <p:txBody>
          <a:bodyPr anchor="ctr" anchorCtr="0"/>
          <a:lstStyle>
            <a:lvl1pPr marL="0" indent="0" algn="ctr">
              <a:buFontTx/>
              <a:buNone/>
              <a:defRPr sz="800"/>
            </a:lvl1pPr>
          </a:lstStyle>
          <a:p>
            <a:r>
              <a:rPr lang="en-US"/>
              <a:t>[Icon]</a:t>
            </a:r>
          </a:p>
        </p:txBody>
      </p:sp>
      <p:sp>
        <p:nvSpPr>
          <p:cNvPr id="6" name="Content Placeholder 7">
            <a:extLst>
              <a:ext uri="{FF2B5EF4-FFF2-40B4-BE49-F238E27FC236}">
                <a16:creationId xmlns:a16="http://schemas.microsoft.com/office/drawing/2014/main" id="{617618FB-CD21-AF4A-B264-6355E9BD7981}"/>
              </a:ext>
            </a:extLst>
          </p:cNvPr>
          <p:cNvSpPr>
            <a:spLocks noGrp="1"/>
          </p:cNvSpPr>
          <p:nvPr>
            <p:ph sz="half" idx="10"/>
          </p:nvPr>
        </p:nvSpPr>
        <p:spPr>
          <a:xfrm>
            <a:off x="6278881" y="2285998"/>
            <a:ext cx="2499359" cy="3886202"/>
          </a:xfrm>
        </p:spPr>
        <p:txBody>
          <a:bodyPr/>
          <a:lstStyle>
            <a:lvl1pPr marL="137160" indent="-137160">
              <a:defRPr sz="1300"/>
            </a:lvl1pPr>
            <a:lvl2pPr marL="274320" indent="-137160">
              <a:defRPr sz="1300"/>
            </a:lvl2pPr>
            <a:lvl3pPr marL="411480" indent="-137160">
              <a:defRPr sz="1300"/>
            </a:lvl3pPr>
            <a:lvl4pPr marL="548640" indent="-137160">
              <a:defRPr sz="1300"/>
            </a:lvl4pPr>
            <a:lvl5pPr marL="685800" indent="-137160">
              <a:defRPr sz="1300"/>
            </a:lvl5pPr>
            <a:lvl6pPr marL="822960" indent="-137160">
              <a:defRPr sz="1300"/>
            </a:lvl6pPr>
            <a:lvl7pPr marL="960120" indent="-137160">
              <a:defRPr sz="1300"/>
            </a:lvl7pPr>
            <a:lvl8pPr marL="1097280" indent="-137160">
              <a:defRPr sz="1300"/>
            </a:lvl8pPr>
            <a:lvl9pPr marL="1234440" indent="-137160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Picture Placeholder 8">
            <a:extLst>
              <a:ext uri="{FF2B5EF4-FFF2-40B4-BE49-F238E27FC236}">
                <a16:creationId xmlns:a16="http://schemas.microsoft.com/office/drawing/2014/main" id="{83E5AF74-1A89-50D1-F570-2D5345102584}"/>
              </a:ext>
            </a:extLst>
          </p:cNvPr>
          <p:cNvSpPr>
            <a:spLocks noGrp="1" noChangeAspect="1"/>
          </p:cNvSpPr>
          <p:nvPr>
            <p:ph type="pic" sz="quarter" idx="15" hasCustomPrompt="1"/>
          </p:nvPr>
        </p:nvSpPr>
        <p:spPr>
          <a:xfrm>
            <a:off x="9144000" y="1600200"/>
            <a:ext cx="557784" cy="557784"/>
          </a:xfrm>
        </p:spPr>
        <p:txBody>
          <a:bodyPr anchor="ctr" anchorCtr="0"/>
          <a:lstStyle>
            <a:lvl1pPr marL="0" indent="0" algn="ctr">
              <a:buFontTx/>
              <a:buNone/>
              <a:defRPr sz="800"/>
            </a:lvl1pPr>
          </a:lstStyle>
          <a:p>
            <a:r>
              <a:rPr lang="en-US"/>
              <a:t>[Icon]</a:t>
            </a:r>
          </a:p>
        </p:txBody>
      </p:sp>
      <p:sp>
        <p:nvSpPr>
          <p:cNvPr id="5" name="Content Placeholder 9">
            <a:extLst>
              <a:ext uri="{FF2B5EF4-FFF2-40B4-BE49-F238E27FC236}">
                <a16:creationId xmlns:a16="http://schemas.microsoft.com/office/drawing/2014/main" id="{873DCC96-E62A-5505-4F1E-4A80C8498209}"/>
              </a:ext>
            </a:extLst>
          </p:cNvPr>
          <p:cNvSpPr>
            <a:spLocks noGrp="1"/>
          </p:cNvSpPr>
          <p:nvPr>
            <p:ph sz="half" idx="11"/>
          </p:nvPr>
        </p:nvSpPr>
        <p:spPr>
          <a:xfrm>
            <a:off x="9144001" y="2285998"/>
            <a:ext cx="2499359" cy="3886202"/>
          </a:xfrm>
        </p:spPr>
        <p:txBody>
          <a:bodyPr/>
          <a:lstStyle>
            <a:lvl1pPr marL="137160" indent="-137160">
              <a:defRPr sz="1300"/>
            </a:lvl1pPr>
            <a:lvl2pPr marL="274320" indent="-137160">
              <a:defRPr sz="1300"/>
            </a:lvl2pPr>
            <a:lvl3pPr marL="411480" indent="-137160">
              <a:defRPr sz="1300"/>
            </a:lvl3pPr>
            <a:lvl4pPr marL="548640" indent="-137160">
              <a:defRPr sz="1300"/>
            </a:lvl4pPr>
            <a:lvl5pPr marL="685800" indent="-137160">
              <a:defRPr sz="1300"/>
            </a:lvl5pPr>
            <a:lvl6pPr marL="822960" indent="-137160">
              <a:defRPr sz="1300"/>
            </a:lvl6pPr>
            <a:lvl7pPr marL="960120" indent="-137160">
              <a:defRPr sz="1300"/>
            </a:lvl7pPr>
            <a:lvl8pPr marL="1097280" indent="-137160">
              <a:defRPr sz="1300"/>
            </a:lvl8pPr>
            <a:lvl9pPr marL="1234440" indent="-137160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8B7C8174-B194-B25B-91AA-597E72C81310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fld id="{35D703CE-07B4-4C05-A488-B4566700621F}" type="datetime3">
              <a:rPr lang="en-US" smtClean="0"/>
              <a:t>23 December 2025</a:t>
            </a:fld>
            <a:endParaRPr lang="en-US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089FF259-217B-3F10-C738-AE2C6A9EE838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047372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08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4 Numbers">
    <p:bg>
      <p:bgPr>
        <a:solidFill>
          <a:srgbClr val="221F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354C21BF-3440-8CAE-0A59-466346C7713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[Slide title]</a:t>
            </a:r>
          </a:p>
        </p:txBody>
      </p:sp>
      <p:cxnSp>
        <p:nvCxnSpPr>
          <p:cNvPr id="15" name="Line">
            <a:extLst>
              <a:ext uri="{FF2B5EF4-FFF2-40B4-BE49-F238E27FC236}">
                <a16:creationId xmlns:a16="http://schemas.microsoft.com/office/drawing/2014/main" id="{8412A77E-32D6-ECE7-C58C-21E3C08D86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48640" y="1600200"/>
            <a:ext cx="2499360" cy="0"/>
          </a:xfrm>
          <a:prstGeom prst="line">
            <a:avLst/>
          </a:prstGeom>
          <a:ln w="19050" cap="flat">
            <a:solidFill>
              <a:schemeClr val="tx2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13" name="TextBox">
            <a:extLst>
              <a:ext uri="{FF2B5EF4-FFF2-40B4-BE49-F238E27FC236}">
                <a16:creationId xmlns:a16="http://schemas.microsoft.com/office/drawing/2014/main" id="{AF47D3F9-758C-0713-980A-E6E56BBC1088}"/>
              </a:ext>
            </a:extLst>
          </p:cNvPr>
          <p:cNvSpPr txBox="1"/>
          <p:nvPr userDrawn="1"/>
        </p:nvSpPr>
        <p:spPr>
          <a:xfrm>
            <a:off x="548641" y="1737360"/>
            <a:ext cx="2499359" cy="4572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3600" b="1">
                <a:solidFill>
                  <a:schemeClr val="tx2"/>
                </a:solidFill>
              </a:rPr>
              <a:t>01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48641" y="2286000"/>
            <a:ext cx="2499359" cy="3886200"/>
          </a:xfrm>
        </p:spPr>
        <p:txBody>
          <a:bodyPr/>
          <a:lstStyle>
            <a:lvl1pPr marL="0" indent="0">
              <a:spcBef>
                <a:spcPts val="1000"/>
              </a:spcBef>
              <a:buFontTx/>
              <a:buNone/>
              <a:defRPr sz="1300">
                <a:solidFill>
                  <a:schemeClr val="tx1"/>
                </a:solidFill>
              </a:defRPr>
            </a:lvl1pPr>
            <a:lvl2pPr marL="137160" indent="-137160">
              <a:spcBef>
                <a:spcPts val="1000"/>
              </a:spcBef>
              <a:buFont typeface="Arial" panose="020B0604020202020204" pitchFamily="34" charset="0"/>
              <a:buChar char="▪"/>
              <a:defRPr sz="1300">
                <a:solidFill>
                  <a:schemeClr val="tx1"/>
                </a:solidFill>
              </a:defRPr>
            </a:lvl2pPr>
            <a:lvl3pPr marL="274320" indent="-137160">
              <a:defRPr sz="1300">
                <a:solidFill>
                  <a:schemeClr val="tx1"/>
                </a:solidFill>
              </a:defRPr>
            </a:lvl3pPr>
            <a:lvl4pPr marL="411480" indent="-137160">
              <a:defRPr sz="1300">
                <a:solidFill>
                  <a:schemeClr val="tx1"/>
                </a:solidFill>
              </a:defRPr>
            </a:lvl4pPr>
            <a:lvl5pPr marL="548640" indent="-137160">
              <a:defRPr sz="1300">
                <a:solidFill>
                  <a:schemeClr val="tx1"/>
                </a:solidFill>
              </a:defRPr>
            </a:lvl5pPr>
            <a:lvl6pPr marL="685800" indent="-137160">
              <a:defRPr sz="1300">
                <a:solidFill>
                  <a:schemeClr val="tx1"/>
                </a:solidFill>
              </a:defRPr>
            </a:lvl6pPr>
            <a:lvl7pPr marL="822960" indent="-137160">
              <a:defRPr sz="1300">
                <a:solidFill>
                  <a:schemeClr val="tx1"/>
                </a:solidFill>
              </a:defRPr>
            </a:lvl7pPr>
            <a:lvl8pPr marL="960120" indent="-137160">
              <a:defRPr sz="1300">
                <a:solidFill>
                  <a:schemeClr val="tx1"/>
                </a:solidFill>
              </a:defRPr>
            </a:lvl8pPr>
            <a:lvl9pPr marL="1097280" indent="-137160">
              <a:defRPr sz="1300">
                <a:solidFill>
                  <a:schemeClr val="tx1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9" name="Line">
            <a:extLst>
              <a:ext uri="{FF2B5EF4-FFF2-40B4-BE49-F238E27FC236}">
                <a16:creationId xmlns:a16="http://schemas.microsoft.com/office/drawing/2014/main" id="{D7771284-6191-6AE5-C8DC-E26F4DD280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3413760" y="1600200"/>
            <a:ext cx="2499360" cy="0"/>
          </a:xfrm>
          <a:prstGeom prst="line">
            <a:avLst/>
          </a:prstGeom>
          <a:ln w="19050" cap="flat">
            <a:solidFill>
              <a:schemeClr val="tx2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10" name="TextBox">
            <a:extLst>
              <a:ext uri="{FF2B5EF4-FFF2-40B4-BE49-F238E27FC236}">
                <a16:creationId xmlns:a16="http://schemas.microsoft.com/office/drawing/2014/main" id="{0D9A8745-BD6D-12B2-16DF-02CB2BB85704}"/>
              </a:ext>
            </a:extLst>
          </p:cNvPr>
          <p:cNvSpPr txBox="1"/>
          <p:nvPr userDrawn="1"/>
        </p:nvSpPr>
        <p:spPr>
          <a:xfrm>
            <a:off x="3413761" y="1737360"/>
            <a:ext cx="2499359" cy="4572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3600" b="1">
                <a:solidFill>
                  <a:schemeClr val="tx2"/>
                </a:solidFill>
              </a:rPr>
              <a:t>02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13761" y="2286000"/>
            <a:ext cx="2499359" cy="3886200"/>
          </a:xfrm>
        </p:spPr>
        <p:txBody>
          <a:bodyPr/>
          <a:lstStyle>
            <a:lvl1pPr marL="0" indent="0">
              <a:spcBef>
                <a:spcPts val="1000"/>
              </a:spcBef>
              <a:buNone/>
              <a:defRPr sz="1300">
                <a:solidFill>
                  <a:schemeClr val="tx1"/>
                </a:solidFill>
              </a:defRPr>
            </a:lvl1pPr>
            <a:lvl2pPr marL="137160" indent="-137160">
              <a:spcBef>
                <a:spcPts val="1000"/>
              </a:spcBef>
              <a:buFont typeface="Arial" panose="020B0604020202020204" pitchFamily="34" charset="0"/>
              <a:buChar char="▪"/>
              <a:defRPr sz="1300">
                <a:solidFill>
                  <a:schemeClr val="tx1"/>
                </a:solidFill>
              </a:defRPr>
            </a:lvl2pPr>
            <a:lvl3pPr marL="274320" indent="-137160">
              <a:defRPr sz="1300">
                <a:solidFill>
                  <a:schemeClr val="tx1"/>
                </a:solidFill>
              </a:defRPr>
            </a:lvl3pPr>
            <a:lvl4pPr marL="411480" indent="-137160">
              <a:defRPr sz="1300">
                <a:solidFill>
                  <a:schemeClr val="tx1"/>
                </a:solidFill>
              </a:defRPr>
            </a:lvl4pPr>
            <a:lvl5pPr marL="548640" indent="-137160">
              <a:defRPr sz="1300">
                <a:solidFill>
                  <a:schemeClr val="tx1"/>
                </a:solidFill>
              </a:defRPr>
            </a:lvl5pPr>
            <a:lvl6pPr marL="685800" indent="-137160">
              <a:defRPr sz="1300">
                <a:solidFill>
                  <a:schemeClr val="tx1"/>
                </a:solidFill>
              </a:defRPr>
            </a:lvl6pPr>
            <a:lvl7pPr marL="822960" indent="-137160">
              <a:defRPr sz="1300">
                <a:solidFill>
                  <a:schemeClr val="tx1"/>
                </a:solidFill>
              </a:defRPr>
            </a:lvl7pPr>
            <a:lvl8pPr marL="960120" indent="-137160">
              <a:defRPr sz="1300">
                <a:solidFill>
                  <a:schemeClr val="tx1"/>
                </a:solidFill>
              </a:defRPr>
            </a:lvl8pPr>
            <a:lvl9pPr marL="1097280" indent="-137160">
              <a:defRPr sz="1300">
                <a:solidFill>
                  <a:schemeClr val="tx1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11" name="Line">
            <a:extLst>
              <a:ext uri="{FF2B5EF4-FFF2-40B4-BE49-F238E27FC236}">
                <a16:creationId xmlns:a16="http://schemas.microsoft.com/office/drawing/2014/main" id="{7F3E6C41-3F3A-5394-DD39-6844F7E137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6278880" y="1600200"/>
            <a:ext cx="2499360" cy="0"/>
          </a:xfrm>
          <a:prstGeom prst="line">
            <a:avLst/>
          </a:prstGeom>
          <a:ln w="19050" cap="flat">
            <a:solidFill>
              <a:schemeClr val="tx2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12" name="TextBox">
            <a:extLst>
              <a:ext uri="{FF2B5EF4-FFF2-40B4-BE49-F238E27FC236}">
                <a16:creationId xmlns:a16="http://schemas.microsoft.com/office/drawing/2014/main" id="{BBB1FB2A-A05A-0E6A-2901-52A7D695A891}"/>
              </a:ext>
            </a:extLst>
          </p:cNvPr>
          <p:cNvSpPr txBox="1"/>
          <p:nvPr userDrawn="1"/>
        </p:nvSpPr>
        <p:spPr>
          <a:xfrm>
            <a:off x="6278881" y="1737360"/>
            <a:ext cx="2499359" cy="4572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3600" b="1">
                <a:solidFill>
                  <a:schemeClr val="tx2"/>
                </a:solidFill>
              </a:rPr>
              <a:t>03</a:t>
            </a:r>
          </a:p>
        </p:txBody>
      </p:sp>
      <p:sp>
        <p:nvSpPr>
          <p:cNvPr id="6" name="Content Placeholder 4">
            <a:extLst>
              <a:ext uri="{FF2B5EF4-FFF2-40B4-BE49-F238E27FC236}">
                <a16:creationId xmlns:a16="http://schemas.microsoft.com/office/drawing/2014/main" id="{617618FB-CD21-AF4A-B264-6355E9BD7981}"/>
              </a:ext>
            </a:extLst>
          </p:cNvPr>
          <p:cNvSpPr>
            <a:spLocks noGrp="1"/>
          </p:cNvSpPr>
          <p:nvPr>
            <p:ph sz="half" idx="10"/>
          </p:nvPr>
        </p:nvSpPr>
        <p:spPr>
          <a:xfrm>
            <a:off x="6278881" y="2286000"/>
            <a:ext cx="2499359" cy="3886200"/>
          </a:xfrm>
        </p:spPr>
        <p:txBody>
          <a:bodyPr/>
          <a:lstStyle>
            <a:lvl1pPr marL="0" indent="0">
              <a:spcBef>
                <a:spcPts val="1000"/>
              </a:spcBef>
              <a:buNone/>
              <a:defRPr sz="1300">
                <a:solidFill>
                  <a:schemeClr val="tx1"/>
                </a:solidFill>
              </a:defRPr>
            </a:lvl1pPr>
            <a:lvl2pPr marL="137160" indent="-137160">
              <a:spcBef>
                <a:spcPts val="1000"/>
              </a:spcBef>
              <a:buFont typeface="Arial" panose="020B0604020202020204" pitchFamily="34" charset="0"/>
              <a:buChar char="▪"/>
              <a:defRPr sz="1300">
                <a:solidFill>
                  <a:schemeClr val="tx1"/>
                </a:solidFill>
              </a:defRPr>
            </a:lvl2pPr>
            <a:lvl3pPr marL="274320" indent="-137160">
              <a:defRPr sz="1300">
                <a:solidFill>
                  <a:schemeClr val="tx1"/>
                </a:solidFill>
              </a:defRPr>
            </a:lvl3pPr>
            <a:lvl4pPr marL="411480" indent="-137160">
              <a:defRPr sz="1300">
                <a:solidFill>
                  <a:schemeClr val="tx1"/>
                </a:solidFill>
              </a:defRPr>
            </a:lvl4pPr>
            <a:lvl5pPr marL="548640" indent="-137160">
              <a:defRPr sz="1300">
                <a:solidFill>
                  <a:schemeClr val="tx1"/>
                </a:solidFill>
              </a:defRPr>
            </a:lvl5pPr>
            <a:lvl6pPr marL="685800" indent="-137160">
              <a:defRPr sz="1300">
                <a:solidFill>
                  <a:schemeClr val="tx1"/>
                </a:solidFill>
              </a:defRPr>
            </a:lvl6pPr>
            <a:lvl7pPr marL="822960" indent="-137160">
              <a:defRPr sz="1300">
                <a:solidFill>
                  <a:schemeClr val="tx1"/>
                </a:solidFill>
              </a:defRPr>
            </a:lvl7pPr>
            <a:lvl8pPr marL="960120" indent="-137160">
              <a:defRPr sz="1300">
                <a:solidFill>
                  <a:schemeClr val="tx1"/>
                </a:solidFill>
              </a:defRPr>
            </a:lvl8pPr>
            <a:lvl9pPr marL="1097280" indent="-137160">
              <a:defRPr sz="1300">
                <a:solidFill>
                  <a:schemeClr val="tx1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14" name="Line">
            <a:extLst>
              <a:ext uri="{FF2B5EF4-FFF2-40B4-BE49-F238E27FC236}">
                <a16:creationId xmlns:a16="http://schemas.microsoft.com/office/drawing/2014/main" id="{FE115B30-3E6D-E823-531E-BB5BAA199B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9144000" y="1600200"/>
            <a:ext cx="2499360" cy="0"/>
          </a:xfrm>
          <a:prstGeom prst="line">
            <a:avLst/>
          </a:prstGeom>
          <a:ln w="19050" cap="flat">
            <a:solidFill>
              <a:schemeClr val="tx2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16" name="TextBox">
            <a:extLst>
              <a:ext uri="{FF2B5EF4-FFF2-40B4-BE49-F238E27FC236}">
                <a16:creationId xmlns:a16="http://schemas.microsoft.com/office/drawing/2014/main" id="{694F0353-A0DD-9642-BDD7-8FC612070822}"/>
              </a:ext>
            </a:extLst>
          </p:cNvPr>
          <p:cNvSpPr txBox="1"/>
          <p:nvPr userDrawn="1"/>
        </p:nvSpPr>
        <p:spPr>
          <a:xfrm>
            <a:off x="9144001" y="1737360"/>
            <a:ext cx="2499359" cy="4572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3600" b="1">
                <a:solidFill>
                  <a:schemeClr val="tx2"/>
                </a:solidFill>
              </a:rPr>
              <a:t>04</a:t>
            </a:r>
          </a:p>
        </p:txBody>
      </p:sp>
      <p:sp>
        <p:nvSpPr>
          <p:cNvPr id="5" name="Content Placeholder 5">
            <a:extLst>
              <a:ext uri="{FF2B5EF4-FFF2-40B4-BE49-F238E27FC236}">
                <a16:creationId xmlns:a16="http://schemas.microsoft.com/office/drawing/2014/main" id="{873DCC96-E62A-5505-4F1E-4A80C8498209}"/>
              </a:ext>
            </a:extLst>
          </p:cNvPr>
          <p:cNvSpPr>
            <a:spLocks noGrp="1"/>
          </p:cNvSpPr>
          <p:nvPr>
            <p:ph sz="half" idx="11"/>
          </p:nvPr>
        </p:nvSpPr>
        <p:spPr>
          <a:xfrm>
            <a:off x="9144001" y="2286000"/>
            <a:ext cx="2499359" cy="3886200"/>
          </a:xfrm>
        </p:spPr>
        <p:txBody>
          <a:bodyPr/>
          <a:lstStyle>
            <a:lvl1pPr marL="0" indent="0">
              <a:spcBef>
                <a:spcPts val="1000"/>
              </a:spcBef>
              <a:buNone/>
              <a:defRPr sz="1300">
                <a:solidFill>
                  <a:schemeClr val="tx1"/>
                </a:solidFill>
              </a:defRPr>
            </a:lvl1pPr>
            <a:lvl2pPr marL="137160" indent="-137160">
              <a:spcBef>
                <a:spcPts val="1000"/>
              </a:spcBef>
              <a:buFont typeface="Arial" panose="020B0604020202020204" pitchFamily="34" charset="0"/>
              <a:buChar char="▪"/>
              <a:defRPr sz="1300">
                <a:solidFill>
                  <a:schemeClr val="tx1"/>
                </a:solidFill>
              </a:defRPr>
            </a:lvl2pPr>
            <a:lvl3pPr marL="274320" indent="-137160">
              <a:defRPr sz="1300">
                <a:solidFill>
                  <a:schemeClr val="tx1"/>
                </a:solidFill>
              </a:defRPr>
            </a:lvl3pPr>
            <a:lvl4pPr marL="411480" indent="-137160">
              <a:defRPr sz="1300">
                <a:solidFill>
                  <a:schemeClr val="tx1"/>
                </a:solidFill>
              </a:defRPr>
            </a:lvl4pPr>
            <a:lvl5pPr marL="548640" indent="-137160">
              <a:defRPr sz="1300">
                <a:solidFill>
                  <a:schemeClr val="tx1"/>
                </a:solidFill>
              </a:defRPr>
            </a:lvl5pPr>
            <a:lvl6pPr marL="685800" indent="-137160">
              <a:defRPr sz="1300">
                <a:solidFill>
                  <a:schemeClr val="tx1"/>
                </a:solidFill>
              </a:defRPr>
            </a:lvl6pPr>
            <a:lvl7pPr marL="822960" indent="-137160">
              <a:defRPr sz="1300">
                <a:solidFill>
                  <a:schemeClr val="tx1"/>
                </a:solidFill>
              </a:defRPr>
            </a:lvl7pPr>
            <a:lvl8pPr marL="960120" indent="-137160">
              <a:defRPr sz="1300">
                <a:solidFill>
                  <a:schemeClr val="tx1"/>
                </a:solidFill>
              </a:defRPr>
            </a:lvl8pPr>
            <a:lvl9pPr marL="1097280" indent="-137160">
              <a:defRPr sz="1300">
                <a:solidFill>
                  <a:schemeClr val="tx1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CB012D9A-AE72-0239-7D2F-3E585FB16AD8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694BD61C-20BA-43AF-A21F-1DAFB3200099}" type="datetime3">
              <a:rPr lang="en-US" smtClean="0"/>
              <a:t>23 December 2025</a:t>
            </a:fld>
            <a:endParaRPr lang="en-US"/>
          </a:p>
        </p:txBody>
      </p:sp>
      <p:sp>
        <p:nvSpPr>
          <p:cNvPr id="17" name="Slide Number Placeholder 16">
            <a:extLst>
              <a:ext uri="{FF2B5EF4-FFF2-40B4-BE49-F238E27FC236}">
                <a16:creationId xmlns:a16="http://schemas.microsoft.com/office/drawing/2014/main" id="{D07D52D1-634D-ECD5-045A-38F96B973AD0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1" name="Rectangle 15">
            <a:extLst>
              <a:ext uri="{FF2B5EF4-FFF2-40B4-BE49-F238E27FC236}">
                <a16:creationId xmlns:a16="http://schemas.microsoft.com/office/drawing/2014/main" id="{DEB0DA69-FBF7-5C40-833F-1B7B11772F88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386840" y="6657945"/>
            <a:ext cx="9418320" cy="2000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rIns="0" anchor="b">
            <a:spAutoFit/>
          </a:bodyPr>
          <a:lstStyle/>
          <a:p>
            <a:pPr algn="ctr">
              <a:defRPr/>
            </a:pPr>
            <a:r>
              <a:rPr lang="en-US" sz="700" b="1">
                <a:solidFill>
                  <a:schemeClr val="tx1"/>
                </a:solidFill>
                <a:latin typeface="+mn-lt"/>
                <a:cs typeface="Arial Bold" panose="020B0704020202020204" pitchFamily="34" charset="0"/>
              </a:rPr>
              <a:t>EDIT CONTROL STATEMENT UNDER &gt; VIEW &gt; SLIDE MASTER &gt; SCROLL TO TOP &gt; CHANGE HEADER AND FOOTER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D597C6E0-6809-7398-D956-E5305EC75B10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386840" y="0"/>
            <a:ext cx="9418320" cy="2000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t" anchorCtr="0">
            <a:spAutoFit/>
          </a:bodyPr>
          <a:lstStyle/>
          <a:p>
            <a:pPr algn="ctr">
              <a:defRPr/>
            </a:pPr>
            <a:r>
              <a:rPr lang="en-US" sz="700" b="1">
                <a:solidFill>
                  <a:schemeClr val="tx1"/>
                </a:solidFill>
                <a:latin typeface="+mn-lt"/>
                <a:cs typeface="Arial Bold" panose="020B0704020202020204" pitchFamily="34" charset="0"/>
              </a:rPr>
              <a:t>EDIT CONTROL STATEMENT UNDER &gt; VIEW &gt; SLIDE MASTER &gt; SCROLL TO TOP &gt; CHANGE HEADER AND FOOTER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E584E015-ECF9-BB95-F3AC-0C50F66718F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10004616" y="411162"/>
            <a:ext cx="1629707" cy="4780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608727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1008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Numbers -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6D6FD270-DB0B-36F0-B138-75209607ED7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[Slide title]</a:t>
            </a:r>
          </a:p>
        </p:txBody>
      </p:sp>
      <p:cxnSp>
        <p:nvCxnSpPr>
          <p:cNvPr id="15" name="Line">
            <a:extLst>
              <a:ext uri="{FF2B5EF4-FFF2-40B4-BE49-F238E27FC236}">
                <a16:creationId xmlns:a16="http://schemas.microsoft.com/office/drawing/2014/main" id="{8412A77E-32D6-ECE7-C58C-21E3C08D86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48640" y="1600200"/>
            <a:ext cx="2499360" cy="0"/>
          </a:xfrm>
          <a:prstGeom prst="line">
            <a:avLst/>
          </a:prstGeom>
          <a:ln w="19050" cap="flat">
            <a:solidFill>
              <a:schemeClr val="tx1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13" name="TextBox">
            <a:extLst>
              <a:ext uri="{FF2B5EF4-FFF2-40B4-BE49-F238E27FC236}">
                <a16:creationId xmlns:a16="http://schemas.microsoft.com/office/drawing/2014/main" id="{AF47D3F9-758C-0713-980A-E6E56BBC1088}"/>
              </a:ext>
            </a:extLst>
          </p:cNvPr>
          <p:cNvSpPr txBox="1"/>
          <p:nvPr userDrawn="1"/>
        </p:nvSpPr>
        <p:spPr>
          <a:xfrm>
            <a:off x="548641" y="1737360"/>
            <a:ext cx="2499359" cy="4572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3600" b="1"/>
              <a:t>01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48641" y="2286000"/>
            <a:ext cx="2499359" cy="3886200"/>
          </a:xfrm>
        </p:spPr>
        <p:txBody>
          <a:bodyPr/>
          <a:lstStyle>
            <a:lvl1pPr marL="0" indent="0">
              <a:spcBef>
                <a:spcPts val="1000"/>
              </a:spcBef>
              <a:buFontTx/>
              <a:buNone/>
              <a:defRPr sz="1300"/>
            </a:lvl1pPr>
            <a:lvl2pPr marL="137160" indent="-137160">
              <a:spcBef>
                <a:spcPts val="1000"/>
              </a:spcBef>
              <a:buFont typeface="Arial" panose="020B0604020202020204" pitchFamily="34" charset="0"/>
              <a:buChar char="▪"/>
              <a:defRPr sz="1300"/>
            </a:lvl2pPr>
            <a:lvl3pPr marL="274320" indent="-137160">
              <a:defRPr sz="1300"/>
            </a:lvl3pPr>
            <a:lvl4pPr marL="411480" indent="-137160">
              <a:defRPr sz="1300"/>
            </a:lvl4pPr>
            <a:lvl5pPr marL="548640" indent="-137160">
              <a:defRPr sz="1300"/>
            </a:lvl5pPr>
            <a:lvl6pPr marL="685800" indent="-137160">
              <a:defRPr sz="1300"/>
            </a:lvl6pPr>
            <a:lvl7pPr marL="822960" indent="-137160">
              <a:defRPr sz="1300"/>
            </a:lvl7pPr>
            <a:lvl8pPr marL="960120" indent="-137160">
              <a:defRPr sz="1300"/>
            </a:lvl8pPr>
            <a:lvl9pPr marL="1097280" indent="-137160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9" name="Line">
            <a:extLst>
              <a:ext uri="{FF2B5EF4-FFF2-40B4-BE49-F238E27FC236}">
                <a16:creationId xmlns:a16="http://schemas.microsoft.com/office/drawing/2014/main" id="{D7771284-6191-6AE5-C8DC-E26F4DD280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3413760" y="1600200"/>
            <a:ext cx="2499360" cy="0"/>
          </a:xfrm>
          <a:prstGeom prst="line">
            <a:avLst/>
          </a:prstGeom>
          <a:ln w="19050" cap="flat">
            <a:solidFill>
              <a:schemeClr val="tx1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10" name="TextBox">
            <a:extLst>
              <a:ext uri="{FF2B5EF4-FFF2-40B4-BE49-F238E27FC236}">
                <a16:creationId xmlns:a16="http://schemas.microsoft.com/office/drawing/2014/main" id="{0D9A8745-BD6D-12B2-16DF-02CB2BB85704}"/>
              </a:ext>
            </a:extLst>
          </p:cNvPr>
          <p:cNvSpPr txBox="1"/>
          <p:nvPr userDrawn="1"/>
        </p:nvSpPr>
        <p:spPr>
          <a:xfrm>
            <a:off x="3413761" y="1737360"/>
            <a:ext cx="2499359" cy="4572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3600" b="1"/>
              <a:t>02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13761" y="2286000"/>
            <a:ext cx="2499359" cy="3886200"/>
          </a:xfrm>
        </p:spPr>
        <p:txBody>
          <a:bodyPr/>
          <a:lstStyle>
            <a:lvl1pPr marL="0" indent="0">
              <a:spcBef>
                <a:spcPts val="1000"/>
              </a:spcBef>
              <a:buNone/>
              <a:defRPr sz="1300"/>
            </a:lvl1pPr>
            <a:lvl2pPr marL="137160" indent="-137160">
              <a:spcBef>
                <a:spcPts val="1000"/>
              </a:spcBef>
              <a:buFont typeface="Arial" panose="020B0604020202020204" pitchFamily="34" charset="0"/>
              <a:buChar char="▪"/>
              <a:defRPr sz="1300"/>
            </a:lvl2pPr>
            <a:lvl3pPr marL="274320" indent="-137160">
              <a:defRPr sz="1300"/>
            </a:lvl3pPr>
            <a:lvl4pPr marL="411480" indent="-137160">
              <a:defRPr sz="1300"/>
            </a:lvl4pPr>
            <a:lvl5pPr marL="548640" indent="-137160">
              <a:defRPr sz="1300"/>
            </a:lvl5pPr>
            <a:lvl6pPr marL="685800" indent="-137160">
              <a:defRPr sz="1300"/>
            </a:lvl6pPr>
            <a:lvl7pPr marL="822960" indent="-137160">
              <a:defRPr sz="1300"/>
            </a:lvl7pPr>
            <a:lvl8pPr marL="960120" indent="-137160">
              <a:defRPr sz="1300"/>
            </a:lvl8pPr>
            <a:lvl9pPr marL="1097280" indent="-137160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11" name="Line">
            <a:extLst>
              <a:ext uri="{FF2B5EF4-FFF2-40B4-BE49-F238E27FC236}">
                <a16:creationId xmlns:a16="http://schemas.microsoft.com/office/drawing/2014/main" id="{7F3E6C41-3F3A-5394-DD39-6844F7E137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6278880" y="1600200"/>
            <a:ext cx="2499360" cy="0"/>
          </a:xfrm>
          <a:prstGeom prst="line">
            <a:avLst/>
          </a:prstGeom>
          <a:ln w="19050" cap="flat">
            <a:solidFill>
              <a:schemeClr val="tx1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12" name="TextBox">
            <a:extLst>
              <a:ext uri="{FF2B5EF4-FFF2-40B4-BE49-F238E27FC236}">
                <a16:creationId xmlns:a16="http://schemas.microsoft.com/office/drawing/2014/main" id="{BBB1FB2A-A05A-0E6A-2901-52A7D695A891}"/>
              </a:ext>
            </a:extLst>
          </p:cNvPr>
          <p:cNvSpPr txBox="1"/>
          <p:nvPr userDrawn="1"/>
        </p:nvSpPr>
        <p:spPr>
          <a:xfrm>
            <a:off x="6278881" y="1737360"/>
            <a:ext cx="2499359" cy="4572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3600" b="1"/>
              <a:t>03</a:t>
            </a:r>
          </a:p>
        </p:txBody>
      </p:sp>
      <p:sp>
        <p:nvSpPr>
          <p:cNvPr id="6" name="Content Placeholder 4">
            <a:extLst>
              <a:ext uri="{FF2B5EF4-FFF2-40B4-BE49-F238E27FC236}">
                <a16:creationId xmlns:a16="http://schemas.microsoft.com/office/drawing/2014/main" id="{617618FB-CD21-AF4A-B264-6355E9BD7981}"/>
              </a:ext>
            </a:extLst>
          </p:cNvPr>
          <p:cNvSpPr>
            <a:spLocks noGrp="1"/>
          </p:cNvSpPr>
          <p:nvPr>
            <p:ph sz="half" idx="10"/>
          </p:nvPr>
        </p:nvSpPr>
        <p:spPr>
          <a:xfrm>
            <a:off x="6278881" y="2286000"/>
            <a:ext cx="2499359" cy="3886200"/>
          </a:xfrm>
        </p:spPr>
        <p:txBody>
          <a:bodyPr/>
          <a:lstStyle>
            <a:lvl1pPr marL="0" indent="0">
              <a:spcBef>
                <a:spcPts val="1000"/>
              </a:spcBef>
              <a:buNone/>
              <a:defRPr sz="1300"/>
            </a:lvl1pPr>
            <a:lvl2pPr marL="137160" indent="-137160">
              <a:spcBef>
                <a:spcPts val="1000"/>
              </a:spcBef>
              <a:buFont typeface="Arial" panose="020B0604020202020204" pitchFamily="34" charset="0"/>
              <a:buChar char="▪"/>
              <a:defRPr sz="1300"/>
            </a:lvl2pPr>
            <a:lvl3pPr marL="274320" indent="-137160">
              <a:defRPr sz="1300"/>
            </a:lvl3pPr>
            <a:lvl4pPr marL="411480" indent="-137160">
              <a:defRPr sz="1300"/>
            </a:lvl4pPr>
            <a:lvl5pPr marL="548640" indent="-137160">
              <a:defRPr sz="1300"/>
            </a:lvl5pPr>
            <a:lvl6pPr marL="685800" indent="-137160">
              <a:defRPr sz="1300"/>
            </a:lvl6pPr>
            <a:lvl7pPr marL="822960" indent="-137160">
              <a:defRPr sz="1300"/>
            </a:lvl7pPr>
            <a:lvl8pPr marL="960120" indent="-137160">
              <a:defRPr sz="1300"/>
            </a:lvl8pPr>
            <a:lvl9pPr marL="1097280" indent="-137160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14" name="Line">
            <a:extLst>
              <a:ext uri="{FF2B5EF4-FFF2-40B4-BE49-F238E27FC236}">
                <a16:creationId xmlns:a16="http://schemas.microsoft.com/office/drawing/2014/main" id="{FE115B30-3E6D-E823-531E-BB5BAA199B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9144000" y="1600200"/>
            <a:ext cx="2499360" cy="0"/>
          </a:xfrm>
          <a:prstGeom prst="line">
            <a:avLst/>
          </a:prstGeom>
          <a:ln w="19050" cap="flat">
            <a:solidFill>
              <a:schemeClr val="tx1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16" name="TextBox">
            <a:extLst>
              <a:ext uri="{FF2B5EF4-FFF2-40B4-BE49-F238E27FC236}">
                <a16:creationId xmlns:a16="http://schemas.microsoft.com/office/drawing/2014/main" id="{694F0353-A0DD-9642-BDD7-8FC612070822}"/>
              </a:ext>
            </a:extLst>
          </p:cNvPr>
          <p:cNvSpPr txBox="1"/>
          <p:nvPr userDrawn="1"/>
        </p:nvSpPr>
        <p:spPr>
          <a:xfrm>
            <a:off x="9144001" y="1737360"/>
            <a:ext cx="2499359" cy="4572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3600" b="1"/>
              <a:t>04</a:t>
            </a:r>
          </a:p>
        </p:txBody>
      </p:sp>
      <p:sp>
        <p:nvSpPr>
          <p:cNvPr id="5" name="Content Placeholder 5">
            <a:extLst>
              <a:ext uri="{FF2B5EF4-FFF2-40B4-BE49-F238E27FC236}">
                <a16:creationId xmlns:a16="http://schemas.microsoft.com/office/drawing/2014/main" id="{873DCC96-E62A-5505-4F1E-4A80C8498209}"/>
              </a:ext>
            </a:extLst>
          </p:cNvPr>
          <p:cNvSpPr>
            <a:spLocks noGrp="1"/>
          </p:cNvSpPr>
          <p:nvPr>
            <p:ph sz="half" idx="11"/>
          </p:nvPr>
        </p:nvSpPr>
        <p:spPr>
          <a:xfrm>
            <a:off x="9144001" y="2286000"/>
            <a:ext cx="2499359" cy="3886200"/>
          </a:xfrm>
        </p:spPr>
        <p:txBody>
          <a:bodyPr/>
          <a:lstStyle>
            <a:lvl1pPr marL="0" indent="0">
              <a:spcBef>
                <a:spcPts val="1000"/>
              </a:spcBef>
              <a:buNone/>
              <a:defRPr sz="1300"/>
            </a:lvl1pPr>
            <a:lvl2pPr marL="137160" indent="-137160">
              <a:spcBef>
                <a:spcPts val="1000"/>
              </a:spcBef>
              <a:buFont typeface="Arial" panose="020B0604020202020204" pitchFamily="34" charset="0"/>
              <a:buChar char="▪"/>
              <a:defRPr sz="1300"/>
            </a:lvl2pPr>
            <a:lvl3pPr marL="274320" indent="-137160">
              <a:defRPr sz="1300"/>
            </a:lvl3pPr>
            <a:lvl4pPr marL="411480" indent="-137160">
              <a:defRPr sz="1300"/>
            </a:lvl4pPr>
            <a:lvl5pPr marL="548640" indent="-137160">
              <a:defRPr sz="1300"/>
            </a:lvl5pPr>
            <a:lvl6pPr marL="685800" indent="-137160">
              <a:defRPr sz="1300"/>
            </a:lvl6pPr>
            <a:lvl7pPr marL="822960" indent="-137160">
              <a:defRPr sz="1300"/>
            </a:lvl7pPr>
            <a:lvl8pPr marL="960120" indent="-137160">
              <a:defRPr sz="1300"/>
            </a:lvl8pPr>
            <a:lvl9pPr marL="1097280" indent="-137160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BE669241-96AF-C7FA-0BE4-6592ABD25879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A7B8021B-6105-4216-96FC-94348F216D0E}" type="datetime3">
              <a:rPr lang="en-US" smtClean="0"/>
              <a:t>23 December 2025</a:t>
            </a:fld>
            <a:endParaRPr lang="en-US"/>
          </a:p>
        </p:txBody>
      </p:sp>
      <p:sp>
        <p:nvSpPr>
          <p:cNvPr id="17" name="Slide Number Placeholder 16">
            <a:extLst>
              <a:ext uri="{FF2B5EF4-FFF2-40B4-BE49-F238E27FC236}">
                <a16:creationId xmlns:a16="http://schemas.microsoft.com/office/drawing/2014/main" id="{A6C2643F-F661-8B8E-E36F-1F135C6F65B8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445860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08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8 Numbers">
    <p:bg>
      <p:bgPr>
        <a:solidFill>
          <a:srgbClr val="221F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itle 1">
            <a:extLst>
              <a:ext uri="{FF2B5EF4-FFF2-40B4-BE49-F238E27FC236}">
                <a16:creationId xmlns:a16="http://schemas.microsoft.com/office/drawing/2014/main" id="{AEEBA188-82A1-2FC4-842F-8120003B65B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[Slide title]</a:t>
            </a:r>
          </a:p>
        </p:txBody>
      </p:sp>
      <p:cxnSp>
        <p:nvCxnSpPr>
          <p:cNvPr id="15" name="Line">
            <a:extLst>
              <a:ext uri="{FF2B5EF4-FFF2-40B4-BE49-F238E27FC236}">
                <a16:creationId xmlns:a16="http://schemas.microsoft.com/office/drawing/2014/main" id="{8412A77E-32D6-ECE7-C58C-21E3C08D86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48640" y="1600200"/>
            <a:ext cx="2499360" cy="0"/>
          </a:xfrm>
          <a:prstGeom prst="line">
            <a:avLst/>
          </a:prstGeom>
          <a:ln w="19050" cap="flat">
            <a:solidFill>
              <a:schemeClr val="tx2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13" name="TextBox">
            <a:extLst>
              <a:ext uri="{FF2B5EF4-FFF2-40B4-BE49-F238E27FC236}">
                <a16:creationId xmlns:a16="http://schemas.microsoft.com/office/drawing/2014/main" id="{AF47D3F9-758C-0713-980A-E6E56BBC1088}"/>
              </a:ext>
            </a:extLst>
          </p:cNvPr>
          <p:cNvSpPr txBox="1"/>
          <p:nvPr userDrawn="1"/>
        </p:nvSpPr>
        <p:spPr>
          <a:xfrm>
            <a:off x="548641" y="1737360"/>
            <a:ext cx="2499359" cy="4572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3600" b="1">
                <a:solidFill>
                  <a:schemeClr val="tx2"/>
                </a:solidFill>
              </a:rPr>
              <a:t>01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48641" y="2286000"/>
            <a:ext cx="2499359" cy="1325880"/>
          </a:xfrm>
        </p:spPr>
        <p:txBody>
          <a:bodyPr/>
          <a:lstStyle>
            <a:lvl1pPr marL="0" indent="0">
              <a:spcBef>
                <a:spcPts val="1000"/>
              </a:spcBef>
              <a:buNone/>
              <a:defRPr sz="1300"/>
            </a:lvl1pPr>
            <a:lvl2pPr marL="137160" indent="-137160">
              <a:spcBef>
                <a:spcPts val="1000"/>
              </a:spcBef>
              <a:buFont typeface="Arial" panose="020B0604020202020204" pitchFamily="34" charset="0"/>
              <a:buChar char="▪"/>
              <a:defRPr sz="1300"/>
            </a:lvl2pPr>
            <a:lvl3pPr marL="274320" indent="-137160">
              <a:defRPr sz="1300"/>
            </a:lvl3pPr>
            <a:lvl4pPr marL="411480" indent="-137160">
              <a:defRPr sz="1300"/>
            </a:lvl4pPr>
            <a:lvl5pPr marL="548640" indent="-137160">
              <a:defRPr sz="1300"/>
            </a:lvl5pPr>
            <a:lvl6pPr marL="685800" indent="-137160">
              <a:defRPr sz="1300"/>
            </a:lvl6pPr>
            <a:lvl7pPr marL="822960" indent="-137160">
              <a:defRPr sz="1300"/>
            </a:lvl7pPr>
            <a:lvl8pPr marL="960120" indent="-137160">
              <a:defRPr sz="1300"/>
            </a:lvl8pPr>
            <a:lvl9pPr marL="1097280" indent="-137160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9" name="Line">
            <a:extLst>
              <a:ext uri="{FF2B5EF4-FFF2-40B4-BE49-F238E27FC236}">
                <a16:creationId xmlns:a16="http://schemas.microsoft.com/office/drawing/2014/main" id="{D7771284-6191-6AE5-C8DC-E26F4DD280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3413760" y="1600200"/>
            <a:ext cx="2499360" cy="0"/>
          </a:xfrm>
          <a:prstGeom prst="line">
            <a:avLst/>
          </a:prstGeom>
          <a:ln w="19050" cap="flat">
            <a:solidFill>
              <a:schemeClr val="tx2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10" name="TextBox">
            <a:extLst>
              <a:ext uri="{FF2B5EF4-FFF2-40B4-BE49-F238E27FC236}">
                <a16:creationId xmlns:a16="http://schemas.microsoft.com/office/drawing/2014/main" id="{0D9A8745-BD6D-12B2-16DF-02CB2BB85704}"/>
              </a:ext>
            </a:extLst>
          </p:cNvPr>
          <p:cNvSpPr txBox="1"/>
          <p:nvPr userDrawn="1"/>
        </p:nvSpPr>
        <p:spPr>
          <a:xfrm>
            <a:off x="3413761" y="1737360"/>
            <a:ext cx="2499359" cy="4572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3600" b="1">
                <a:solidFill>
                  <a:schemeClr val="tx2"/>
                </a:solidFill>
              </a:rPr>
              <a:t>02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13761" y="2286000"/>
            <a:ext cx="2499359" cy="1325880"/>
          </a:xfrm>
        </p:spPr>
        <p:txBody>
          <a:bodyPr/>
          <a:lstStyle>
            <a:lvl1pPr marL="0" indent="0">
              <a:spcBef>
                <a:spcPts val="1000"/>
              </a:spcBef>
              <a:buNone/>
              <a:defRPr sz="1300"/>
            </a:lvl1pPr>
            <a:lvl2pPr marL="137160" indent="-137160">
              <a:spcBef>
                <a:spcPts val="1000"/>
              </a:spcBef>
              <a:buFont typeface="Arial" panose="020B0604020202020204" pitchFamily="34" charset="0"/>
              <a:buChar char="▪"/>
              <a:defRPr sz="1300"/>
            </a:lvl2pPr>
            <a:lvl3pPr marL="274320" indent="-137160">
              <a:defRPr sz="1300"/>
            </a:lvl3pPr>
            <a:lvl4pPr marL="411480" indent="-137160">
              <a:defRPr sz="1300"/>
            </a:lvl4pPr>
            <a:lvl5pPr marL="548640" indent="-137160">
              <a:defRPr sz="1300"/>
            </a:lvl5pPr>
            <a:lvl6pPr marL="685800" indent="-137160">
              <a:defRPr sz="1300"/>
            </a:lvl6pPr>
            <a:lvl7pPr marL="822960" indent="-137160">
              <a:defRPr sz="1300"/>
            </a:lvl7pPr>
            <a:lvl8pPr marL="960120" indent="-137160">
              <a:defRPr sz="1300"/>
            </a:lvl8pPr>
            <a:lvl9pPr marL="1097280" indent="-137160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11" name="Line">
            <a:extLst>
              <a:ext uri="{FF2B5EF4-FFF2-40B4-BE49-F238E27FC236}">
                <a16:creationId xmlns:a16="http://schemas.microsoft.com/office/drawing/2014/main" id="{7F3E6C41-3F3A-5394-DD39-6844F7E137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6278880" y="1600200"/>
            <a:ext cx="2499360" cy="0"/>
          </a:xfrm>
          <a:prstGeom prst="line">
            <a:avLst/>
          </a:prstGeom>
          <a:ln w="19050" cap="flat">
            <a:solidFill>
              <a:schemeClr val="tx2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12" name="TextBox">
            <a:extLst>
              <a:ext uri="{FF2B5EF4-FFF2-40B4-BE49-F238E27FC236}">
                <a16:creationId xmlns:a16="http://schemas.microsoft.com/office/drawing/2014/main" id="{BBB1FB2A-A05A-0E6A-2901-52A7D695A891}"/>
              </a:ext>
            </a:extLst>
          </p:cNvPr>
          <p:cNvSpPr txBox="1"/>
          <p:nvPr userDrawn="1"/>
        </p:nvSpPr>
        <p:spPr>
          <a:xfrm>
            <a:off x="6278881" y="1737360"/>
            <a:ext cx="2499359" cy="4572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3600" b="1">
                <a:solidFill>
                  <a:schemeClr val="tx2"/>
                </a:solidFill>
              </a:rPr>
              <a:t>03</a:t>
            </a:r>
          </a:p>
        </p:txBody>
      </p:sp>
      <p:sp>
        <p:nvSpPr>
          <p:cNvPr id="6" name="Content Placeholder 4">
            <a:extLst>
              <a:ext uri="{FF2B5EF4-FFF2-40B4-BE49-F238E27FC236}">
                <a16:creationId xmlns:a16="http://schemas.microsoft.com/office/drawing/2014/main" id="{617618FB-CD21-AF4A-B264-6355E9BD7981}"/>
              </a:ext>
            </a:extLst>
          </p:cNvPr>
          <p:cNvSpPr>
            <a:spLocks noGrp="1"/>
          </p:cNvSpPr>
          <p:nvPr>
            <p:ph sz="half" idx="10"/>
          </p:nvPr>
        </p:nvSpPr>
        <p:spPr>
          <a:xfrm>
            <a:off x="6278881" y="2286000"/>
            <a:ext cx="2499359" cy="1325880"/>
          </a:xfrm>
        </p:spPr>
        <p:txBody>
          <a:bodyPr/>
          <a:lstStyle>
            <a:lvl1pPr marL="0" indent="0">
              <a:spcBef>
                <a:spcPts val="1000"/>
              </a:spcBef>
              <a:buNone/>
              <a:defRPr sz="1300"/>
            </a:lvl1pPr>
            <a:lvl2pPr marL="137160" indent="-137160">
              <a:spcBef>
                <a:spcPts val="1000"/>
              </a:spcBef>
              <a:buFont typeface="Arial" panose="020B0604020202020204" pitchFamily="34" charset="0"/>
              <a:buChar char="▪"/>
              <a:defRPr sz="1300"/>
            </a:lvl2pPr>
            <a:lvl3pPr marL="274320" indent="-137160">
              <a:defRPr sz="1300"/>
            </a:lvl3pPr>
            <a:lvl4pPr marL="411480" indent="-137160">
              <a:defRPr sz="1300"/>
            </a:lvl4pPr>
            <a:lvl5pPr marL="548640" indent="-137160">
              <a:defRPr sz="1300"/>
            </a:lvl5pPr>
            <a:lvl6pPr marL="685800" indent="-137160">
              <a:defRPr sz="1300"/>
            </a:lvl6pPr>
            <a:lvl7pPr marL="822960" indent="-137160">
              <a:defRPr sz="1300"/>
            </a:lvl7pPr>
            <a:lvl8pPr marL="960120" indent="-137160">
              <a:defRPr sz="1300"/>
            </a:lvl8pPr>
            <a:lvl9pPr marL="1097280" indent="-137160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14" name="Line">
            <a:extLst>
              <a:ext uri="{FF2B5EF4-FFF2-40B4-BE49-F238E27FC236}">
                <a16:creationId xmlns:a16="http://schemas.microsoft.com/office/drawing/2014/main" id="{FE115B30-3E6D-E823-531E-BB5BAA199B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9144000" y="1600200"/>
            <a:ext cx="2499360" cy="0"/>
          </a:xfrm>
          <a:prstGeom prst="line">
            <a:avLst/>
          </a:prstGeom>
          <a:ln w="19050" cap="flat">
            <a:solidFill>
              <a:schemeClr val="tx2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16" name="TextBox">
            <a:extLst>
              <a:ext uri="{FF2B5EF4-FFF2-40B4-BE49-F238E27FC236}">
                <a16:creationId xmlns:a16="http://schemas.microsoft.com/office/drawing/2014/main" id="{694F0353-A0DD-9642-BDD7-8FC612070822}"/>
              </a:ext>
            </a:extLst>
          </p:cNvPr>
          <p:cNvSpPr txBox="1"/>
          <p:nvPr userDrawn="1"/>
        </p:nvSpPr>
        <p:spPr>
          <a:xfrm>
            <a:off x="9144001" y="1737360"/>
            <a:ext cx="2499359" cy="4572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3600" b="1">
                <a:solidFill>
                  <a:schemeClr val="tx2"/>
                </a:solidFill>
              </a:rPr>
              <a:t>04</a:t>
            </a:r>
          </a:p>
        </p:txBody>
      </p:sp>
      <p:sp>
        <p:nvSpPr>
          <p:cNvPr id="5" name="Content Placeholder 5">
            <a:extLst>
              <a:ext uri="{FF2B5EF4-FFF2-40B4-BE49-F238E27FC236}">
                <a16:creationId xmlns:a16="http://schemas.microsoft.com/office/drawing/2014/main" id="{873DCC96-E62A-5505-4F1E-4A80C8498209}"/>
              </a:ext>
            </a:extLst>
          </p:cNvPr>
          <p:cNvSpPr>
            <a:spLocks noGrp="1"/>
          </p:cNvSpPr>
          <p:nvPr>
            <p:ph sz="half" idx="11"/>
          </p:nvPr>
        </p:nvSpPr>
        <p:spPr>
          <a:xfrm>
            <a:off x="9144001" y="2286000"/>
            <a:ext cx="2499359" cy="1325880"/>
          </a:xfrm>
        </p:spPr>
        <p:txBody>
          <a:bodyPr/>
          <a:lstStyle>
            <a:lvl1pPr marL="0" indent="0">
              <a:spcBef>
                <a:spcPts val="1000"/>
              </a:spcBef>
              <a:buNone/>
              <a:defRPr sz="1300"/>
            </a:lvl1pPr>
            <a:lvl2pPr marL="137160" indent="-137160">
              <a:spcBef>
                <a:spcPts val="1000"/>
              </a:spcBef>
              <a:buFont typeface="Arial" panose="020B0604020202020204" pitchFamily="34" charset="0"/>
              <a:buChar char="▪"/>
              <a:defRPr sz="1300"/>
            </a:lvl2pPr>
            <a:lvl3pPr marL="274320" indent="-137160">
              <a:defRPr sz="1300"/>
            </a:lvl3pPr>
            <a:lvl4pPr marL="411480" indent="-137160">
              <a:defRPr sz="1300"/>
            </a:lvl4pPr>
            <a:lvl5pPr marL="548640" indent="-137160">
              <a:defRPr sz="1300"/>
            </a:lvl5pPr>
            <a:lvl6pPr marL="685800" indent="-137160">
              <a:defRPr sz="1300"/>
            </a:lvl6pPr>
            <a:lvl7pPr marL="822960" indent="-137160">
              <a:defRPr sz="1300"/>
            </a:lvl7pPr>
            <a:lvl8pPr marL="960120" indent="-137160">
              <a:defRPr sz="1300"/>
            </a:lvl8pPr>
            <a:lvl9pPr marL="1097280" indent="-137160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7" name="Line">
            <a:extLst>
              <a:ext uri="{FF2B5EF4-FFF2-40B4-BE49-F238E27FC236}">
                <a16:creationId xmlns:a16="http://schemas.microsoft.com/office/drawing/2014/main" id="{1A90E933-723C-D9CC-B7AB-3043EDAB63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48640" y="3886200"/>
            <a:ext cx="2499360" cy="0"/>
          </a:xfrm>
          <a:prstGeom prst="line">
            <a:avLst/>
          </a:prstGeom>
          <a:ln w="19050" cap="flat">
            <a:solidFill>
              <a:schemeClr val="tx2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8" name="TextBox">
            <a:extLst>
              <a:ext uri="{FF2B5EF4-FFF2-40B4-BE49-F238E27FC236}">
                <a16:creationId xmlns:a16="http://schemas.microsoft.com/office/drawing/2014/main" id="{8E3B414F-BCCF-E0E0-A5B7-9D21FED7A614}"/>
              </a:ext>
            </a:extLst>
          </p:cNvPr>
          <p:cNvSpPr txBox="1"/>
          <p:nvPr userDrawn="1"/>
        </p:nvSpPr>
        <p:spPr>
          <a:xfrm>
            <a:off x="548641" y="4023360"/>
            <a:ext cx="2499359" cy="4572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3600" b="1">
                <a:solidFill>
                  <a:schemeClr val="tx2"/>
                </a:solidFill>
              </a:rPr>
              <a:t>05</a:t>
            </a:r>
          </a:p>
        </p:txBody>
      </p:sp>
      <p:sp>
        <p:nvSpPr>
          <p:cNvPr id="18" name="Content Placeholder 6">
            <a:extLst>
              <a:ext uri="{FF2B5EF4-FFF2-40B4-BE49-F238E27FC236}">
                <a16:creationId xmlns:a16="http://schemas.microsoft.com/office/drawing/2014/main" id="{5731522F-82BF-A739-FBD5-84B13AFCBF10}"/>
              </a:ext>
            </a:extLst>
          </p:cNvPr>
          <p:cNvSpPr>
            <a:spLocks noGrp="1"/>
          </p:cNvSpPr>
          <p:nvPr>
            <p:ph sz="half" idx="12"/>
          </p:nvPr>
        </p:nvSpPr>
        <p:spPr>
          <a:xfrm>
            <a:off x="548641" y="4572000"/>
            <a:ext cx="2499359" cy="1325880"/>
          </a:xfrm>
        </p:spPr>
        <p:txBody>
          <a:bodyPr/>
          <a:lstStyle>
            <a:lvl1pPr marL="0" indent="0">
              <a:spcBef>
                <a:spcPts val="1000"/>
              </a:spcBef>
              <a:buNone/>
              <a:defRPr sz="1300"/>
            </a:lvl1pPr>
            <a:lvl2pPr marL="137160" indent="-137160">
              <a:spcBef>
                <a:spcPts val="1000"/>
              </a:spcBef>
              <a:buFont typeface="Arial" panose="020B0604020202020204" pitchFamily="34" charset="0"/>
              <a:buChar char="▪"/>
              <a:defRPr sz="1300"/>
            </a:lvl2pPr>
            <a:lvl3pPr marL="274320" indent="-137160">
              <a:defRPr sz="1300"/>
            </a:lvl3pPr>
            <a:lvl4pPr marL="411480" indent="-137160">
              <a:defRPr sz="1300"/>
            </a:lvl4pPr>
            <a:lvl5pPr marL="548640" indent="-137160">
              <a:defRPr sz="1300"/>
            </a:lvl5pPr>
            <a:lvl6pPr marL="685800" indent="-137160">
              <a:defRPr sz="1300"/>
            </a:lvl6pPr>
            <a:lvl7pPr marL="822960" indent="-137160">
              <a:defRPr sz="1300"/>
            </a:lvl7pPr>
            <a:lvl8pPr marL="960120" indent="-137160">
              <a:defRPr sz="1300"/>
            </a:lvl8pPr>
            <a:lvl9pPr marL="1097280" indent="-137160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19" name="Line">
            <a:extLst>
              <a:ext uri="{FF2B5EF4-FFF2-40B4-BE49-F238E27FC236}">
                <a16:creationId xmlns:a16="http://schemas.microsoft.com/office/drawing/2014/main" id="{B07AB9A6-54AF-4DC6-E298-2E576695A6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3413760" y="3886200"/>
            <a:ext cx="2499360" cy="0"/>
          </a:xfrm>
          <a:prstGeom prst="line">
            <a:avLst/>
          </a:prstGeom>
          <a:ln w="19050" cap="flat">
            <a:solidFill>
              <a:schemeClr val="tx2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20" name="TextBox">
            <a:extLst>
              <a:ext uri="{FF2B5EF4-FFF2-40B4-BE49-F238E27FC236}">
                <a16:creationId xmlns:a16="http://schemas.microsoft.com/office/drawing/2014/main" id="{E79A49CF-30B2-91DC-6BCA-2A41DD4CBF09}"/>
              </a:ext>
            </a:extLst>
          </p:cNvPr>
          <p:cNvSpPr txBox="1"/>
          <p:nvPr userDrawn="1"/>
        </p:nvSpPr>
        <p:spPr>
          <a:xfrm>
            <a:off x="3413761" y="4023360"/>
            <a:ext cx="2499359" cy="4572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3600" b="1">
                <a:solidFill>
                  <a:schemeClr val="tx2"/>
                </a:solidFill>
              </a:rPr>
              <a:t>06</a:t>
            </a:r>
          </a:p>
        </p:txBody>
      </p:sp>
      <p:sp>
        <p:nvSpPr>
          <p:cNvPr id="25" name="Content Placeholder 7">
            <a:extLst>
              <a:ext uri="{FF2B5EF4-FFF2-40B4-BE49-F238E27FC236}">
                <a16:creationId xmlns:a16="http://schemas.microsoft.com/office/drawing/2014/main" id="{5FE6691B-ACEF-8803-7DC3-70B52F899908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3413761" y="4572000"/>
            <a:ext cx="2499359" cy="1325880"/>
          </a:xfrm>
        </p:spPr>
        <p:txBody>
          <a:bodyPr/>
          <a:lstStyle>
            <a:lvl1pPr marL="0" indent="0">
              <a:spcBef>
                <a:spcPts val="1000"/>
              </a:spcBef>
              <a:buNone/>
              <a:defRPr sz="1300"/>
            </a:lvl1pPr>
            <a:lvl2pPr marL="137160" indent="-137160">
              <a:spcBef>
                <a:spcPts val="1000"/>
              </a:spcBef>
              <a:buFont typeface="Arial" panose="020B0604020202020204" pitchFamily="34" charset="0"/>
              <a:buChar char="▪"/>
              <a:defRPr sz="1300"/>
            </a:lvl2pPr>
            <a:lvl3pPr marL="274320" indent="-137160">
              <a:defRPr sz="1300"/>
            </a:lvl3pPr>
            <a:lvl4pPr marL="411480" indent="-137160">
              <a:defRPr sz="1300"/>
            </a:lvl4pPr>
            <a:lvl5pPr marL="548640" indent="-137160">
              <a:defRPr sz="1300"/>
            </a:lvl5pPr>
            <a:lvl6pPr marL="685800" indent="-137160">
              <a:defRPr sz="1300"/>
            </a:lvl6pPr>
            <a:lvl7pPr marL="822960" indent="-137160">
              <a:defRPr sz="1300"/>
            </a:lvl7pPr>
            <a:lvl8pPr marL="960120" indent="-137160">
              <a:defRPr sz="1300"/>
            </a:lvl8pPr>
            <a:lvl9pPr marL="1097280" indent="-137160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21" name="Line">
            <a:extLst>
              <a:ext uri="{FF2B5EF4-FFF2-40B4-BE49-F238E27FC236}">
                <a16:creationId xmlns:a16="http://schemas.microsoft.com/office/drawing/2014/main" id="{DE9CD609-8A04-24B8-B562-11703E18D2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6278880" y="3886200"/>
            <a:ext cx="2499360" cy="0"/>
          </a:xfrm>
          <a:prstGeom prst="line">
            <a:avLst/>
          </a:prstGeom>
          <a:ln w="19050" cap="flat">
            <a:solidFill>
              <a:schemeClr val="tx2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22" name="TextBox">
            <a:extLst>
              <a:ext uri="{FF2B5EF4-FFF2-40B4-BE49-F238E27FC236}">
                <a16:creationId xmlns:a16="http://schemas.microsoft.com/office/drawing/2014/main" id="{7C5E0031-266F-D418-0BAB-9BD3C4F1EC3F}"/>
              </a:ext>
            </a:extLst>
          </p:cNvPr>
          <p:cNvSpPr txBox="1"/>
          <p:nvPr userDrawn="1"/>
        </p:nvSpPr>
        <p:spPr>
          <a:xfrm>
            <a:off x="6278881" y="4023360"/>
            <a:ext cx="2499359" cy="4572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3600" b="1">
                <a:solidFill>
                  <a:schemeClr val="tx2"/>
                </a:solidFill>
              </a:rPr>
              <a:t>07</a:t>
            </a:r>
          </a:p>
        </p:txBody>
      </p:sp>
      <p:sp>
        <p:nvSpPr>
          <p:cNvPr id="26" name="Content Placeholder 8">
            <a:extLst>
              <a:ext uri="{FF2B5EF4-FFF2-40B4-BE49-F238E27FC236}">
                <a16:creationId xmlns:a16="http://schemas.microsoft.com/office/drawing/2014/main" id="{772BE48E-72DE-7245-BBDA-BF3FEC69BED1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6278881" y="4572000"/>
            <a:ext cx="2499359" cy="1325880"/>
          </a:xfrm>
        </p:spPr>
        <p:txBody>
          <a:bodyPr/>
          <a:lstStyle>
            <a:lvl1pPr marL="0" indent="0">
              <a:spcBef>
                <a:spcPts val="1000"/>
              </a:spcBef>
              <a:buNone/>
              <a:defRPr sz="1300"/>
            </a:lvl1pPr>
            <a:lvl2pPr marL="137160" indent="-137160">
              <a:spcBef>
                <a:spcPts val="1000"/>
              </a:spcBef>
              <a:buFont typeface="Arial" panose="020B0604020202020204" pitchFamily="34" charset="0"/>
              <a:buChar char="▪"/>
              <a:defRPr sz="1300"/>
            </a:lvl2pPr>
            <a:lvl3pPr marL="274320" indent="-137160">
              <a:defRPr sz="1300"/>
            </a:lvl3pPr>
            <a:lvl4pPr marL="411480" indent="-137160">
              <a:defRPr sz="1300"/>
            </a:lvl4pPr>
            <a:lvl5pPr marL="548640" indent="-137160">
              <a:defRPr sz="1300"/>
            </a:lvl5pPr>
            <a:lvl6pPr marL="685800" indent="-137160">
              <a:defRPr sz="1300"/>
            </a:lvl6pPr>
            <a:lvl7pPr marL="822960" indent="-137160">
              <a:defRPr sz="1300"/>
            </a:lvl7pPr>
            <a:lvl8pPr marL="960120" indent="-137160">
              <a:defRPr sz="1300"/>
            </a:lvl8pPr>
            <a:lvl9pPr marL="1097280" indent="-137160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23" name="Line">
            <a:extLst>
              <a:ext uri="{FF2B5EF4-FFF2-40B4-BE49-F238E27FC236}">
                <a16:creationId xmlns:a16="http://schemas.microsoft.com/office/drawing/2014/main" id="{51FB53C0-6EA8-D891-85A3-23EE83EADE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9144000" y="3886200"/>
            <a:ext cx="2499360" cy="0"/>
          </a:xfrm>
          <a:prstGeom prst="line">
            <a:avLst/>
          </a:prstGeom>
          <a:ln w="19050" cap="flat">
            <a:solidFill>
              <a:schemeClr val="tx2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24" name="TextBox">
            <a:extLst>
              <a:ext uri="{FF2B5EF4-FFF2-40B4-BE49-F238E27FC236}">
                <a16:creationId xmlns:a16="http://schemas.microsoft.com/office/drawing/2014/main" id="{6BF9F70B-8D8A-3E73-E423-909DA6A75EB4}"/>
              </a:ext>
            </a:extLst>
          </p:cNvPr>
          <p:cNvSpPr txBox="1"/>
          <p:nvPr userDrawn="1"/>
        </p:nvSpPr>
        <p:spPr>
          <a:xfrm>
            <a:off x="9144001" y="4023360"/>
            <a:ext cx="2499359" cy="4572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3600" b="1">
                <a:solidFill>
                  <a:schemeClr val="tx2"/>
                </a:solidFill>
              </a:rPr>
              <a:t>08</a:t>
            </a:r>
          </a:p>
        </p:txBody>
      </p:sp>
      <p:sp>
        <p:nvSpPr>
          <p:cNvPr id="27" name="Content Placeholder 9">
            <a:extLst>
              <a:ext uri="{FF2B5EF4-FFF2-40B4-BE49-F238E27FC236}">
                <a16:creationId xmlns:a16="http://schemas.microsoft.com/office/drawing/2014/main" id="{EA060839-AF98-8040-7AE9-8F0D7E00C135}"/>
              </a:ext>
            </a:extLst>
          </p:cNvPr>
          <p:cNvSpPr>
            <a:spLocks noGrp="1"/>
          </p:cNvSpPr>
          <p:nvPr>
            <p:ph sz="half" idx="15"/>
          </p:nvPr>
        </p:nvSpPr>
        <p:spPr>
          <a:xfrm>
            <a:off x="9144001" y="4572000"/>
            <a:ext cx="2499359" cy="1325880"/>
          </a:xfrm>
        </p:spPr>
        <p:txBody>
          <a:bodyPr/>
          <a:lstStyle>
            <a:lvl1pPr marL="0" indent="0">
              <a:spcBef>
                <a:spcPts val="1000"/>
              </a:spcBef>
              <a:buNone/>
              <a:defRPr sz="1300"/>
            </a:lvl1pPr>
            <a:lvl2pPr marL="137160" indent="-137160">
              <a:spcBef>
                <a:spcPts val="1000"/>
              </a:spcBef>
              <a:buFont typeface="Arial" panose="020B0604020202020204" pitchFamily="34" charset="0"/>
              <a:buChar char="▪"/>
              <a:defRPr sz="1300"/>
            </a:lvl2pPr>
            <a:lvl3pPr marL="274320" indent="-137160">
              <a:defRPr sz="1300"/>
            </a:lvl3pPr>
            <a:lvl4pPr marL="411480" indent="-137160">
              <a:defRPr sz="1300"/>
            </a:lvl4pPr>
            <a:lvl5pPr marL="548640" indent="-137160">
              <a:defRPr sz="1300"/>
            </a:lvl5pPr>
            <a:lvl6pPr marL="685800" indent="-137160">
              <a:defRPr sz="1300"/>
            </a:lvl6pPr>
            <a:lvl7pPr marL="822960" indent="-137160">
              <a:defRPr sz="1300"/>
            </a:lvl7pPr>
            <a:lvl8pPr marL="960120" indent="-137160">
              <a:defRPr sz="1300"/>
            </a:lvl8pPr>
            <a:lvl9pPr marL="1097280" indent="-137160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8" name="Date Placeholder 27">
            <a:extLst>
              <a:ext uri="{FF2B5EF4-FFF2-40B4-BE49-F238E27FC236}">
                <a16:creationId xmlns:a16="http://schemas.microsoft.com/office/drawing/2014/main" id="{6E3723B8-B265-6943-67A5-DF3F0D5EC1CD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fld id="{5D27CFAB-73E6-44A8-B862-B3306344E3F2}" type="datetime3">
              <a:rPr lang="en-US" smtClean="0"/>
              <a:t>23 December 2025</a:t>
            </a:fld>
            <a:endParaRPr lang="en-US"/>
          </a:p>
        </p:txBody>
      </p:sp>
      <p:sp>
        <p:nvSpPr>
          <p:cNvPr id="29" name="Slide Number Placeholder 28">
            <a:extLst>
              <a:ext uri="{FF2B5EF4-FFF2-40B4-BE49-F238E27FC236}">
                <a16:creationId xmlns:a16="http://schemas.microsoft.com/office/drawing/2014/main" id="{8D4AF177-759A-A93C-2097-C2C22D93680F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6" name="Rectangle 15">
            <a:extLst>
              <a:ext uri="{FF2B5EF4-FFF2-40B4-BE49-F238E27FC236}">
                <a16:creationId xmlns:a16="http://schemas.microsoft.com/office/drawing/2014/main" id="{FEDB97C0-F514-9C55-3E16-9FC0105AEFDF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386840" y="6657945"/>
            <a:ext cx="9418320" cy="2000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rIns="0" anchor="b">
            <a:spAutoFit/>
          </a:bodyPr>
          <a:lstStyle/>
          <a:p>
            <a:pPr algn="ctr">
              <a:defRPr/>
            </a:pPr>
            <a:r>
              <a:rPr lang="en-US" sz="700" b="1">
                <a:solidFill>
                  <a:schemeClr val="tx1"/>
                </a:solidFill>
                <a:latin typeface="+mn-lt"/>
                <a:cs typeface="Arial Bold" panose="020B0704020202020204" pitchFamily="34" charset="0"/>
              </a:rPr>
              <a:t>EDIT CONTROL STATEMENT UNDER &gt; VIEW &gt; SLIDE MASTER &gt; SCROLL TO TOP &gt; CHANGE HEADER AND FOOTER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0C06597B-21CB-E031-D41A-B15442D12216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386840" y="0"/>
            <a:ext cx="9418320" cy="2000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t" anchorCtr="0">
            <a:spAutoFit/>
          </a:bodyPr>
          <a:lstStyle/>
          <a:p>
            <a:pPr algn="ctr">
              <a:defRPr/>
            </a:pPr>
            <a:r>
              <a:rPr lang="en-US" sz="700" b="1">
                <a:solidFill>
                  <a:schemeClr val="tx1"/>
                </a:solidFill>
                <a:latin typeface="+mn-lt"/>
                <a:cs typeface="Arial Bold" panose="020B0704020202020204" pitchFamily="34" charset="0"/>
              </a:rPr>
              <a:t>EDIT CONTROL STATEMENT UNDER &gt; VIEW &gt; SLIDE MASTER &gt; SCROLL TO TOP &gt; CHANGE HEADER AND FOOTER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7E419FAE-92B3-3B6A-EDE9-C7A373F39B6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10004616" y="411162"/>
            <a:ext cx="1629707" cy="4780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224854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3888">
          <p15:clr>
            <a:srgbClr val="A4A3A4"/>
          </p15:clr>
        </p15:guide>
        <p15:guide id="2" orient="horz" pos="1008">
          <p15:clr>
            <a:srgbClr val="A4A3A4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 Numbers -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itle 1">
            <a:extLst>
              <a:ext uri="{FF2B5EF4-FFF2-40B4-BE49-F238E27FC236}">
                <a16:creationId xmlns:a16="http://schemas.microsoft.com/office/drawing/2014/main" id="{963F0940-E33E-9D7F-C52B-16CFD0545B2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[Slide title]</a:t>
            </a:r>
          </a:p>
        </p:txBody>
      </p:sp>
      <p:cxnSp>
        <p:nvCxnSpPr>
          <p:cNvPr id="15" name="Line">
            <a:extLst>
              <a:ext uri="{FF2B5EF4-FFF2-40B4-BE49-F238E27FC236}">
                <a16:creationId xmlns:a16="http://schemas.microsoft.com/office/drawing/2014/main" id="{8412A77E-32D6-ECE7-C58C-21E3C08D86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48640" y="1600200"/>
            <a:ext cx="2499360" cy="0"/>
          </a:xfrm>
          <a:prstGeom prst="line">
            <a:avLst/>
          </a:prstGeom>
          <a:ln w="19050" cap="flat">
            <a:solidFill>
              <a:schemeClr val="tx1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13" name="TextBox">
            <a:extLst>
              <a:ext uri="{FF2B5EF4-FFF2-40B4-BE49-F238E27FC236}">
                <a16:creationId xmlns:a16="http://schemas.microsoft.com/office/drawing/2014/main" id="{AF47D3F9-758C-0713-980A-E6E56BBC1088}"/>
              </a:ext>
            </a:extLst>
          </p:cNvPr>
          <p:cNvSpPr txBox="1"/>
          <p:nvPr userDrawn="1"/>
        </p:nvSpPr>
        <p:spPr>
          <a:xfrm>
            <a:off x="548641" y="1737360"/>
            <a:ext cx="2499359" cy="4572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3600" b="1"/>
              <a:t>01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48641" y="2286000"/>
            <a:ext cx="2499359" cy="1325880"/>
          </a:xfrm>
        </p:spPr>
        <p:txBody>
          <a:bodyPr/>
          <a:lstStyle>
            <a:lvl1pPr marL="0" indent="0">
              <a:spcBef>
                <a:spcPts val="1000"/>
              </a:spcBef>
              <a:buNone/>
              <a:defRPr sz="1300"/>
            </a:lvl1pPr>
            <a:lvl2pPr marL="137160" indent="-137160">
              <a:spcBef>
                <a:spcPts val="1000"/>
              </a:spcBef>
              <a:buFont typeface="Arial" panose="020B0604020202020204" pitchFamily="34" charset="0"/>
              <a:buChar char="▪"/>
              <a:defRPr sz="1300"/>
            </a:lvl2pPr>
            <a:lvl3pPr marL="274320" indent="-137160">
              <a:defRPr sz="1300"/>
            </a:lvl3pPr>
            <a:lvl4pPr marL="411480" indent="-137160">
              <a:defRPr sz="1300"/>
            </a:lvl4pPr>
            <a:lvl5pPr marL="548640" indent="-137160">
              <a:defRPr sz="1300"/>
            </a:lvl5pPr>
            <a:lvl6pPr marL="685800" indent="-137160">
              <a:defRPr sz="1300"/>
            </a:lvl6pPr>
            <a:lvl7pPr marL="822960" indent="-137160">
              <a:defRPr sz="1300"/>
            </a:lvl7pPr>
            <a:lvl8pPr marL="960120" indent="-137160">
              <a:defRPr sz="1300"/>
            </a:lvl8pPr>
            <a:lvl9pPr marL="1097280" indent="-137160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9" name="Line">
            <a:extLst>
              <a:ext uri="{FF2B5EF4-FFF2-40B4-BE49-F238E27FC236}">
                <a16:creationId xmlns:a16="http://schemas.microsoft.com/office/drawing/2014/main" id="{D7771284-6191-6AE5-C8DC-E26F4DD280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3413760" y="1600200"/>
            <a:ext cx="2499360" cy="0"/>
          </a:xfrm>
          <a:prstGeom prst="line">
            <a:avLst/>
          </a:prstGeom>
          <a:ln w="19050" cap="flat">
            <a:solidFill>
              <a:schemeClr val="tx1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10" name="TextBox">
            <a:extLst>
              <a:ext uri="{FF2B5EF4-FFF2-40B4-BE49-F238E27FC236}">
                <a16:creationId xmlns:a16="http://schemas.microsoft.com/office/drawing/2014/main" id="{0D9A8745-BD6D-12B2-16DF-02CB2BB85704}"/>
              </a:ext>
            </a:extLst>
          </p:cNvPr>
          <p:cNvSpPr txBox="1"/>
          <p:nvPr userDrawn="1"/>
        </p:nvSpPr>
        <p:spPr>
          <a:xfrm>
            <a:off x="3413761" y="1737360"/>
            <a:ext cx="2499359" cy="4572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3600" b="1"/>
              <a:t>02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13761" y="2286000"/>
            <a:ext cx="2499359" cy="1325880"/>
          </a:xfrm>
        </p:spPr>
        <p:txBody>
          <a:bodyPr/>
          <a:lstStyle>
            <a:lvl1pPr marL="0" indent="0">
              <a:spcBef>
                <a:spcPts val="1000"/>
              </a:spcBef>
              <a:buNone/>
              <a:defRPr sz="1300"/>
            </a:lvl1pPr>
            <a:lvl2pPr marL="137160" indent="-137160">
              <a:spcBef>
                <a:spcPts val="1000"/>
              </a:spcBef>
              <a:buFont typeface="Arial" panose="020B0604020202020204" pitchFamily="34" charset="0"/>
              <a:buChar char="▪"/>
              <a:defRPr sz="1300"/>
            </a:lvl2pPr>
            <a:lvl3pPr marL="274320" indent="-137160">
              <a:defRPr sz="1300"/>
            </a:lvl3pPr>
            <a:lvl4pPr marL="411480" indent="-137160">
              <a:defRPr sz="1300"/>
            </a:lvl4pPr>
            <a:lvl5pPr marL="548640" indent="-137160">
              <a:defRPr sz="1300"/>
            </a:lvl5pPr>
            <a:lvl6pPr marL="685800" indent="-137160">
              <a:defRPr sz="1300"/>
            </a:lvl6pPr>
            <a:lvl7pPr marL="822960" indent="-137160">
              <a:defRPr sz="1300"/>
            </a:lvl7pPr>
            <a:lvl8pPr marL="960120" indent="-137160">
              <a:defRPr sz="1300"/>
            </a:lvl8pPr>
            <a:lvl9pPr marL="1097280" indent="-137160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11" name="Line">
            <a:extLst>
              <a:ext uri="{FF2B5EF4-FFF2-40B4-BE49-F238E27FC236}">
                <a16:creationId xmlns:a16="http://schemas.microsoft.com/office/drawing/2014/main" id="{7F3E6C41-3F3A-5394-DD39-6844F7E137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6278880" y="1600200"/>
            <a:ext cx="2499360" cy="0"/>
          </a:xfrm>
          <a:prstGeom prst="line">
            <a:avLst/>
          </a:prstGeom>
          <a:ln w="19050" cap="flat">
            <a:solidFill>
              <a:schemeClr val="tx1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12" name="TextBox">
            <a:extLst>
              <a:ext uri="{FF2B5EF4-FFF2-40B4-BE49-F238E27FC236}">
                <a16:creationId xmlns:a16="http://schemas.microsoft.com/office/drawing/2014/main" id="{BBB1FB2A-A05A-0E6A-2901-52A7D695A891}"/>
              </a:ext>
            </a:extLst>
          </p:cNvPr>
          <p:cNvSpPr txBox="1"/>
          <p:nvPr userDrawn="1"/>
        </p:nvSpPr>
        <p:spPr>
          <a:xfrm>
            <a:off x="6278881" y="1737360"/>
            <a:ext cx="2499359" cy="4572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3600" b="1"/>
              <a:t>03</a:t>
            </a:r>
          </a:p>
        </p:txBody>
      </p:sp>
      <p:sp>
        <p:nvSpPr>
          <p:cNvPr id="6" name="Content Placeholder 4">
            <a:extLst>
              <a:ext uri="{FF2B5EF4-FFF2-40B4-BE49-F238E27FC236}">
                <a16:creationId xmlns:a16="http://schemas.microsoft.com/office/drawing/2014/main" id="{617618FB-CD21-AF4A-B264-6355E9BD7981}"/>
              </a:ext>
            </a:extLst>
          </p:cNvPr>
          <p:cNvSpPr>
            <a:spLocks noGrp="1"/>
          </p:cNvSpPr>
          <p:nvPr>
            <p:ph sz="half" idx="10"/>
          </p:nvPr>
        </p:nvSpPr>
        <p:spPr>
          <a:xfrm>
            <a:off x="6278881" y="2286000"/>
            <a:ext cx="2499359" cy="1325880"/>
          </a:xfrm>
        </p:spPr>
        <p:txBody>
          <a:bodyPr/>
          <a:lstStyle>
            <a:lvl1pPr marL="0" indent="0">
              <a:spcBef>
                <a:spcPts val="1000"/>
              </a:spcBef>
              <a:buNone/>
              <a:defRPr sz="1300"/>
            </a:lvl1pPr>
            <a:lvl2pPr marL="137160" indent="-137160">
              <a:spcBef>
                <a:spcPts val="1000"/>
              </a:spcBef>
              <a:buFont typeface="Arial" panose="020B0604020202020204" pitchFamily="34" charset="0"/>
              <a:buChar char="▪"/>
              <a:defRPr sz="1300"/>
            </a:lvl2pPr>
            <a:lvl3pPr marL="274320" indent="-137160">
              <a:defRPr sz="1300"/>
            </a:lvl3pPr>
            <a:lvl4pPr marL="411480" indent="-137160">
              <a:defRPr sz="1300"/>
            </a:lvl4pPr>
            <a:lvl5pPr marL="548640" indent="-137160">
              <a:defRPr sz="1300"/>
            </a:lvl5pPr>
            <a:lvl6pPr marL="685800" indent="-137160">
              <a:defRPr sz="1300"/>
            </a:lvl6pPr>
            <a:lvl7pPr marL="822960" indent="-137160">
              <a:defRPr sz="1300"/>
            </a:lvl7pPr>
            <a:lvl8pPr marL="960120" indent="-137160">
              <a:defRPr sz="1300"/>
            </a:lvl8pPr>
            <a:lvl9pPr marL="1097280" indent="-137160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14" name="Line">
            <a:extLst>
              <a:ext uri="{FF2B5EF4-FFF2-40B4-BE49-F238E27FC236}">
                <a16:creationId xmlns:a16="http://schemas.microsoft.com/office/drawing/2014/main" id="{FE115B30-3E6D-E823-531E-BB5BAA199B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9144000" y="1600200"/>
            <a:ext cx="2499360" cy="0"/>
          </a:xfrm>
          <a:prstGeom prst="line">
            <a:avLst/>
          </a:prstGeom>
          <a:ln w="19050" cap="flat">
            <a:solidFill>
              <a:schemeClr val="tx1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16" name="TextBox">
            <a:extLst>
              <a:ext uri="{FF2B5EF4-FFF2-40B4-BE49-F238E27FC236}">
                <a16:creationId xmlns:a16="http://schemas.microsoft.com/office/drawing/2014/main" id="{694F0353-A0DD-9642-BDD7-8FC612070822}"/>
              </a:ext>
            </a:extLst>
          </p:cNvPr>
          <p:cNvSpPr txBox="1"/>
          <p:nvPr userDrawn="1"/>
        </p:nvSpPr>
        <p:spPr>
          <a:xfrm>
            <a:off x="9144001" y="1737360"/>
            <a:ext cx="2499359" cy="4572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3600" b="1"/>
              <a:t>04</a:t>
            </a:r>
          </a:p>
        </p:txBody>
      </p:sp>
      <p:sp>
        <p:nvSpPr>
          <p:cNvPr id="5" name="Content Placeholder 5">
            <a:extLst>
              <a:ext uri="{FF2B5EF4-FFF2-40B4-BE49-F238E27FC236}">
                <a16:creationId xmlns:a16="http://schemas.microsoft.com/office/drawing/2014/main" id="{873DCC96-E62A-5505-4F1E-4A80C8498209}"/>
              </a:ext>
            </a:extLst>
          </p:cNvPr>
          <p:cNvSpPr>
            <a:spLocks noGrp="1"/>
          </p:cNvSpPr>
          <p:nvPr>
            <p:ph sz="half" idx="11"/>
          </p:nvPr>
        </p:nvSpPr>
        <p:spPr>
          <a:xfrm>
            <a:off x="9144001" y="2286000"/>
            <a:ext cx="2499359" cy="1325880"/>
          </a:xfrm>
        </p:spPr>
        <p:txBody>
          <a:bodyPr/>
          <a:lstStyle>
            <a:lvl1pPr marL="0" indent="0">
              <a:spcBef>
                <a:spcPts val="1000"/>
              </a:spcBef>
              <a:buNone/>
              <a:defRPr sz="1300"/>
            </a:lvl1pPr>
            <a:lvl2pPr marL="137160" indent="-137160">
              <a:spcBef>
                <a:spcPts val="1000"/>
              </a:spcBef>
              <a:buFont typeface="Arial" panose="020B0604020202020204" pitchFamily="34" charset="0"/>
              <a:buChar char="▪"/>
              <a:defRPr sz="1300"/>
            </a:lvl2pPr>
            <a:lvl3pPr marL="274320" indent="-137160">
              <a:defRPr sz="1300"/>
            </a:lvl3pPr>
            <a:lvl4pPr marL="411480" indent="-137160">
              <a:defRPr sz="1300"/>
            </a:lvl4pPr>
            <a:lvl5pPr marL="548640" indent="-137160">
              <a:defRPr sz="1300"/>
            </a:lvl5pPr>
            <a:lvl6pPr marL="685800" indent="-137160">
              <a:defRPr sz="1300"/>
            </a:lvl6pPr>
            <a:lvl7pPr marL="822960" indent="-137160">
              <a:defRPr sz="1300"/>
            </a:lvl7pPr>
            <a:lvl8pPr marL="960120" indent="-137160">
              <a:defRPr sz="1300"/>
            </a:lvl8pPr>
            <a:lvl9pPr marL="1097280" indent="-137160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7" name="Line">
            <a:extLst>
              <a:ext uri="{FF2B5EF4-FFF2-40B4-BE49-F238E27FC236}">
                <a16:creationId xmlns:a16="http://schemas.microsoft.com/office/drawing/2014/main" id="{1A90E933-723C-D9CC-B7AB-3043EDAB63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48640" y="3886200"/>
            <a:ext cx="2499360" cy="0"/>
          </a:xfrm>
          <a:prstGeom prst="line">
            <a:avLst/>
          </a:prstGeom>
          <a:ln w="19050" cap="flat">
            <a:solidFill>
              <a:schemeClr val="tx1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8" name="TextBox">
            <a:extLst>
              <a:ext uri="{FF2B5EF4-FFF2-40B4-BE49-F238E27FC236}">
                <a16:creationId xmlns:a16="http://schemas.microsoft.com/office/drawing/2014/main" id="{8E3B414F-BCCF-E0E0-A5B7-9D21FED7A614}"/>
              </a:ext>
            </a:extLst>
          </p:cNvPr>
          <p:cNvSpPr txBox="1"/>
          <p:nvPr userDrawn="1"/>
        </p:nvSpPr>
        <p:spPr>
          <a:xfrm>
            <a:off x="548641" y="4023360"/>
            <a:ext cx="2499359" cy="4572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3600" b="1"/>
              <a:t>05</a:t>
            </a:r>
          </a:p>
        </p:txBody>
      </p:sp>
      <p:sp>
        <p:nvSpPr>
          <p:cNvPr id="18" name="Content Placeholder 6">
            <a:extLst>
              <a:ext uri="{FF2B5EF4-FFF2-40B4-BE49-F238E27FC236}">
                <a16:creationId xmlns:a16="http://schemas.microsoft.com/office/drawing/2014/main" id="{5731522F-82BF-A739-FBD5-84B13AFCBF10}"/>
              </a:ext>
            </a:extLst>
          </p:cNvPr>
          <p:cNvSpPr>
            <a:spLocks noGrp="1"/>
          </p:cNvSpPr>
          <p:nvPr>
            <p:ph sz="half" idx="12"/>
          </p:nvPr>
        </p:nvSpPr>
        <p:spPr>
          <a:xfrm>
            <a:off x="548641" y="4572000"/>
            <a:ext cx="2499359" cy="1325880"/>
          </a:xfrm>
        </p:spPr>
        <p:txBody>
          <a:bodyPr/>
          <a:lstStyle>
            <a:lvl1pPr marL="0" indent="0">
              <a:spcBef>
                <a:spcPts val="1000"/>
              </a:spcBef>
              <a:buNone/>
              <a:defRPr sz="1300"/>
            </a:lvl1pPr>
            <a:lvl2pPr marL="137160" indent="-137160">
              <a:spcBef>
                <a:spcPts val="1000"/>
              </a:spcBef>
              <a:buFont typeface="Arial" panose="020B0604020202020204" pitchFamily="34" charset="0"/>
              <a:buChar char="▪"/>
              <a:defRPr sz="1300"/>
            </a:lvl2pPr>
            <a:lvl3pPr marL="274320" indent="-137160">
              <a:defRPr sz="1300"/>
            </a:lvl3pPr>
            <a:lvl4pPr marL="411480" indent="-137160">
              <a:defRPr sz="1300"/>
            </a:lvl4pPr>
            <a:lvl5pPr marL="548640" indent="-137160">
              <a:defRPr sz="1300"/>
            </a:lvl5pPr>
            <a:lvl6pPr marL="685800" indent="-137160">
              <a:defRPr sz="1300"/>
            </a:lvl6pPr>
            <a:lvl7pPr marL="822960" indent="-137160">
              <a:defRPr sz="1300"/>
            </a:lvl7pPr>
            <a:lvl8pPr marL="960120" indent="-137160">
              <a:defRPr sz="1300"/>
            </a:lvl8pPr>
            <a:lvl9pPr marL="1097280" indent="-137160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19" name="Line">
            <a:extLst>
              <a:ext uri="{FF2B5EF4-FFF2-40B4-BE49-F238E27FC236}">
                <a16:creationId xmlns:a16="http://schemas.microsoft.com/office/drawing/2014/main" id="{B07AB9A6-54AF-4DC6-E298-2E576695A6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3413760" y="3886200"/>
            <a:ext cx="2499360" cy="0"/>
          </a:xfrm>
          <a:prstGeom prst="line">
            <a:avLst/>
          </a:prstGeom>
          <a:ln w="19050" cap="flat">
            <a:solidFill>
              <a:schemeClr val="tx1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20" name="TextBox">
            <a:extLst>
              <a:ext uri="{FF2B5EF4-FFF2-40B4-BE49-F238E27FC236}">
                <a16:creationId xmlns:a16="http://schemas.microsoft.com/office/drawing/2014/main" id="{E79A49CF-30B2-91DC-6BCA-2A41DD4CBF09}"/>
              </a:ext>
            </a:extLst>
          </p:cNvPr>
          <p:cNvSpPr txBox="1"/>
          <p:nvPr userDrawn="1"/>
        </p:nvSpPr>
        <p:spPr>
          <a:xfrm>
            <a:off x="3413761" y="4023360"/>
            <a:ext cx="2499359" cy="4572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3600" b="1"/>
              <a:t>06</a:t>
            </a:r>
          </a:p>
        </p:txBody>
      </p:sp>
      <p:sp>
        <p:nvSpPr>
          <p:cNvPr id="25" name="Content Placeholder 7">
            <a:extLst>
              <a:ext uri="{FF2B5EF4-FFF2-40B4-BE49-F238E27FC236}">
                <a16:creationId xmlns:a16="http://schemas.microsoft.com/office/drawing/2014/main" id="{5FE6691B-ACEF-8803-7DC3-70B52F899908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3413761" y="4572000"/>
            <a:ext cx="2499359" cy="1325880"/>
          </a:xfrm>
        </p:spPr>
        <p:txBody>
          <a:bodyPr/>
          <a:lstStyle>
            <a:lvl1pPr marL="0" indent="0">
              <a:spcBef>
                <a:spcPts val="1000"/>
              </a:spcBef>
              <a:buNone/>
              <a:defRPr sz="1300"/>
            </a:lvl1pPr>
            <a:lvl2pPr marL="137160" indent="-137160">
              <a:spcBef>
                <a:spcPts val="1000"/>
              </a:spcBef>
              <a:buFont typeface="Arial" panose="020B0604020202020204" pitchFamily="34" charset="0"/>
              <a:buChar char="▪"/>
              <a:defRPr sz="1300"/>
            </a:lvl2pPr>
            <a:lvl3pPr marL="274320" indent="-137160">
              <a:defRPr sz="1300"/>
            </a:lvl3pPr>
            <a:lvl4pPr marL="411480" indent="-137160">
              <a:defRPr sz="1300"/>
            </a:lvl4pPr>
            <a:lvl5pPr marL="548640" indent="-137160">
              <a:defRPr sz="1300"/>
            </a:lvl5pPr>
            <a:lvl6pPr marL="685800" indent="-137160">
              <a:defRPr sz="1300"/>
            </a:lvl6pPr>
            <a:lvl7pPr marL="822960" indent="-137160">
              <a:defRPr sz="1300"/>
            </a:lvl7pPr>
            <a:lvl8pPr marL="960120" indent="-137160">
              <a:defRPr sz="1300"/>
            </a:lvl8pPr>
            <a:lvl9pPr marL="1097280" indent="-137160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21" name="Line">
            <a:extLst>
              <a:ext uri="{FF2B5EF4-FFF2-40B4-BE49-F238E27FC236}">
                <a16:creationId xmlns:a16="http://schemas.microsoft.com/office/drawing/2014/main" id="{DE9CD609-8A04-24B8-B562-11703E18D2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6278880" y="3886200"/>
            <a:ext cx="2499360" cy="0"/>
          </a:xfrm>
          <a:prstGeom prst="line">
            <a:avLst/>
          </a:prstGeom>
          <a:ln w="19050" cap="flat">
            <a:solidFill>
              <a:schemeClr val="tx1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22" name="TextBox">
            <a:extLst>
              <a:ext uri="{FF2B5EF4-FFF2-40B4-BE49-F238E27FC236}">
                <a16:creationId xmlns:a16="http://schemas.microsoft.com/office/drawing/2014/main" id="{7C5E0031-266F-D418-0BAB-9BD3C4F1EC3F}"/>
              </a:ext>
            </a:extLst>
          </p:cNvPr>
          <p:cNvSpPr txBox="1"/>
          <p:nvPr userDrawn="1"/>
        </p:nvSpPr>
        <p:spPr>
          <a:xfrm>
            <a:off x="6278881" y="4023360"/>
            <a:ext cx="2499359" cy="4572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3600" b="1"/>
              <a:t>07</a:t>
            </a:r>
          </a:p>
        </p:txBody>
      </p:sp>
      <p:sp>
        <p:nvSpPr>
          <p:cNvPr id="26" name="Content Placeholder 8">
            <a:extLst>
              <a:ext uri="{FF2B5EF4-FFF2-40B4-BE49-F238E27FC236}">
                <a16:creationId xmlns:a16="http://schemas.microsoft.com/office/drawing/2014/main" id="{772BE48E-72DE-7245-BBDA-BF3FEC69BED1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6278881" y="4572000"/>
            <a:ext cx="2499359" cy="1325880"/>
          </a:xfrm>
        </p:spPr>
        <p:txBody>
          <a:bodyPr/>
          <a:lstStyle>
            <a:lvl1pPr marL="0" indent="0">
              <a:spcBef>
                <a:spcPts val="1000"/>
              </a:spcBef>
              <a:buNone/>
              <a:defRPr sz="1300"/>
            </a:lvl1pPr>
            <a:lvl2pPr marL="137160" indent="-137160">
              <a:spcBef>
                <a:spcPts val="1000"/>
              </a:spcBef>
              <a:buFont typeface="Arial" panose="020B0604020202020204" pitchFamily="34" charset="0"/>
              <a:buChar char="▪"/>
              <a:defRPr sz="1300"/>
            </a:lvl2pPr>
            <a:lvl3pPr marL="274320" indent="-137160">
              <a:defRPr sz="1300"/>
            </a:lvl3pPr>
            <a:lvl4pPr marL="411480" indent="-137160">
              <a:defRPr sz="1300"/>
            </a:lvl4pPr>
            <a:lvl5pPr marL="548640" indent="-137160">
              <a:defRPr sz="1300"/>
            </a:lvl5pPr>
            <a:lvl6pPr marL="685800" indent="-137160">
              <a:defRPr sz="1300"/>
            </a:lvl6pPr>
            <a:lvl7pPr marL="822960" indent="-137160">
              <a:defRPr sz="1300"/>
            </a:lvl7pPr>
            <a:lvl8pPr marL="960120" indent="-137160">
              <a:defRPr sz="1300"/>
            </a:lvl8pPr>
            <a:lvl9pPr marL="1097280" indent="-137160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23" name="Line">
            <a:extLst>
              <a:ext uri="{FF2B5EF4-FFF2-40B4-BE49-F238E27FC236}">
                <a16:creationId xmlns:a16="http://schemas.microsoft.com/office/drawing/2014/main" id="{51FB53C0-6EA8-D891-85A3-23EE83EADE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9144000" y="3886200"/>
            <a:ext cx="2499360" cy="0"/>
          </a:xfrm>
          <a:prstGeom prst="line">
            <a:avLst/>
          </a:prstGeom>
          <a:ln w="19050" cap="flat">
            <a:solidFill>
              <a:schemeClr val="tx1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24" name="TextBox">
            <a:extLst>
              <a:ext uri="{FF2B5EF4-FFF2-40B4-BE49-F238E27FC236}">
                <a16:creationId xmlns:a16="http://schemas.microsoft.com/office/drawing/2014/main" id="{6BF9F70B-8D8A-3E73-E423-909DA6A75EB4}"/>
              </a:ext>
            </a:extLst>
          </p:cNvPr>
          <p:cNvSpPr txBox="1"/>
          <p:nvPr userDrawn="1"/>
        </p:nvSpPr>
        <p:spPr>
          <a:xfrm>
            <a:off x="9144001" y="4023360"/>
            <a:ext cx="2499359" cy="4572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3600" b="1"/>
              <a:t>08</a:t>
            </a:r>
          </a:p>
        </p:txBody>
      </p:sp>
      <p:sp>
        <p:nvSpPr>
          <p:cNvPr id="27" name="Content Placeholder 9">
            <a:extLst>
              <a:ext uri="{FF2B5EF4-FFF2-40B4-BE49-F238E27FC236}">
                <a16:creationId xmlns:a16="http://schemas.microsoft.com/office/drawing/2014/main" id="{EA060839-AF98-8040-7AE9-8F0D7E00C135}"/>
              </a:ext>
            </a:extLst>
          </p:cNvPr>
          <p:cNvSpPr>
            <a:spLocks noGrp="1"/>
          </p:cNvSpPr>
          <p:nvPr>
            <p:ph sz="half" idx="15"/>
          </p:nvPr>
        </p:nvSpPr>
        <p:spPr>
          <a:xfrm>
            <a:off x="9144001" y="4572000"/>
            <a:ext cx="2499359" cy="1325880"/>
          </a:xfrm>
        </p:spPr>
        <p:txBody>
          <a:bodyPr/>
          <a:lstStyle>
            <a:lvl1pPr marL="0" indent="0">
              <a:spcBef>
                <a:spcPts val="1000"/>
              </a:spcBef>
              <a:buNone/>
              <a:defRPr sz="1300"/>
            </a:lvl1pPr>
            <a:lvl2pPr marL="137160" indent="-137160">
              <a:spcBef>
                <a:spcPts val="1000"/>
              </a:spcBef>
              <a:buFont typeface="Arial" panose="020B0604020202020204" pitchFamily="34" charset="0"/>
              <a:buChar char="▪"/>
              <a:defRPr sz="1300"/>
            </a:lvl2pPr>
            <a:lvl3pPr marL="274320" indent="-137160">
              <a:defRPr sz="1300"/>
            </a:lvl3pPr>
            <a:lvl4pPr marL="411480" indent="-137160">
              <a:defRPr sz="1300"/>
            </a:lvl4pPr>
            <a:lvl5pPr marL="548640" indent="-137160">
              <a:defRPr sz="1300"/>
            </a:lvl5pPr>
            <a:lvl6pPr marL="685800" indent="-137160">
              <a:defRPr sz="1300"/>
            </a:lvl6pPr>
            <a:lvl7pPr marL="822960" indent="-137160">
              <a:defRPr sz="1300"/>
            </a:lvl7pPr>
            <a:lvl8pPr marL="960120" indent="-137160">
              <a:defRPr sz="1300"/>
            </a:lvl8pPr>
            <a:lvl9pPr marL="1097280" indent="-137160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8" name="Date Placeholder 27">
            <a:extLst>
              <a:ext uri="{FF2B5EF4-FFF2-40B4-BE49-F238E27FC236}">
                <a16:creationId xmlns:a16="http://schemas.microsoft.com/office/drawing/2014/main" id="{4C43927A-9072-62B2-E6B6-C90CC98BD41F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fld id="{A9B2E784-A5F5-4301-881B-94AC8DBF9DED}" type="datetime3">
              <a:rPr lang="en-US" smtClean="0"/>
              <a:t>23 December 2025</a:t>
            </a:fld>
            <a:endParaRPr lang="en-US"/>
          </a:p>
        </p:txBody>
      </p:sp>
      <p:sp>
        <p:nvSpPr>
          <p:cNvPr id="29" name="Slide Number Placeholder 28">
            <a:extLst>
              <a:ext uri="{FF2B5EF4-FFF2-40B4-BE49-F238E27FC236}">
                <a16:creationId xmlns:a16="http://schemas.microsoft.com/office/drawing/2014/main" id="{7C0BB974-2130-F29B-EFD0-42CC6056022B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151061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08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1">
            <a:extLst>
              <a:ext uri="{FF2B5EF4-FFF2-40B4-BE49-F238E27FC236}">
                <a16:creationId xmlns:a16="http://schemas.microsoft.com/office/drawing/2014/main" id="{A0F3CE13-290E-12C4-BDCA-17CB5BAFF747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228600"/>
            <a:ext cx="12192000" cy="6400800"/>
          </a:xfrm>
          <a:solidFill>
            <a:srgbClr val="D5D5D7"/>
          </a:solidFill>
        </p:spPr>
        <p:txBody>
          <a:bodyPr anchor="ctr" anchorCtr="0"/>
          <a:lstStyle>
            <a:lvl1pPr marL="0" indent="0" algn="ctr">
              <a:buFontTx/>
              <a:buNone/>
              <a:defRPr sz="1000">
                <a:solidFill>
                  <a:srgbClr val="221F20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itle 2">
            <a:extLst>
              <a:ext uri="{FF2B5EF4-FFF2-40B4-BE49-F238E27FC236}">
                <a16:creationId xmlns:a16="http://schemas.microsoft.com/office/drawing/2014/main" id="{0AF67DC4-909F-6BF0-DB86-8675E25715A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[Slide title]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FF3D174-1921-7F28-5394-750C376C77F2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18EAB3A5-9E92-4BB9-8F22-9632B4FBEDBA}" type="datetime3">
              <a:rPr lang="en-US" smtClean="0"/>
              <a:t>23 December 2025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4BD6737-D835-6484-7A3F-BAD2D784E2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4B09A03-7F71-C11F-C219-9F32BF2D5BC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10004616" y="411162"/>
            <a:ext cx="1629707" cy="4780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086310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08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and Image 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C17D0BA3-CE88-4FFE-E80D-CD039190BDD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8640" y="411481"/>
            <a:ext cx="5364480" cy="914400"/>
          </a:xfrm>
        </p:spPr>
        <p:txBody>
          <a:bodyPr/>
          <a:lstStyle>
            <a:lvl1pPr>
              <a:defRPr sz="2800" b="1" cap="none" baseline="0"/>
            </a:lvl1pPr>
          </a:lstStyle>
          <a:p>
            <a:r>
              <a:rPr lang="en-US"/>
              <a:t>[Slide title]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48639" y="1600200"/>
            <a:ext cx="5364480" cy="4572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FDEDA6D-3B28-23A1-C2EE-BBB7617D7DCF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40923810-5FB2-48C9-96CA-1DE2C4773142}" type="datetime3">
              <a:rPr lang="en-US" smtClean="0"/>
              <a:t>23 December 2025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131B70-C8F2-D686-C30C-B4651FF044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Picture Placeholder 3">
            <a:extLst>
              <a:ext uri="{FF2B5EF4-FFF2-40B4-BE49-F238E27FC236}">
                <a16:creationId xmlns:a16="http://schemas.microsoft.com/office/drawing/2014/main" id="{9D1DFBC2-C4E8-E691-E48C-B8D2CF49CDAF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278037" y="1076324"/>
            <a:ext cx="5365748" cy="5095875"/>
          </a:xfrm>
          <a:solidFill>
            <a:srgbClr val="D5D5D7"/>
          </a:solidFill>
        </p:spPr>
        <p:txBody>
          <a:bodyPr anchor="ctr" anchorCtr="0"/>
          <a:lstStyle>
            <a:lvl1pPr marL="0" indent="0" algn="ctr">
              <a:buFontTx/>
              <a:buNone/>
              <a:defRPr sz="1000">
                <a:solidFill>
                  <a:srgbClr val="221F20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375368240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08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and Image 0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1">
            <a:extLst>
              <a:ext uri="{FF2B5EF4-FFF2-40B4-BE49-F238E27FC236}">
                <a16:creationId xmlns:a16="http://schemas.microsoft.com/office/drawing/2014/main" id="{4D455EB0-A36D-4986-9393-AA1D5CE6C067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48639" y="411480"/>
            <a:ext cx="11094720" cy="3108960"/>
          </a:xfrm>
          <a:solidFill>
            <a:srgbClr val="D5D5D7"/>
          </a:solidFill>
        </p:spPr>
        <p:txBody>
          <a:bodyPr anchor="ctr" anchorCtr="0"/>
          <a:lstStyle>
            <a:lvl1pPr marL="0" indent="0" algn="ctr">
              <a:buFontTx/>
              <a:buNone/>
              <a:defRPr sz="1000">
                <a:solidFill>
                  <a:srgbClr val="221F20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5" name="Title 2">
            <a:extLst>
              <a:ext uri="{FF2B5EF4-FFF2-40B4-BE49-F238E27FC236}">
                <a16:creationId xmlns:a16="http://schemas.microsoft.com/office/drawing/2014/main" id="{C17D0BA3-CE88-4FFE-E80D-CD039190BDD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8640" y="3794760"/>
            <a:ext cx="5364480" cy="914400"/>
          </a:xfrm>
        </p:spPr>
        <p:txBody>
          <a:bodyPr/>
          <a:lstStyle>
            <a:lvl1pPr>
              <a:defRPr sz="2800" b="1" cap="none" baseline="0"/>
            </a:lvl1pPr>
          </a:lstStyle>
          <a:p>
            <a:r>
              <a:rPr lang="en-US"/>
              <a:t>[Slide title]</a:t>
            </a:r>
          </a:p>
        </p:txBody>
      </p:sp>
      <p:sp>
        <p:nvSpPr>
          <p:cNvPr id="3" name="Content Placeholder 3"/>
          <p:cNvSpPr>
            <a:spLocks noGrp="1"/>
          </p:cNvSpPr>
          <p:nvPr>
            <p:ph sz="half" idx="1"/>
          </p:nvPr>
        </p:nvSpPr>
        <p:spPr>
          <a:xfrm>
            <a:off x="6278879" y="3794760"/>
            <a:ext cx="5364480" cy="237744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3439DE7-660B-3FA9-966D-AB1D9EF6AC81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E50EFF4B-86EB-42FB-93EA-7D8F9CB2466F}" type="datetime3">
              <a:rPr lang="en-US" smtClean="0"/>
              <a:t>23 December 2025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5763529-A3F2-C0F4-1A5C-AAFFF34D7F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399890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390">
          <p15:clr>
            <a:srgbClr val="A4A3A4"/>
          </p15:clr>
        </p15:guide>
        <p15:guide id="2" orient="horz" pos="3888">
          <p15:clr>
            <a:srgbClr val="A4A3A4"/>
          </p15:clr>
        </p15:guide>
        <p15:guide id="3" orient="horz" pos="2218">
          <p15:clr>
            <a:srgbClr val="A4A3A4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and 2 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C17D0BA3-CE88-4FFE-E80D-CD039190BDD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[Slide title]</a:t>
            </a:r>
          </a:p>
        </p:txBody>
      </p:sp>
      <p:sp>
        <p:nvSpPr>
          <p:cNvPr id="2" name="Picture Placeholder 2">
            <a:extLst>
              <a:ext uri="{FF2B5EF4-FFF2-40B4-BE49-F238E27FC236}">
                <a16:creationId xmlns:a16="http://schemas.microsoft.com/office/drawing/2014/main" id="{E4C4A4C8-609A-5582-34D3-DD47E15FD26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48639" y="1600200"/>
            <a:ext cx="5364480" cy="2286000"/>
          </a:xfrm>
          <a:solidFill>
            <a:srgbClr val="D5D5D7"/>
          </a:solidFill>
        </p:spPr>
        <p:txBody>
          <a:bodyPr anchor="ctr" anchorCtr="0"/>
          <a:lstStyle>
            <a:lvl1pPr marL="0" indent="0" algn="ctr">
              <a:buFontTx/>
              <a:buNone/>
              <a:defRPr sz="1000">
                <a:solidFill>
                  <a:srgbClr val="221F20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AE500155-914F-3AB3-C892-09CE75C5448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48637" y="4114800"/>
            <a:ext cx="5364480" cy="365760"/>
          </a:xfrm>
        </p:spPr>
        <p:txBody>
          <a:bodyPr/>
          <a:lstStyle>
            <a:lvl1pPr marL="0" indent="0">
              <a:spcBef>
                <a:spcPts val="0"/>
              </a:spcBef>
              <a:buFontTx/>
              <a:buNone/>
              <a:defRPr sz="1800" b="1"/>
            </a:lvl1pPr>
            <a:lvl2pPr marL="0" indent="0">
              <a:spcBef>
                <a:spcPts val="0"/>
              </a:spcBef>
              <a:buFontTx/>
              <a:buNone/>
              <a:defRPr sz="1800" b="1"/>
            </a:lvl2pPr>
            <a:lvl3pPr marL="0" indent="0">
              <a:spcBef>
                <a:spcPts val="0"/>
              </a:spcBef>
              <a:buFontTx/>
              <a:buNone/>
              <a:defRPr sz="1800" b="1"/>
            </a:lvl3pPr>
            <a:lvl4pPr marL="0" indent="0">
              <a:spcBef>
                <a:spcPts val="0"/>
              </a:spcBef>
              <a:buFontTx/>
              <a:buNone/>
              <a:defRPr sz="1800" b="1"/>
            </a:lvl4pPr>
            <a:lvl5pPr marL="0" indent="0">
              <a:spcBef>
                <a:spcPts val="0"/>
              </a:spcBef>
              <a:buFontTx/>
              <a:buNone/>
              <a:defRPr sz="1800" b="1"/>
            </a:lvl5pPr>
            <a:lvl6pPr marL="0" indent="0">
              <a:spcBef>
                <a:spcPts val="0"/>
              </a:spcBef>
              <a:buFontTx/>
              <a:buNone/>
              <a:defRPr sz="1800" b="1"/>
            </a:lvl6pPr>
            <a:lvl7pPr marL="0" indent="0">
              <a:spcBef>
                <a:spcPts val="0"/>
              </a:spcBef>
              <a:buFontTx/>
              <a:buNone/>
              <a:defRPr sz="1800" b="1"/>
            </a:lvl7pPr>
            <a:lvl8pPr marL="0" indent="0">
              <a:spcBef>
                <a:spcPts val="0"/>
              </a:spcBef>
              <a:buFontTx/>
              <a:buNone/>
              <a:defRPr sz="1800" b="1"/>
            </a:lvl8pPr>
            <a:lvl9pPr marL="0" indent="0">
              <a:spcBef>
                <a:spcPts val="0"/>
              </a:spcBef>
              <a:buFontTx/>
              <a:buNone/>
              <a:defRPr sz="1800" b="1"/>
            </a:lvl9pPr>
          </a:lstStyle>
          <a:p>
            <a:pPr lvl="0"/>
            <a:r>
              <a:rPr lang="en-US"/>
              <a:t>[Subtitle]</a:t>
            </a:r>
          </a:p>
        </p:txBody>
      </p:sp>
      <p:sp>
        <p:nvSpPr>
          <p:cNvPr id="3" name="Content Placeholder 4"/>
          <p:cNvSpPr>
            <a:spLocks noGrp="1"/>
          </p:cNvSpPr>
          <p:nvPr>
            <p:ph sz="half" idx="1"/>
          </p:nvPr>
        </p:nvSpPr>
        <p:spPr>
          <a:xfrm>
            <a:off x="548639" y="4526280"/>
            <a:ext cx="5364480" cy="1645920"/>
          </a:xfrm>
        </p:spPr>
        <p:txBody>
          <a:bodyPr/>
          <a:lstStyle>
            <a:lvl1pPr marL="137160" indent="-137160">
              <a:defRPr sz="1500"/>
            </a:lvl1pPr>
            <a:lvl2pPr marL="274320" indent="-137160">
              <a:defRPr sz="1500"/>
            </a:lvl2pPr>
            <a:lvl3pPr marL="411480" indent="-137160">
              <a:defRPr sz="1500"/>
            </a:lvl3pPr>
            <a:lvl4pPr marL="548640" indent="-137160">
              <a:defRPr sz="1500"/>
            </a:lvl4pPr>
            <a:lvl5pPr marL="685800" indent="-137160">
              <a:defRPr sz="1500"/>
            </a:lvl5pPr>
            <a:lvl6pPr marL="822960" indent="-137160">
              <a:defRPr sz="1500"/>
            </a:lvl6pPr>
            <a:lvl7pPr marL="960120" indent="-137160">
              <a:defRPr sz="1500"/>
            </a:lvl7pPr>
            <a:lvl8pPr marL="1097280" indent="-137160">
              <a:defRPr sz="1500"/>
            </a:lvl8pPr>
            <a:lvl9pPr marL="1234440" indent="-137160"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FC3A5FBE-3D66-4376-9A16-FE11155BA55E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6278879" y="1600200"/>
            <a:ext cx="5364480" cy="2286000"/>
          </a:xfrm>
          <a:solidFill>
            <a:srgbClr val="D5D5D7"/>
          </a:solidFill>
        </p:spPr>
        <p:txBody>
          <a:bodyPr anchor="ctr" anchorCtr="0"/>
          <a:lstStyle>
            <a:lvl1pPr marL="0" indent="0" algn="ctr">
              <a:buFontTx/>
              <a:buNone/>
              <a:defRPr sz="1000">
                <a:solidFill>
                  <a:srgbClr val="221F20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9" name="Text Placeholder 6">
            <a:extLst>
              <a:ext uri="{FF2B5EF4-FFF2-40B4-BE49-F238E27FC236}">
                <a16:creationId xmlns:a16="http://schemas.microsoft.com/office/drawing/2014/main" id="{CD5289C6-6376-08BD-CF12-DE93A92EFB7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278879" y="4114800"/>
            <a:ext cx="5364480" cy="365760"/>
          </a:xfrm>
        </p:spPr>
        <p:txBody>
          <a:bodyPr/>
          <a:lstStyle>
            <a:lvl1pPr marL="0" indent="0">
              <a:spcBef>
                <a:spcPts val="0"/>
              </a:spcBef>
              <a:buFontTx/>
              <a:buNone/>
              <a:defRPr sz="1800" b="1"/>
            </a:lvl1pPr>
            <a:lvl2pPr marL="0" indent="0">
              <a:spcBef>
                <a:spcPts val="0"/>
              </a:spcBef>
              <a:buFontTx/>
              <a:buNone/>
              <a:defRPr sz="1800" b="1"/>
            </a:lvl2pPr>
            <a:lvl3pPr marL="0" indent="0">
              <a:spcBef>
                <a:spcPts val="0"/>
              </a:spcBef>
              <a:buFontTx/>
              <a:buNone/>
              <a:defRPr sz="1800" b="1"/>
            </a:lvl3pPr>
            <a:lvl4pPr marL="0" indent="0">
              <a:spcBef>
                <a:spcPts val="0"/>
              </a:spcBef>
              <a:buFontTx/>
              <a:buNone/>
              <a:defRPr sz="1800" b="1"/>
            </a:lvl4pPr>
            <a:lvl5pPr marL="0" indent="0">
              <a:spcBef>
                <a:spcPts val="0"/>
              </a:spcBef>
              <a:buFontTx/>
              <a:buNone/>
              <a:defRPr sz="1800" b="1"/>
            </a:lvl5pPr>
            <a:lvl6pPr marL="0" indent="0">
              <a:spcBef>
                <a:spcPts val="0"/>
              </a:spcBef>
              <a:buFontTx/>
              <a:buNone/>
              <a:defRPr sz="1800" b="1"/>
            </a:lvl6pPr>
            <a:lvl7pPr marL="0" indent="0">
              <a:spcBef>
                <a:spcPts val="0"/>
              </a:spcBef>
              <a:buFontTx/>
              <a:buNone/>
              <a:defRPr sz="1800" b="1"/>
            </a:lvl7pPr>
            <a:lvl8pPr marL="0" indent="0">
              <a:spcBef>
                <a:spcPts val="0"/>
              </a:spcBef>
              <a:buFontTx/>
              <a:buNone/>
              <a:defRPr sz="1800" b="1"/>
            </a:lvl8pPr>
            <a:lvl9pPr marL="0" indent="0">
              <a:spcBef>
                <a:spcPts val="0"/>
              </a:spcBef>
              <a:buFontTx/>
              <a:buNone/>
              <a:defRPr sz="1800" b="1"/>
            </a:lvl9pPr>
          </a:lstStyle>
          <a:p>
            <a:pPr lvl="0"/>
            <a:r>
              <a:rPr lang="en-US"/>
              <a:t>[Subtitle]</a:t>
            </a:r>
          </a:p>
        </p:txBody>
      </p:sp>
      <p:sp>
        <p:nvSpPr>
          <p:cNvPr id="4" name="Content Placeholder 7"/>
          <p:cNvSpPr>
            <a:spLocks noGrp="1"/>
          </p:cNvSpPr>
          <p:nvPr>
            <p:ph sz="half" idx="2"/>
          </p:nvPr>
        </p:nvSpPr>
        <p:spPr>
          <a:xfrm>
            <a:off x="6278879" y="4526280"/>
            <a:ext cx="5364480" cy="1645920"/>
          </a:xfrm>
        </p:spPr>
        <p:txBody>
          <a:bodyPr/>
          <a:lstStyle>
            <a:lvl1pPr marL="137160" indent="-137160">
              <a:defRPr sz="1500"/>
            </a:lvl1pPr>
            <a:lvl2pPr marL="274320" indent="-137160">
              <a:defRPr sz="1500"/>
            </a:lvl2pPr>
            <a:lvl3pPr marL="411480" indent="-137160">
              <a:defRPr sz="1500"/>
            </a:lvl3pPr>
            <a:lvl4pPr marL="548640" indent="-137160">
              <a:defRPr sz="1500"/>
            </a:lvl4pPr>
            <a:lvl5pPr marL="685800" indent="-137160">
              <a:defRPr sz="1500"/>
            </a:lvl5pPr>
            <a:lvl6pPr marL="822960" indent="-137160">
              <a:defRPr sz="1500"/>
            </a:lvl6pPr>
            <a:lvl7pPr marL="960120" indent="-137160">
              <a:defRPr sz="1500"/>
            </a:lvl7pPr>
            <a:lvl8pPr marL="1097280" indent="-137160">
              <a:defRPr sz="1500"/>
            </a:lvl8pPr>
            <a:lvl9pPr marL="1234440" indent="-137160"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Date Placeholder 9">
            <a:extLst>
              <a:ext uri="{FF2B5EF4-FFF2-40B4-BE49-F238E27FC236}">
                <a16:creationId xmlns:a16="http://schemas.microsoft.com/office/drawing/2014/main" id="{E309248A-8803-C0D0-F841-DA0B643CD6D3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FB14FC24-E041-45E9-9A72-E5755A86890F}" type="datetime3">
              <a:rPr lang="en-US" smtClean="0"/>
              <a:t>23 December 2025</a:t>
            </a:fld>
            <a:endParaRPr lang="en-US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3E501E26-5E18-9AC3-2607-A695FA23E635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834858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08">
          <p15:clr>
            <a:srgbClr val="A4A3A4"/>
          </p15:clr>
        </p15:guide>
        <p15:guide id="2" orient="horz" pos="3888">
          <p15:clr>
            <a:srgbClr val="A4A3A4"/>
          </p15:clr>
        </p15:guide>
        <p15:guide id="3" orient="horz" pos="2592">
          <p15:clr>
            <a:srgbClr val="A4A3A4"/>
          </p15:clr>
        </p15:guide>
        <p15:guide id="4" orient="horz" pos="2448">
          <p15:clr>
            <a:srgbClr val="A4A3A4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and 3 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C17D0BA3-CE88-4FFE-E80D-CD039190BDD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[Slide title]</a:t>
            </a:r>
          </a:p>
        </p:txBody>
      </p:sp>
      <p:sp>
        <p:nvSpPr>
          <p:cNvPr id="2" name="Picture Placeholder 2">
            <a:extLst>
              <a:ext uri="{FF2B5EF4-FFF2-40B4-BE49-F238E27FC236}">
                <a16:creationId xmlns:a16="http://schemas.microsoft.com/office/drawing/2014/main" id="{E4C4A4C8-609A-5582-34D3-DD47E15FD26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48639" y="1600200"/>
            <a:ext cx="3450336" cy="1691640"/>
          </a:xfrm>
          <a:solidFill>
            <a:srgbClr val="D5D5D7"/>
          </a:solidFill>
        </p:spPr>
        <p:txBody>
          <a:bodyPr anchor="ctr" anchorCtr="0"/>
          <a:lstStyle>
            <a:lvl1pPr marL="0" indent="0" algn="ctr">
              <a:buFontTx/>
              <a:buNone/>
              <a:defRPr sz="1000">
                <a:solidFill>
                  <a:srgbClr val="221F20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AE500155-914F-3AB3-C892-09CE75C5448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48637" y="3520440"/>
            <a:ext cx="3450336" cy="365760"/>
          </a:xfrm>
        </p:spPr>
        <p:txBody>
          <a:bodyPr/>
          <a:lstStyle>
            <a:lvl1pPr marL="0" indent="0">
              <a:spcBef>
                <a:spcPts val="0"/>
              </a:spcBef>
              <a:buFontTx/>
              <a:buNone/>
              <a:defRPr sz="1800" b="1"/>
            </a:lvl1pPr>
            <a:lvl2pPr marL="0" indent="0">
              <a:spcBef>
                <a:spcPts val="0"/>
              </a:spcBef>
              <a:buFontTx/>
              <a:buNone/>
              <a:defRPr sz="1800" b="1"/>
            </a:lvl2pPr>
            <a:lvl3pPr marL="0" indent="0">
              <a:spcBef>
                <a:spcPts val="0"/>
              </a:spcBef>
              <a:buFontTx/>
              <a:buNone/>
              <a:defRPr sz="1800" b="1"/>
            </a:lvl3pPr>
            <a:lvl4pPr marL="0" indent="0">
              <a:spcBef>
                <a:spcPts val="0"/>
              </a:spcBef>
              <a:buFontTx/>
              <a:buNone/>
              <a:defRPr sz="1800" b="1"/>
            </a:lvl4pPr>
            <a:lvl5pPr marL="0" indent="0">
              <a:spcBef>
                <a:spcPts val="0"/>
              </a:spcBef>
              <a:buFontTx/>
              <a:buNone/>
              <a:defRPr sz="1800" b="1"/>
            </a:lvl5pPr>
            <a:lvl6pPr marL="0" indent="0">
              <a:spcBef>
                <a:spcPts val="0"/>
              </a:spcBef>
              <a:buFontTx/>
              <a:buNone/>
              <a:defRPr sz="1800" b="1"/>
            </a:lvl6pPr>
            <a:lvl7pPr marL="0" indent="0">
              <a:spcBef>
                <a:spcPts val="0"/>
              </a:spcBef>
              <a:buFontTx/>
              <a:buNone/>
              <a:defRPr sz="1800" b="1"/>
            </a:lvl7pPr>
            <a:lvl8pPr marL="0" indent="0">
              <a:spcBef>
                <a:spcPts val="0"/>
              </a:spcBef>
              <a:buFontTx/>
              <a:buNone/>
              <a:defRPr sz="1800" b="1"/>
            </a:lvl8pPr>
            <a:lvl9pPr marL="0" indent="0">
              <a:spcBef>
                <a:spcPts val="0"/>
              </a:spcBef>
              <a:buFontTx/>
              <a:buNone/>
              <a:defRPr sz="1800" b="1"/>
            </a:lvl9pPr>
          </a:lstStyle>
          <a:p>
            <a:pPr lvl="0"/>
            <a:r>
              <a:rPr lang="en-US"/>
              <a:t>[Subtitle]</a:t>
            </a:r>
          </a:p>
        </p:txBody>
      </p:sp>
      <p:sp>
        <p:nvSpPr>
          <p:cNvPr id="3" name="Content Placeholder 4"/>
          <p:cNvSpPr>
            <a:spLocks noGrp="1"/>
          </p:cNvSpPr>
          <p:nvPr>
            <p:ph sz="half" idx="1"/>
          </p:nvPr>
        </p:nvSpPr>
        <p:spPr>
          <a:xfrm>
            <a:off x="548639" y="3931920"/>
            <a:ext cx="3450336" cy="2240280"/>
          </a:xfrm>
        </p:spPr>
        <p:txBody>
          <a:bodyPr/>
          <a:lstStyle>
            <a:lvl1pPr marL="137160" indent="-137160">
              <a:defRPr sz="1500"/>
            </a:lvl1pPr>
            <a:lvl2pPr marL="274320" indent="-137160">
              <a:defRPr sz="1500"/>
            </a:lvl2pPr>
            <a:lvl3pPr marL="411480" indent="-137160">
              <a:defRPr sz="1500"/>
            </a:lvl3pPr>
            <a:lvl4pPr marL="548640" indent="-137160">
              <a:defRPr sz="1500"/>
            </a:lvl4pPr>
            <a:lvl5pPr marL="685800" indent="-137160">
              <a:defRPr sz="1500"/>
            </a:lvl5pPr>
            <a:lvl6pPr marL="822960" indent="-137160">
              <a:defRPr sz="1500"/>
            </a:lvl6pPr>
            <a:lvl7pPr marL="960120" indent="-137160">
              <a:defRPr sz="1500"/>
            </a:lvl7pPr>
            <a:lvl8pPr marL="1097280" indent="-137160">
              <a:defRPr sz="1500"/>
            </a:lvl8pPr>
            <a:lvl9pPr marL="1234440" indent="-137160"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FC3A5FBE-3D66-4376-9A16-FE11155BA55E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4370831" y="1600200"/>
            <a:ext cx="3450336" cy="1691640"/>
          </a:xfrm>
          <a:solidFill>
            <a:srgbClr val="D5D5D7"/>
          </a:solidFill>
        </p:spPr>
        <p:txBody>
          <a:bodyPr anchor="ctr" anchorCtr="0"/>
          <a:lstStyle>
            <a:lvl1pPr marL="0" indent="0" algn="ctr">
              <a:buFontTx/>
              <a:buNone/>
              <a:defRPr sz="1000">
                <a:solidFill>
                  <a:srgbClr val="221F20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9" name="Text Placeholder 6">
            <a:extLst>
              <a:ext uri="{FF2B5EF4-FFF2-40B4-BE49-F238E27FC236}">
                <a16:creationId xmlns:a16="http://schemas.microsoft.com/office/drawing/2014/main" id="{CD5289C6-6376-08BD-CF12-DE93A92EFB7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370831" y="3520440"/>
            <a:ext cx="3450336" cy="365760"/>
          </a:xfrm>
        </p:spPr>
        <p:txBody>
          <a:bodyPr/>
          <a:lstStyle>
            <a:lvl1pPr marL="0" indent="0">
              <a:spcBef>
                <a:spcPts val="0"/>
              </a:spcBef>
              <a:buFontTx/>
              <a:buNone/>
              <a:defRPr sz="1800" b="1"/>
            </a:lvl1pPr>
            <a:lvl2pPr marL="0" indent="0">
              <a:spcBef>
                <a:spcPts val="0"/>
              </a:spcBef>
              <a:buFontTx/>
              <a:buNone/>
              <a:defRPr sz="1800" b="1"/>
            </a:lvl2pPr>
            <a:lvl3pPr marL="0" indent="0">
              <a:spcBef>
                <a:spcPts val="0"/>
              </a:spcBef>
              <a:buFontTx/>
              <a:buNone/>
              <a:defRPr sz="1800" b="1"/>
            </a:lvl3pPr>
            <a:lvl4pPr marL="0" indent="0">
              <a:spcBef>
                <a:spcPts val="0"/>
              </a:spcBef>
              <a:buFontTx/>
              <a:buNone/>
              <a:defRPr sz="1800" b="1"/>
            </a:lvl4pPr>
            <a:lvl5pPr marL="0" indent="0">
              <a:spcBef>
                <a:spcPts val="0"/>
              </a:spcBef>
              <a:buFontTx/>
              <a:buNone/>
              <a:defRPr sz="1800" b="1"/>
            </a:lvl5pPr>
            <a:lvl6pPr marL="0" indent="0">
              <a:spcBef>
                <a:spcPts val="0"/>
              </a:spcBef>
              <a:buFontTx/>
              <a:buNone/>
              <a:defRPr sz="1800" b="1"/>
            </a:lvl6pPr>
            <a:lvl7pPr marL="0" indent="0">
              <a:spcBef>
                <a:spcPts val="0"/>
              </a:spcBef>
              <a:buFontTx/>
              <a:buNone/>
              <a:defRPr sz="1800" b="1"/>
            </a:lvl7pPr>
            <a:lvl8pPr marL="0" indent="0">
              <a:spcBef>
                <a:spcPts val="0"/>
              </a:spcBef>
              <a:buFontTx/>
              <a:buNone/>
              <a:defRPr sz="1800" b="1"/>
            </a:lvl8pPr>
            <a:lvl9pPr marL="0" indent="0">
              <a:spcBef>
                <a:spcPts val="0"/>
              </a:spcBef>
              <a:buFontTx/>
              <a:buNone/>
              <a:defRPr sz="1800" b="1"/>
            </a:lvl9pPr>
          </a:lstStyle>
          <a:p>
            <a:pPr lvl="0"/>
            <a:r>
              <a:rPr lang="en-US"/>
              <a:t>[Subtitle]</a:t>
            </a:r>
          </a:p>
        </p:txBody>
      </p:sp>
      <p:sp>
        <p:nvSpPr>
          <p:cNvPr id="4" name="Content Placeholder 7"/>
          <p:cNvSpPr>
            <a:spLocks noGrp="1"/>
          </p:cNvSpPr>
          <p:nvPr>
            <p:ph sz="half" idx="2"/>
          </p:nvPr>
        </p:nvSpPr>
        <p:spPr>
          <a:xfrm>
            <a:off x="4370831" y="3931920"/>
            <a:ext cx="3450336" cy="2240280"/>
          </a:xfrm>
        </p:spPr>
        <p:txBody>
          <a:bodyPr/>
          <a:lstStyle>
            <a:lvl1pPr marL="137160" indent="-137160">
              <a:defRPr sz="1500"/>
            </a:lvl1pPr>
            <a:lvl2pPr marL="274320" indent="-137160">
              <a:defRPr sz="1500"/>
            </a:lvl2pPr>
            <a:lvl3pPr marL="411480" indent="-137160">
              <a:defRPr sz="1500"/>
            </a:lvl3pPr>
            <a:lvl4pPr marL="548640" indent="-137160">
              <a:defRPr sz="1500"/>
            </a:lvl4pPr>
            <a:lvl5pPr marL="685800" indent="-137160">
              <a:defRPr sz="1500"/>
            </a:lvl5pPr>
            <a:lvl6pPr marL="822960" indent="-137160">
              <a:defRPr sz="1500"/>
            </a:lvl6pPr>
            <a:lvl7pPr marL="960120" indent="-137160">
              <a:defRPr sz="1500"/>
            </a:lvl7pPr>
            <a:lvl8pPr marL="1097280" indent="-137160">
              <a:defRPr sz="1500"/>
            </a:lvl8pPr>
            <a:lvl9pPr marL="1234440" indent="-137160"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Picture Placeholder 8">
            <a:extLst>
              <a:ext uri="{FF2B5EF4-FFF2-40B4-BE49-F238E27FC236}">
                <a16:creationId xmlns:a16="http://schemas.microsoft.com/office/drawing/2014/main" id="{2F1293E6-42E9-E8B5-FFA8-86FB82D4865C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8193023" y="1600200"/>
            <a:ext cx="3450336" cy="1691640"/>
          </a:xfrm>
          <a:solidFill>
            <a:srgbClr val="D5D5D7"/>
          </a:solidFill>
        </p:spPr>
        <p:txBody>
          <a:bodyPr anchor="ctr" anchorCtr="0"/>
          <a:lstStyle>
            <a:lvl1pPr marL="0" indent="0" algn="ctr">
              <a:buFontTx/>
              <a:buNone/>
              <a:defRPr sz="1000">
                <a:solidFill>
                  <a:srgbClr val="221F20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1" name="Text Placeholder 9">
            <a:extLst>
              <a:ext uri="{FF2B5EF4-FFF2-40B4-BE49-F238E27FC236}">
                <a16:creationId xmlns:a16="http://schemas.microsoft.com/office/drawing/2014/main" id="{1A0087B1-BE04-FAAE-807C-18D539A5855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8193023" y="3520440"/>
            <a:ext cx="3450336" cy="365760"/>
          </a:xfrm>
        </p:spPr>
        <p:txBody>
          <a:bodyPr/>
          <a:lstStyle>
            <a:lvl1pPr marL="0" indent="0">
              <a:spcBef>
                <a:spcPts val="0"/>
              </a:spcBef>
              <a:buFontTx/>
              <a:buNone/>
              <a:defRPr sz="1800" b="1"/>
            </a:lvl1pPr>
            <a:lvl2pPr marL="0" indent="0">
              <a:spcBef>
                <a:spcPts val="0"/>
              </a:spcBef>
              <a:buFontTx/>
              <a:buNone/>
              <a:defRPr sz="1800" b="1"/>
            </a:lvl2pPr>
            <a:lvl3pPr marL="0" indent="0">
              <a:spcBef>
                <a:spcPts val="0"/>
              </a:spcBef>
              <a:buFontTx/>
              <a:buNone/>
              <a:defRPr sz="1800" b="1"/>
            </a:lvl3pPr>
            <a:lvl4pPr marL="0" indent="0">
              <a:spcBef>
                <a:spcPts val="0"/>
              </a:spcBef>
              <a:buFontTx/>
              <a:buNone/>
              <a:defRPr sz="1800" b="1"/>
            </a:lvl4pPr>
            <a:lvl5pPr marL="0" indent="0">
              <a:spcBef>
                <a:spcPts val="0"/>
              </a:spcBef>
              <a:buFontTx/>
              <a:buNone/>
              <a:defRPr sz="1800" b="1"/>
            </a:lvl5pPr>
            <a:lvl6pPr marL="0" indent="0">
              <a:spcBef>
                <a:spcPts val="0"/>
              </a:spcBef>
              <a:buFontTx/>
              <a:buNone/>
              <a:defRPr sz="1800" b="1"/>
            </a:lvl6pPr>
            <a:lvl7pPr marL="0" indent="0">
              <a:spcBef>
                <a:spcPts val="0"/>
              </a:spcBef>
              <a:buFontTx/>
              <a:buNone/>
              <a:defRPr sz="1800" b="1"/>
            </a:lvl7pPr>
            <a:lvl8pPr marL="0" indent="0">
              <a:spcBef>
                <a:spcPts val="0"/>
              </a:spcBef>
              <a:buFontTx/>
              <a:buNone/>
              <a:defRPr sz="1800" b="1"/>
            </a:lvl8pPr>
            <a:lvl9pPr marL="0" indent="0">
              <a:spcBef>
                <a:spcPts val="0"/>
              </a:spcBef>
              <a:buFontTx/>
              <a:buNone/>
              <a:defRPr sz="1800" b="1"/>
            </a:lvl9pPr>
          </a:lstStyle>
          <a:p>
            <a:pPr lvl="0"/>
            <a:r>
              <a:rPr lang="en-US"/>
              <a:t>[Subtitle]</a:t>
            </a:r>
          </a:p>
        </p:txBody>
      </p:sp>
      <p:sp>
        <p:nvSpPr>
          <p:cNvPr id="12" name="Content Placeholder 10">
            <a:extLst>
              <a:ext uri="{FF2B5EF4-FFF2-40B4-BE49-F238E27FC236}">
                <a16:creationId xmlns:a16="http://schemas.microsoft.com/office/drawing/2014/main" id="{9A4D43E8-8B9E-0180-3592-10B667D09516}"/>
              </a:ext>
            </a:extLst>
          </p:cNvPr>
          <p:cNvSpPr>
            <a:spLocks noGrp="1"/>
          </p:cNvSpPr>
          <p:nvPr>
            <p:ph sz="half" idx="17"/>
          </p:nvPr>
        </p:nvSpPr>
        <p:spPr>
          <a:xfrm>
            <a:off x="8193023" y="3931920"/>
            <a:ext cx="3450336" cy="2240280"/>
          </a:xfrm>
        </p:spPr>
        <p:txBody>
          <a:bodyPr/>
          <a:lstStyle>
            <a:lvl1pPr marL="137160" indent="-137160">
              <a:defRPr sz="1500"/>
            </a:lvl1pPr>
            <a:lvl2pPr marL="274320" indent="-137160">
              <a:defRPr sz="1500"/>
            </a:lvl2pPr>
            <a:lvl3pPr marL="411480" indent="-137160">
              <a:defRPr sz="1500"/>
            </a:lvl3pPr>
            <a:lvl4pPr marL="548640" indent="-137160">
              <a:defRPr sz="1500"/>
            </a:lvl4pPr>
            <a:lvl5pPr marL="685800" indent="-137160">
              <a:defRPr sz="1500"/>
            </a:lvl5pPr>
            <a:lvl6pPr marL="822960" indent="-137160">
              <a:defRPr sz="1500"/>
            </a:lvl6pPr>
            <a:lvl7pPr marL="960120" indent="-137160">
              <a:defRPr sz="1500"/>
            </a:lvl7pPr>
            <a:lvl8pPr marL="1097280" indent="-137160">
              <a:defRPr sz="1500"/>
            </a:lvl8pPr>
            <a:lvl9pPr marL="1234440" indent="-137160"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Date Placeholder 12">
            <a:extLst>
              <a:ext uri="{FF2B5EF4-FFF2-40B4-BE49-F238E27FC236}">
                <a16:creationId xmlns:a16="http://schemas.microsoft.com/office/drawing/2014/main" id="{BCC41EC7-A74C-7FAC-CAAF-B45134A90C1F}"/>
              </a:ext>
            </a:extLst>
          </p:cNvPr>
          <p:cNvSpPr>
            <a:spLocks noGrp="1"/>
          </p:cNvSpPr>
          <p:nvPr>
            <p:ph type="dt" sz="half" idx="18"/>
          </p:nvPr>
        </p:nvSpPr>
        <p:spPr/>
        <p:txBody>
          <a:bodyPr/>
          <a:lstStyle/>
          <a:p>
            <a:fld id="{98A19125-94A7-4474-858C-FD9C4ABE9DDA}" type="datetime3">
              <a:rPr lang="en-US" smtClean="0"/>
              <a:t>23 December 2025</a:t>
            </a:fld>
            <a:endParaRPr lang="en-US"/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0DCE38A9-CABF-9588-DDD8-93DD198F7EC2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103368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08">
          <p15:clr>
            <a:srgbClr val="A4A3A4"/>
          </p15:clr>
        </p15:guide>
        <p15:guide id="2" orient="horz" pos="2218">
          <p15:clr>
            <a:srgbClr val="A4A3A4"/>
          </p15:clr>
        </p15:guide>
        <p15:guide id="3" orient="horz" pos="3888">
          <p15:clr>
            <a:srgbClr val="A4A3A4"/>
          </p15:clr>
        </p15:guide>
        <p15:guide id="4" orient="horz" pos="2074">
          <p15:clr>
            <a:srgbClr val="A4A3A4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and 4 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C17D0BA3-CE88-4FFE-E80D-CD039190BDD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[Slide title]</a:t>
            </a:r>
          </a:p>
        </p:txBody>
      </p:sp>
      <p:sp>
        <p:nvSpPr>
          <p:cNvPr id="2" name="Picture Placeholder 2">
            <a:extLst>
              <a:ext uri="{FF2B5EF4-FFF2-40B4-BE49-F238E27FC236}">
                <a16:creationId xmlns:a16="http://schemas.microsoft.com/office/drawing/2014/main" id="{E4C4A4C8-609A-5582-34D3-DD47E15FD26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48641" y="1600200"/>
            <a:ext cx="2499359" cy="1234440"/>
          </a:xfrm>
          <a:solidFill>
            <a:srgbClr val="D5D5D7"/>
          </a:solidFill>
        </p:spPr>
        <p:txBody>
          <a:bodyPr anchor="ctr" anchorCtr="0"/>
          <a:lstStyle>
            <a:lvl1pPr marL="0" indent="0" algn="ctr">
              <a:buFontTx/>
              <a:buNone/>
              <a:defRPr sz="1000">
                <a:solidFill>
                  <a:srgbClr val="221F20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AE500155-914F-3AB3-C892-09CE75C5448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48639" y="3063240"/>
            <a:ext cx="2499359" cy="365760"/>
          </a:xfrm>
        </p:spPr>
        <p:txBody>
          <a:bodyPr/>
          <a:lstStyle>
            <a:lvl1pPr marL="0" indent="0">
              <a:spcBef>
                <a:spcPts val="0"/>
              </a:spcBef>
              <a:buFontTx/>
              <a:buNone/>
              <a:defRPr sz="1600" b="1"/>
            </a:lvl1pPr>
            <a:lvl2pPr marL="0" indent="0">
              <a:spcBef>
                <a:spcPts val="0"/>
              </a:spcBef>
              <a:buFontTx/>
              <a:buNone/>
              <a:defRPr sz="1600" b="1"/>
            </a:lvl2pPr>
            <a:lvl3pPr marL="0" indent="0">
              <a:spcBef>
                <a:spcPts val="0"/>
              </a:spcBef>
              <a:buFontTx/>
              <a:buNone/>
              <a:defRPr sz="1600" b="1"/>
            </a:lvl3pPr>
            <a:lvl4pPr marL="0" indent="0">
              <a:spcBef>
                <a:spcPts val="0"/>
              </a:spcBef>
              <a:buFontTx/>
              <a:buNone/>
              <a:defRPr sz="1600" b="1"/>
            </a:lvl4pPr>
            <a:lvl5pPr marL="0" indent="0">
              <a:spcBef>
                <a:spcPts val="0"/>
              </a:spcBef>
              <a:buFontTx/>
              <a:buNone/>
              <a:defRPr sz="1600" b="1"/>
            </a:lvl5pPr>
            <a:lvl6pPr marL="0" indent="0">
              <a:spcBef>
                <a:spcPts val="0"/>
              </a:spcBef>
              <a:buFontTx/>
              <a:buNone/>
              <a:defRPr sz="1600" b="1"/>
            </a:lvl6pPr>
            <a:lvl7pPr marL="0" indent="0">
              <a:spcBef>
                <a:spcPts val="0"/>
              </a:spcBef>
              <a:buFontTx/>
              <a:buNone/>
              <a:defRPr sz="1600" b="1"/>
            </a:lvl7pPr>
            <a:lvl8pPr marL="0" indent="0">
              <a:spcBef>
                <a:spcPts val="0"/>
              </a:spcBef>
              <a:buFontTx/>
              <a:buNone/>
              <a:defRPr sz="1600" b="1"/>
            </a:lvl8pPr>
            <a:lvl9pPr marL="0" indent="0">
              <a:spcBef>
                <a:spcPts val="0"/>
              </a:spcBef>
              <a:buFontTx/>
              <a:buNone/>
              <a:defRPr sz="1600" b="1"/>
            </a:lvl9pPr>
          </a:lstStyle>
          <a:p>
            <a:pPr lvl="0"/>
            <a:r>
              <a:rPr lang="en-US"/>
              <a:t>[Subtitle]</a:t>
            </a:r>
          </a:p>
        </p:txBody>
      </p:sp>
      <p:sp>
        <p:nvSpPr>
          <p:cNvPr id="3" name="Content Placeholder 4"/>
          <p:cNvSpPr>
            <a:spLocks noGrp="1"/>
          </p:cNvSpPr>
          <p:nvPr>
            <p:ph sz="half" idx="1"/>
          </p:nvPr>
        </p:nvSpPr>
        <p:spPr>
          <a:xfrm>
            <a:off x="548641" y="3474720"/>
            <a:ext cx="2499359" cy="2697480"/>
          </a:xfrm>
        </p:spPr>
        <p:txBody>
          <a:bodyPr/>
          <a:lstStyle>
            <a:lvl1pPr marL="137160" indent="-137160">
              <a:defRPr sz="1300"/>
            </a:lvl1pPr>
            <a:lvl2pPr marL="274320" indent="-137160">
              <a:defRPr sz="1300"/>
            </a:lvl2pPr>
            <a:lvl3pPr marL="411480" indent="-137160">
              <a:defRPr sz="1300"/>
            </a:lvl3pPr>
            <a:lvl4pPr marL="548640" indent="-137160">
              <a:defRPr sz="1300"/>
            </a:lvl4pPr>
            <a:lvl5pPr marL="685800" indent="-137160">
              <a:defRPr sz="1300"/>
            </a:lvl5pPr>
            <a:lvl6pPr marL="822960" indent="-137160">
              <a:defRPr sz="1300"/>
            </a:lvl6pPr>
            <a:lvl7pPr marL="960120" indent="-137160">
              <a:defRPr sz="1300"/>
            </a:lvl7pPr>
            <a:lvl8pPr marL="1097280" indent="-137160">
              <a:defRPr sz="1300"/>
            </a:lvl8pPr>
            <a:lvl9pPr marL="1234440" indent="-137160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FC3A5FBE-3D66-4376-9A16-FE11155BA55E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3428805" y="1600200"/>
            <a:ext cx="2499359" cy="1234440"/>
          </a:xfrm>
          <a:solidFill>
            <a:srgbClr val="D5D5D7"/>
          </a:solidFill>
        </p:spPr>
        <p:txBody>
          <a:bodyPr anchor="ctr" anchorCtr="0"/>
          <a:lstStyle>
            <a:lvl1pPr marL="0" indent="0" algn="ctr">
              <a:buFontTx/>
              <a:buNone/>
              <a:defRPr sz="1000">
                <a:solidFill>
                  <a:srgbClr val="221F20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9" name="Text Placeholder 6">
            <a:extLst>
              <a:ext uri="{FF2B5EF4-FFF2-40B4-BE49-F238E27FC236}">
                <a16:creationId xmlns:a16="http://schemas.microsoft.com/office/drawing/2014/main" id="{CD5289C6-6376-08BD-CF12-DE93A92EFB7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428805" y="3063240"/>
            <a:ext cx="2499359" cy="365760"/>
          </a:xfrm>
        </p:spPr>
        <p:txBody>
          <a:bodyPr/>
          <a:lstStyle>
            <a:lvl1pPr marL="0" indent="0">
              <a:spcBef>
                <a:spcPts val="0"/>
              </a:spcBef>
              <a:buFontTx/>
              <a:buNone/>
              <a:defRPr sz="1600" b="1"/>
            </a:lvl1pPr>
            <a:lvl2pPr marL="0" indent="0">
              <a:spcBef>
                <a:spcPts val="0"/>
              </a:spcBef>
              <a:buFontTx/>
              <a:buNone/>
              <a:defRPr sz="1600" b="1"/>
            </a:lvl2pPr>
            <a:lvl3pPr marL="0" indent="0">
              <a:spcBef>
                <a:spcPts val="0"/>
              </a:spcBef>
              <a:buFontTx/>
              <a:buNone/>
              <a:defRPr sz="1600" b="1"/>
            </a:lvl3pPr>
            <a:lvl4pPr marL="0" indent="0">
              <a:spcBef>
                <a:spcPts val="0"/>
              </a:spcBef>
              <a:buFontTx/>
              <a:buNone/>
              <a:defRPr sz="1600" b="1"/>
            </a:lvl4pPr>
            <a:lvl5pPr marL="0" indent="0">
              <a:spcBef>
                <a:spcPts val="0"/>
              </a:spcBef>
              <a:buFontTx/>
              <a:buNone/>
              <a:defRPr sz="1600" b="1"/>
            </a:lvl5pPr>
            <a:lvl6pPr marL="0" indent="0">
              <a:spcBef>
                <a:spcPts val="0"/>
              </a:spcBef>
              <a:buFontTx/>
              <a:buNone/>
              <a:defRPr sz="1600" b="1"/>
            </a:lvl6pPr>
            <a:lvl7pPr marL="0" indent="0">
              <a:spcBef>
                <a:spcPts val="0"/>
              </a:spcBef>
              <a:buFontTx/>
              <a:buNone/>
              <a:defRPr sz="1600" b="1"/>
            </a:lvl7pPr>
            <a:lvl8pPr marL="0" indent="0">
              <a:spcBef>
                <a:spcPts val="0"/>
              </a:spcBef>
              <a:buFontTx/>
              <a:buNone/>
              <a:defRPr sz="1600" b="1"/>
            </a:lvl8pPr>
            <a:lvl9pPr marL="0" indent="0">
              <a:spcBef>
                <a:spcPts val="0"/>
              </a:spcBef>
              <a:buFontTx/>
              <a:buNone/>
              <a:defRPr sz="1600" b="1"/>
            </a:lvl9pPr>
          </a:lstStyle>
          <a:p>
            <a:pPr lvl="0"/>
            <a:r>
              <a:rPr lang="en-US"/>
              <a:t>[Subtitle]</a:t>
            </a:r>
          </a:p>
        </p:txBody>
      </p:sp>
      <p:sp>
        <p:nvSpPr>
          <p:cNvPr id="4" name="Content Placeholder 7"/>
          <p:cNvSpPr>
            <a:spLocks noGrp="1"/>
          </p:cNvSpPr>
          <p:nvPr>
            <p:ph sz="half" idx="2"/>
          </p:nvPr>
        </p:nvSpPr>
        <p:spPr>
          <a:xfrm>
            <a:off x="3428805" y="3474720"/>
            <a:ext cx="2499359" cy="2697480"/>
          </a:xfrm>
        </p:spPr>
        <p:txBody>
          <a:bodyPr/>
          <a:lstStyle>
            <a:lvl1pPr marL="137160" indent="-137160">
              <a:defRPr sz="1300"/>
            </a:lvl1pPr>
            <a:lvl2pPr marL="274320" indent="-137160">
              <a:defRPr sz="1300"/>
            </a:lvl2pPr>
            <a:lvl3pPr marL="411480" indent="-137160">
              <a:defRPr sz="1300"/>
            </a:lvl3pPr>
            <a:lvl4pPr marL="548640" indent="-137160">
              <a:defRPr sz="1300"/>
            </a:lvl4pPr>
            <a:lvl5pPr marL="685800" indent="-137160">
              <a:defRPr sz="1300"/>
            </a:lvl5pPr>
            <a:lvl6pPr marL="822960" indent="-137160">
              <a:defRPr sz="1300"/>
            </a:lvl6pPr>
            <a:lvl7pPr marL="960120" indent="-137160">
              <a:defRPr sz="1300"/>
            </a:lvl7pPr>
            <a:lvl8pPr marL="1097280" indent="-137160">
              <a:defRPr sz="1300"/>
            </a:lvl8pPr>
            <a:lvl9pPr marL="1234440" indent="-137160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Picture Placeholder 8">
            <a:extLst>
              <a:ext uri="{FF2B5EF4-FFF2-40B4-BE49-F238E27FC236}">
                <a16:creationId xmlns:a16="http://schemas.microsoft.com/office/drawing/2014/main" id="{2F1293E6-42E9-E8B5-FFA8-86FB82D4865C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263841" y="1600200"/>
            <a:ext cx="2499359" cy="1234440"/>
          </a:xfrm>
          <a:solidFill>
            <a:srgbClr val="D5D5D7"/>
          </a:solidFill>
        </p:spPr>
        <p:txBody>
          <a:bodyPr anchor="ctr" anchorCtr="0"/>
          <a:lstStyle>
            <a:lvl1pPr marL="0" indent="0" algn="ctr">
              <a:buFontTx/>
              <a:buNone/>
              <a:defRPr sz="1000">
                <a:solidFill>
                  <a:srgbClr val="221F20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1" name="Text Placeholder 9">
            <a:extLst>
              <a:ext uri="{FF2B5EF4-FFF2-40B4-BE49-F238E27FC236}">
                <a16:creationId xmlns:a16="http://schemas.microsoft.com/office/drawing/2014/main" id="{1A0087B1-BE04-FAAE-807C-18D539A5855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263841" y="3063240"/>
            <a:ext cx="2499359" cy="365760"/>
          </a:xfrm>
        </p:spPr>
        <p:txBody>
          <a:bodyPr/>
          <a:lstStyle>
            <a:lvl1pPr marL="0" indent="0">
              <a:spcBef>
                <a:spcPts val="0"/>
              </a:spcBef>
              <a:buFontTx/>
              <a:buNone/>
              <a:defRPr sz="1600" b="1"/>
            </a:lvl1pPr>
            <a:lvl2pPr marL="0" indent="0">
              <a:spcBef>
                <a:spcPts val="0"/>
              </a:spcBef>
              <a:buFontTx/>
              <a:buNone/>
              <a:defRPr sz="1600" b="1"/>
            </a:lvl2pPr>
            <a:lvl3pPr marL="0" indent="0">
              <a:spcBef>
                <a:spcPts val="0"/>
              </a:spcBef>
              <a:buFontTx/>
              <a:buNone/>
              <a:defRPr sz="1600" b="1"/>
            </a:lvl3pPr>
            <a:lvl4pPr marL="0" indent="0">
              <a:spcBef>
                <a:spcPts val="0"/>
              </a:spcBef>
              <a:buFontTx/>
              <a:buNone/>
              <a:defRPr sz="1600" b="1"/>
            </a:lvl4pPr>
            <a:lvl5pPr marL="0" indent="0">
              <a:spcBef>
                <a:spcPts val="0"/>
              </a:spcBef>
              <a:buFontTx/>
              <a:buNone/>
              <a:defRPr sz="1600" b="1"/>
            </a:lvl5pPr>
            <a:lvl6pPr marL="0" indent="0">
              <a:spcBef>
                <a:spcPts val="0"/>
              </a:spcBef>
              <a:buFontTx/>
              <a:buNone/>
              <a:defRPr sz="1600" b="1"/>
            </a:lvl6pPr>
            <a:lvl7pPr marL="0" indent="0">
              <a:spcBef>
                <a:spcPts val="0"/>
              </a:spcBef>
              <a:buFontTx/>
              <a:buNone/>
              <a:defRPr sz="1600" b="1"/>
            </a:lvl7pPr>
            <a:lvl8pPr marL="0" indent="0">
              <a:spcBef>
                <a:spcPts val="0"/>
              </a:spcBef>
              <a:buFontTx/>
              <a:buNone/>
              <a:defRPr sz="1600" b="1"/>
            </a:lvl8pPr>
            <a:lvl9pPr marL="0" indent="0">
              <a:spcBef>
                <a:spcPts val="0"/>
              </a:spcBef>
              <a:buFontTx/>
              <a:buNone/>
              <a:defRPr sz="1600" b="1"/>
            </a:lvl9pPr>
          </a:lstStyle>
          <a:p>
            <a:pPr lvl="0"/>
            <a:r>
              <a:rPr lang="en-US"/>
              <a:t>[Subtitle]</a:t>
            </a:r>
          </a:p>
        </p:txBody>
      </p:sp>
      <p:sp>
        <p:nvSpPr>
          <p:cNvPr id="12" name="Content Placeholder 10">
            <a:extLst>
              <a:ext uri="{FF2B5EF4-FFF2-40B4-BE49-F238E27FC236}">
                <a16:creationId xmlns:a16="http://schemas.microsoft.com/office/drawing/2014/main" id="{9A4D43E8-8B9E-0180-3592-10B667D09516}"/>
              </a:ext>
            </a:extLst>
          </p:cNvPr>
          <p:cNvSpPr>
            <a:spLocks noGrp="1"/>
          </p:cNvSpPr>
          <p:nvPr>
            <p:ph sz="half" idx="17"/>
          </p:nvPr>
        </p:nvSpPr>
        <p:spPr>
          <a:xfrm>
            <a:off x="6263841" y="3474720"/>
            <a:ext cx="2499359" cy="2697480"/>
          </a:xfrm>
        </p:spPr>
        <p:txBody>
          <a:bodyPr/>
          <a:lstStyle>
            <a:lvl1pPr marL="137160" indent="-137160">
              <a:defRPr sz="1300"/>
            </a:lvl1pPr>
            <a:lvl2pPr marL="274320" indent="-137160">
              <a:defRPr sz="1300"/>
            </a:lvl2pPr>
            <a:lvl3pPr marL="411480" indent="-137160">
              <a:defRPr sz="1300"/>
            </a:lvl3pPr>
            <a:lvl4pPr marL="548640" indent="-137160">
              <a:defRPr sz="1300"/>
            </a:lvl4pPr>
            <a:lvl5pPr marL="685800" indent="-137160">
              <a:defRPr sz="1300"/>
            </a:lvl5pPr>
            <a:lvl6pPr marL="822960" indent="-137160">
              <a:defRPr sz="1300"/>
            </a:lvl6pPr>
            <a:lvl7pPr marL="960120" indent="-137160">
              <a:defRPr sz="1300"/>
            </a:lvl7pPr>
            <a:lvl8pPr marL="1097280" indent="-137160">
              <a:defRPr sz="1300"/>
            </a:lvl8pPr>
            <a:lvl9pPr marL="1234440" indent="-137160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Picture Placeholder 11">
            <a:extLst>
              <a:ext uri="{FF2B5EF4-FFF2-40B4-BE49-F238E27FC236}">
                <a16:creationId xmlns:a16="http://schemas.microsoft.com/office/drawing/2014/main" id="{D206E8B5-48CF-3920-10E8-5C214FEE93B1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9144001" y="1600200"/>
            <a:ext cx="2499359" cy="1234440"/>
          </a:xfrm>
          <a:solidFill>
            <a:srgbClr val="D5D5D7"/>
          </a:solidFill>
        </p:spPr>
        <p:txBody>
          <a:bodyPr anchor="ctr" anchorCtr="0"/>
          <a:lstStyle>
            <a:lvl1pPr marL="0" indent="0" algn="ctr">
              <a:buFontTx/>
              <a:buNone/>
              <a:defRPr sz="1000">
                <a:solidFill>
                  <a:srgbClr val="221F20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4" name="Text Placeholder 12">
            <a:extLst>
              <a:ext uri="{FF2B5EF4-FFF2-40B4-BE49-F238E27FC236}">
                <a16:creationId xmlns:a16="http://schemas.microsoft.com/office/drawing/2014/main" id="{30A8711B-6FCD-CC40-76D9-6F2EED66A6EF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9144001" y="3063240"/>
            <a:ext cx="2499359" cy="365760"/>
          </a:xfrm>
        </p:spPr>
        <p:txBody>
          <a:bodyPr/>
          <a:lstStyle>
            <a:lvl1pPr marL="0" indent="0">
              <a:spcBef>
                <a:spcPts val="0"/>
              </a:spcBef>
              <a:buFontTx/>
              <a:buNone/>
              <a:defRPr sz="1600" b="1"/>
            </a:lvl1pPr>
            <a:lvl2pPr marL="0" indent="0">
              <a:spcBef>
                <a:spcPts val="0"/>
              </a:spcBef>
              <a:buFontTx/>
              <a:buNone/>
              <a:defRPr sz="1600" b="1"/>
            </a:lvl2pPr>
            <a:lvl3pPr marL="0" indent="0">
              <a:spcBef>
                <a:spcPts val="0"/>
              </a:spcBef>
              <a:buFontTx/>
              <a:buNone/>
              <a:defRPr sz="1600" b="1"/>
            </a:lvl3pPr>
            <a:lvl4pPr marL="0" indent="0">
              <a:spcBef>
                <a:spcPts val="0"/>
              </a:spcBef>
              <a:buFontTx/>
              <a:buNone/>
              <a:defRPr sz="1600" b="1"/>
            </a:lvl4pPr>
            <a:lvl5pPr marL="0" indent="0">
              <a:spcBef>
                <a:spcPts val="0"/>
              </a:spcBef>
              <a:buFontTx/>
              <a:buNone/>
              <a:defRPr sz="1600" b="1"/>
            </a:lvl5pPr>
            <a:lvl6pPr marL="0" indent="0">
              <a:spcBef>
                <a:spcPts val="0"/>
              </a:spcBef>
              <a:buFontTx/>
              <a:buNone/>
              <a:defRPr sz="1600" b="1"/>
            </a:lvl6pPr>
            <a:lvl7pPr marL="0" indent="0">
              <a:spcBef>
                <a:spcPts val="0"/>
              </a:spcBef>
              <a:buFontTx/>
              <a:buNone/>
              <a:defRPr sz="1600" b="1"/>
            </a:lvl7pPr>
            <a:lvl8pPr marL="0" indent="0">
              <a:spcBef>
                <a:spcPts val="0"/>
              </a:spcBef>
              <a:buFontTx/>
              <a:buNone/>
              <a:defRPr sz="1600" b="1"/>
            </a:lvl8pPr>
            <a:lvl9pPr marL="0" indent="0">
              <a:spcBef>
                <a:spcPts val="0"/>
              </a:spcBef>
              <a:buFontTx/>
              <a:buNone/>
              <a:defRPr sz="1600" b="1"/>
            </a:lvl9pPr>
          </a:lstStyle>
          <a:p>
            <a:pPr lvl="0"/>
            <a:r>
              <a:rPr lang="en-US"/>
              <a:t>[Subtitle]</a:t>
            </a:r>
          </a:p>
        </p:txBody>
      </p:sp>
      <p:sp>
        <p:nvSpPr>
          <p:cNvPr id="15" name="Content Placeholder 13">
            <a:extLst>
              <a:ext uri="{FF2B5EF4-FFF2-40B4-BE49-F238E27FC236}">
                <a16:creationId xmlns:a16="http://schemas.microsoft.com/office/drawing/2014/main" id="{ABA13BFB-DABC-41BC-F712-51774CC8BA1C}"/>
              </a:ext>
            </a:extLst>
          </p:cNvPr>
          <p:cNvSpPr>
            <a:spLocks noGrp="1"/>
          </p:cNvSpPr>
          <p:nvPr>
            <p:ph sz="half" idx="21"/>
          </p:nvPr>
        </p:nvSpPr>
        <p:spPr>
          <a:xfrm>
            <a:off x="9144001" y="3474720"/>
            <a:ext cx="2499359" cy="2697480"/>
          </a:xfrm>
        </p:spPr>
        <p:txBody>
          <a:bodyPr/>
          <a:lstStyle>
            <a:lvl1pPr marL="137160" indent="-137160">
              <a:defRPr sz="1300"/>
            </a:lvl1pPr>
            <a:lvl2pPr marL="274320" indent="-137160">
              <a:defRPr sz="1300"/>
            </a:lvl2pPr>
            <a:lvl3pPr marL="411480" indent="-137160">
              <a:defRPr sz="1300"/>
            </a:lvl3pPr>
            <a:lvl4pPr marL="548640" indent="-137160">
              <a:defRPr sz="1300"/>
            </a:lvl4pPr>
            <a:lvl5pPr marL="685800" indent="-137160">
              <a:defRPr sz="1300"/>
            </a:lvl5pPr>
            <a:lvl6pPr marL="822960" indent="-137160">
              <a:defRPr sz="1300"/>
            </a:lvl6pPr>
            <a:lvl7pPr marL="960120" indent="-137160">
              <a:defRPr sz="1300"/>
            </a:lvl7pPr>
            <a:lvl8pPr marL="1097280" indent="-137160">
              <a:defRPr sz="1300"/>
            </a:lvl8pPr>
            <a:lvl9pPr marL="1234440" indent="-137160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Date Placeholder 15">
            <a:extLst>
              <a:ext uri="{FF2B5EF4-FFF2-40B4-BE49-F238E27FC236}">
                <a16:creationId xmlns:a16="http://schemas.microsoft.com/office/drawing/2014/main" id="{6FA3AB29-95C5-BB81-8596-7248603E0DBA}"/>
              </a:ext>
            </a:extLst>
          </p:cNvPr>
          <p:cNvSpPr>
            <a:spLocks noGrp="1"/>
          </p:cNvSpPr>
          <p:nvPr>
            <p:ph type="dt" sz="half" idx="22"/>
          </p:nvPr>
        </p:nvSpPr>
        <p:spPr/>
        <p:txBody>
          <a:bodyPr/>
          <a:lstStyle/>
          <a:p>
            <a:fld id="{3BA0343D-C8D8-43CE-BB79-50DEA219DB07}" type="datetime3">
              <a:rPr lang="en-US" smtClean="0"/>
              <a:t>23 December 2025</a:t>
            </a:fld>
            <a:endParaRPr lang="en-US"/>
          </a:p>
        </p:txBody>
      </p:sp>
      <p:sp>
        <p:nvSpPr>
          <p:cNvPr id="17" name="Slide Number Placeholder 16">
            <a:extLst>
              <a:ext uri="{FF2B5EF4-FFF2-40B4-BE49-F238E27FC236}">
                <a16:creationId xmlns:a16="http://schemas.microsoft.com/office/drawing/2014/main" id="{F8249F74-522A-F15A-97B8-27047D5DEDAE}"/>
              </a:ext>
            </a:extLst>
          </p:cNvPr>
          <p:cNvSpPr>
            <a:spLocks noGrp="1"/>
          </p:cNvSpPr>
          <p:nvPr>
            <p:ph type="sldNum" sz="quarter" idx="23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564661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08">
          <p15:clr>
            <a:srgbClr val="A4A3A4"/>
          </p15:clr>
        </p15:guide>
        <p15:guide id="2" orient="horz" pos="1786">
          <p15:clr>
            <a:srgbClr val="A4A3A4"/>
          </p15:clr>
        </p15:guide>
        <p15:guide id="3" orient="horz" pos="3888">
          <p15:clr>
            <a:srgbClr val="A4A3A4"/>
          </p15:clr>
        </p15:guide>
        <p15:guide id="4" orient="horz" pos="1930">
          <p15:clr>
            <a:srgbClr val="A4A3A4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Header">
    <p:bg>
      <p:bgPr>
        <a:solidFill>
          <a:srgbClr val="221F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48640" y="411481"/>
            <a:ext cx="8231293" cy="1189037"/>
          </a:xfrm>
        </p:spPr>
        <p:txBody>
          <a:bodyPr anchor="t" anchorCtr="0"/>
          <a:lstStyle>
            <a:lvl1pPr>
              <a:lnSpc>
                <a:spcPct val="80000"/>
              </a:lnSpc>
              <a:defRPr sz="4000" spc="-100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[Section title]</a:t>
            </a:r>
          </a:p>
        </p:txBody>
      </p:sp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B62121C3-FD56-A9B2-1088-141E0BDB4C18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8640" y="2148840"/>
            <a:ext cx="6795135" cy="4023360"/>
          </a:xfrm>
        </p:spPr>
        <p:txBody>
          <a:bodyPr/>
          <a:lstStyle>
            <a:lvl1pPr marL="0" indent="0">
              <a:spcBef>
                <a:spcPts val="0"/>
              </a:spcBef>
              <a:buFontTx/>
              <a:buNone/>
              <a:defRPr sz="2800"/>
            </a:lvl1pPr>
            <a:lvl2pPr marL="182880" indent="-182880">
              <a:spcBef>
                <a:spcPts val="1000"/>
              </a:spcBef>
              <a:buFont typeface="Arial" panose="020B0604020202020204" pitchFamily="34" charset="0"/>
              <a:buChar char="▪"/>
              <a:defRPr/>
            </a:lvl2pPr>
            <a:lvl3pPr marL="365760">
              <a:defRPr/>
            </a:lvl3pPr>
            <a:lvl4pPr marL="548640">
              <a:defRPr/>
            </a:lvl4pPr>
            <a:lvl5pPr marL="731520">
              <a:defRPr/>
            </a:lvl5pPr>
            <a:lvl6pPr marL="914400">
              <a:defRPr/>
            </a:lvl6pPr>
            <a:lvl7pPr marL="1097280">
              <a:defRPr/>
            </a:lvl7pPr>
            <a:lvl8pPr marL="1280160">
              <a:defRPr/>
            </a:lvl8pPr>
            <a:lvl9pPr marL="1463040">
              <a:defRPr/>
            </a:lvl9pPr>
          </a:lstStyle>
          <a:p>
            <a:pPr lvl="0"/>
            <a:r>
              <a:rPr lang="en-US"/>
              <a:t>[Optional section subtitle]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/>
              <a:t>Sixth level</a:t>
            </a:r>
          </a:p>
          <a:p>
            <a:pPr lvl="6"/>
            <a:r>
              <a:rPr lang="en-US"/>
              <a:t>Seventh level</a:t>
            </a:r>
          </a:p>
          <a:p>
            <a:pPr lvl="7"/>
            <a:r>
              <a:rPr lang="en-US"/>
              <a:t>Eighth level</a:t>
            </a:r>
          </a:p>
          <a:p>
            <a:pPr lvl="8"/>
            <a:r>
              <a:rPr lang="en-US"/>
              <a:t>Ninth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1DBADC8-E5B3-9DDB-F294-C14F7AA987B8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453BD212-0B9F-4987-965F-AC83B2FC354F}" type="datetime3">
              <a:rPr lang="en-US" smtClean="0"/>
              <a:t>23 December 2025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A7DADDA-8448-690C-2CAB-FA7E28471B81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3" name="Rectangle 15">
            <a:extLst>
              <a:ext uri="{FF2B5EF4-FFF2-40B4-BE49-F238E27FC236}">
                <a16:creationId xmlns:a16="http://schemas.microsoft.com/office/drawing/2014/main" id="{29767174-7781-C263-3756-CD54301026CD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386840" y="6657945"/>
            <a:ext cx="9418320" cy="2000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rIns="0" anchor="b">
            <a:spAutoFit/>
          </a:bodyPr>
          <a:lstStyle/>
          <a:p>
            <a:pPr algn="ctr">
              <a:defRPr/>
            </a:pPr>
            <a:r>
              <a:rPr lang="en-US" sz="700" b="1" baseline="0" dirty="0">
                <a:solidFill>
                  <a:srgbClr val="2DAA27"/>
                </a:solidFill>
                <a:latin typeface="+mn-lt"/>
                <a:cs typeface="Arial Bold" panose="020B0704020202020204" pitchFamily="34" charset="0"/>
              </a:rPr>
              <a:t>UNCLASSIFIED/GENERAL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D36F2182-1ACE-5AD5-681B-31F3C2187042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386840" y="0"/>
            <a:ext cx="9418320" cy="2000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t" anchorCtr="0">
            <a:spAutoFit/>
          </a:bodyPr>
          <a:lstStyle/>
          <a:p>
            <a:pPr algn="ctr">
              <a:defRPr/>
            </a:pPr>
            <a:r>
              <a:rPr lang="en-US" sz="700" b="1" baseline="0" dirty="0">
                <a:solidFill>
                  <a:srgbClr val="2DAA27"/>
                </a:solidFill>
                <a:latin typeface="+mn-lt"/>
                <a:cs typeface="Arial Bold" panose="020B0704020202020204" pitchFamily="34" charset="0"/>
              </a:rPr>
              <a:t>UNCLASSIFIED/GENERAL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A0C2669-2091-19FC-7FA5-E8DD4A44F8C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10004616" y="411162"/>
            <a:ext cx="1629707" cy="4780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600040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1354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- Imag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1">
            <a:extLst>
              <a:ext uri="{FF2B5EF4-FFF2-40B4-BE49-F238E27FC236}">
                <a16:creationId xmlns:a16="http://schemas.microsoft.com/office/drawing/2014/main" id="{D68235BF-5094-B6AD-6429-61352C54DE9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228600"/>
            <a:ext cx="12192000" cy="6400800"/>
          </a:xfrm>
          <a:solidFill>
            <a:srgbClr val="565557"/>
          </a:solidFill>
        </p:spPr>
        <p:txBody>
          <a:bodyPr anchor="ctr" anchorCtr="0"/>
          <a:lstStyle>
            <a:lvl1pPr marL="0" indent="0" algn="ctr">
              <a:buFontTx/>
              <a:buNone/>
              <a:defRPr sz="1000">
                <a:solidFill>
                  <a:srgbClr val="FFFFFF"/>
                </a:solidFill>
              </a:defRPr>
            </a:lvl1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2" name="Title 2"/>
          <p:cNvSpPr>
            <a:spLocks noGrp="1"/>
          </p:cNvSpPr>
          <p:nvPr>
            <p:ph type="title" hasCustomPrompt="1"/>
          </p:nvPr>
        </p:nvSpPr>
        <p:spPr>
          <a:xfrm>
            <a:off x="548640" y="411481"/>
            <a:ext cx="8231293" cy="1189037"/>
          </a:xfrm>
        </p:spPr>
        <p:txBody>
          <a:bodyPr anchor="t" anchorCtr="0"/>
          <a:lstStyle>
            <a:lvl1pPr>
              <a:lnSpc>
                <a:spcPct val="80000"/>
              </a:lnSpc>
              <a:defRPr sz="4000" spc="-100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[Section title]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ADC6E9F-9E2F-3968-F76A-CD8240DB9C82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8640" y="2148840"/>
            <a:ext cx="6795135" cy="914400"/>
          </a:xfrm>
        </p:spPr>
        <p:txBody>
          <a:bodyPr/>
          <a:lstStyle>
            <a:lvl1pPr marL="0" indent="0">
              <a:spcBef>
                <a:spcPts val="0"/>
              </a:spcBef>
              <a:buFontTx/>
              <a:buNone/>
              <a:defRPr sz="2800"/>
            </a:lvl1pPr>
            <a:lvl2pPr marL="182880" indent="-182880">
              <a:spcBef>
                <a:spcPts val="1000"/>
              </a:spcBef>
              <a:buFont typeface="Arial" panose="020B0604020202020204" pitchFamily="34" charset="0"/>
              <a:buChar char="▪"/>
              <a:defRPr/>
            </a:lvl2pPr>
            <a:lvl3pPr marL="365760">
              <a:defRPr/>
            </a:lvl3pPr>
            <a:lvl4pPr marL="548640">
              <a:defRPr/>
            </a:lvl4pPr>
            <a:lvl5pPr marL="731520">
              <a:defRPr/>
            </a:lvl5pPr>
            <a:lvl6pPr marL="914400">
              <a:defRPr/>
            </a:lvl6pPr>
            <a:lvl7pPr marL="1097280">
              <a:defRPr/>
            </a:lvl7pPr>
            <a:lvl8pPr marL="1280160">
              <a:defRPr/>
            </a:lvl8pPr>
            <a:lvl9pPr marL="1463040">
              <a:defRPr/>
            </a:lvl9pPr>
          </a:lstStyle>
          <a:p>
            <a:pPr lvl="0"/>
            <a:r>
              <a:rPr lang="en-US"/>
              <a:t>[Optional section subtitle]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/>
              <a:t>Sixth level</a:t>
            </a:r>
          </a:p>
          <a:p>
            <a:pPr lvl="6"/>
            <a:r>
              <a:rPr lang="en-US"/>
              <a:t>Seventh level</a:t>
            </a:r>
          </a:p>
          <a:p>
            <a:pPr lvl="7"/>
            <a:r>
              <a:rPr lang="en-US"/>
              <a:t>Eighth level</a:t>
            </a:r>
          </a:p>
          <a:p>
            <a:pPr lvl="8"/>
            <a:r>
              <a:rPr lang="en-US"/>
              <a:t>Ninth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B2EB74B-4EFA-464C-722C-FBCA5174031B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220AF9C2-5E8A-4308-AE6B-CA9B65007D0E}" type="datetime3">
              <a:rPr lang="en-US" smtClean="0"/>
              <a:t>23 December 2025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8C19503-16E7-50C5-8995-F8E0DCB6B626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8E613F9-1842-268A-DF27-3F9D7650270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10004616" y="411162"/>
            <a:ext cx="1629707" cy="4780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292497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1354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- White 01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48640" y="411481"/>
            <a:ext cx="8231293" cy="1189037"/>
          </a:xfrm>
        </p:spPr>
        <p:txBody>
          <a:bodyPr anchor="t" anchorCtr="0"/>
          <a:lstStyle>
            <a:lvl1pPr>
              <a:lnSpc>
                <a:spcPct val="80000"/>
              </a:lnSpc>
              <a:defRPr sz="4000" spc="-100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[Section title]</a:t>
            </a:r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3EF29EDB-49B7-13CD-321C-E88CD44FB7C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8640" y="2148840"/>
            <a:ext cx="6795135" cy="4023360"/>
          </a:xfrm>
        </p:spPr>
        <p:txBody>
          <a:bodyPr/>
          <a:lstStyle>
            <a:lvl1pPr marL="0" indent="0">
              <a:spcBef>
                <a:spcPts val="0"/>
              </a:spcBef>
              <a:buFontTx/>
              <a:buNone/>
              <a:defRPr sz="2800"/>
            </a:lvl1pPr>
            <a:lvl2pPr marL="182880" indent="-182880">
              <a:spcBef>
                <a:spcPts val="1000"/>
              </a:spcBef>
              <a:buFont typeface="Arial" panose="020B0604020202020204" pitchFamily="34" charset="0"/>
              <a:buChar char="▪"/>
              <a:defRPr/>
            </a:lvl2pPr>
            <a:lvl3pPr marL="365760">
              <a:defRPr/>
            </a:lvl3pPr>
            <a:lvl4pPr marL="548640">
              <a:defRPr/>
            </a:lvl4pPr>
            <a:lvl5pPr marL="731520">
              <a:defRPr/>
            </a:lvl5pPr>
            <a:lvl6pPr marL="914400">
              <a:defRPr/>
            </a:lvl6pPr>
            <a:lvl7pPr marL="1097280">
              <a:defRPr/>
            </a:lvl7pPr>
            <a:lvl8pPr marL="1280160">
              <a:defRPr/>
            </a:lvl8pPr>
            <a:lvl9pPr marL="1463040">
              <a:defRPr/>
            </a:lvl9pPr>
          </a:lstStyle>
          <a:p>
            <a:pPr lvl="0"/>
            <a:r>
              <a:rPr lang="en-US"/>
              <a:t>[Optional section subtitle]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/>
              <a:t>Sixth level</a:t>
            </a:r>
          </a:p>
          <a:p>
            <a:pPr lvl="6"/>
            <a:r>
              <a:rPr lang="en-US"/>
              <a:t>Seventh level</a:t>
            </a:r>
          </a:p>
          <a:p>
            <a:pPr lvl="7"/>
            <a:r>
              <a:rPr lang="en-US"/>
              <a:t>Eighth level</a:t>
            </a:r>
          </a:p>
          <a:p>
            <a:pPr lvl="8"/>
            <a:r>
              <a:rPr lang="en-US"/>
              <a:t>Ninth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8CC6170-ECB5-A830-2874-091E36410134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FF31E861-D2AF-431D-860B-DCF67C218052}" type="datetime3">
              <a:rPr lang="en-US" smtClean="0"/>
              <a:t>23 December 2025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CB1CE1D-5DB3-7DB4-A801-B688218E7EC6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291817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1354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- White 0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48641" y="411480"/>
            <a:ext cx="5365327" cy="914400"/>
          </a:xfrm>
        </p:spPr>
        <p:txBody>
          <a:bodyPr anchor="t" anchorCtr="0"/>
          <a:lstStyle>
            <a:lvl1pPr>
              <a:lnSpc>
                <a:spcPct val="90000"/>
              </a:lnSpc>
              <a:defRPr sz="2400" spc="0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[Section title]</a:t>
            </a:r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3EF29EDB-49B7-13CD-321C-E88CD44FB7C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8640" y="1600200"/>
            <a:ext cx="6795135" cy="4572000"/>
          </a:xfrm>
        </p:spPr>
        <p:txBody>
          <a:bodyPr/>
          <a:lstStyle>
            <a:lvl1pPr marL="0" indent="0">
              <a:lnSpc>
                <a:spcPct val="90000"/>
              </a:lnSpc>
              <a:spcBef>
                <a:spcPts val="0"/>
              </a:spcBef>
              <a:buFontTx/>
              <a:buNone/>
              <a:defRPr sz="3600"/>
            </a:lvl1pPr>
            <a:lvl2pPr marL="182880" indent="-182880">
              <a:spcBef>
                <a:spcPts val="1000"/>
              </a:spcBef>
              <a:buFont typeface="Arial" panose="020B0604020202020204" pitchFamily="34" charset="0"/>
              <a:buChar char="▪"/>
              <a:defRPr/>
            </a:lvl2pPr>
            <a:lvl3pPr marL="365760">
              <a:defRPr/>
            </a:lvl3pPr>
            <a:lvl4pPr marL="548640">
              <a:defRPr/>
            </a:lvl4pPr>
            <a:lvl5pPr marL="731520">
              <a:defRPr/>
            </a:lvl5pPr>
            <a:lvl6pPr marL="914400">
              <a:defRPr/>
            </a:lvl6pPr>
            <a:lvl7pPr marL="1097280">
              <a:defRPr/>
            </a:lvl7pPr>
            <a:lvl8pPr marL="1280160">
              <a:defRPr/>
            </a:lvl8pPr>
            <a:lvl9pPr marL="1463040">
              <a:defRPr/>
            </a:lvl9pPr>
          </a:lstStyle>
          <a:p>
            <a:pPr lvl="0"/>
            <a:r>
              <a:rPr lang="en-US"/>
              <a:t>[Long section description]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/>
              <a:t>Sixth level</a:t>
            </a:r>
          </a:p>
          <a:p>
            <a:pPr lvl="6"/>
            <a:r>
              <a:rPr lang="en-US"/>
              <a:t>Seventh level</a:t>
            </a:r>
          </a:p>
          <a:p>
            <a:pPr lvl="7"/>
            <a:r>
              <a:rPr lang="en-US"/>
              <a:t>Eighth level</a:t>
            </a:r>
          </a:p>
          <a:p>
            <a:pPr lvl="8"/>
            <a:r>
              <a:rPr lang="en-US"/>
              <a:t>Ninth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3A978CF-9C5E-3CFC-1FBF-80FF0C14A03A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D1DA25B2-AAF1-4C1F-AA38-12D5BFA7D4C8}" type="datetime3">
              <a:rPr lang="en-US" smtClean="0"/>
              <a:t>23 December 2025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2496E61-43C3-4A10-6216-8AA17EF97B83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220068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1008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Header - Half Image">
    <p:bg>
      <p:bgPr>
        <a:solidFill>
          <a:srgbClr val="221F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48641" y="411481"/>
            <a:ext cx="5365327" cy="1189037"/>
          </a:xfrm>
        </p:spPr>
        <p:txBody>
          <a:bodyPr anchor="t" anchorCtr="0"/>
          <a:lstStyle>
            <a:lvl1pPr>
              <a:lnSpc>
                <a:spcPct val="80000"/>
              </a:lnSpc>
              <a:defRPr sz="4000" spc="-100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[Section title]</a:t>
            </a:r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FD05FCA9-6234-AA37-16E9-CA72B744A81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8640" y="2148840"/>
            <a:ext cx="5365325" cy="4023360"/>
          </a:xfrm>
        </p:spPr>
        <p:txBody>
          <a:bodyPr/>
          <a:lstStyle>
            <a:lvl1pPr marL="0" indent="0">
              <a:spcBef>
                <a:spcPts val="1000"/>
              </a:spcBef>
              <a:buFontTx/>
              <a:buNone/>
              <a:defRPr/>
            </a:lvl1pPr>
            <a:lvl2pPr marL="182880" indent="-182880">
              <a:spcBef>
                <a:spcPts val="1000"/>
              </a:spcBef>
              <a:buFont typeface="Arial" panose="020B0604020202020204" pitchFamily="34" charset="0"/>
              <a:buChar char="▪"/>
              <a:defRPr/>
            </a:lvl2pPr>
            <a:lvl3pPr marL="365760">
              <a:defRPr/>
            </a:lvl3pPr>
            <a:lvl4pPr marL="548640">
              <a:defRPr/>
            </a:lvl4pPr>
            <a:lvl5pPr marL="731520">
              <a:defRPr/>
            </a:lvl5pPr>
            <a:lvl6pPr marL="914400">
              <a:defRPr/>
            </a:lvl6pPr>
            <a:lvl7pPr marL="1097280">
              <a:defRPr/>
            </a:lvl7pPr>
            <a:lvl8pPr marL="1280160">
              <a:defRPr/>
            </a:lvl8pPr>
            <a:lvl9pPr marL="1463040">
              <a:defRPr/>
            </a:lvl9pPr>
          </a:lstStyle>
          <a:p>
            <a:pPr lvl="0"/>
            <a:r>
              <a:rPr lang="en-US"/>
              <a:t>[Optional section description]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/>
              <a:t>Sixth level</a:t>
            </a:r>
          </a:p>
          <a:p>
            <a:pPr lvl="6"/>
            <a:r>
              <a:rPr lang="en-US"/>
              <a:t>Seventh level</a:t>
            </a:r>
          </a:p>
          <a:p>
            <a:pPr lvl="7"/>
            <a:r>
              <a:rPr lang="en-US"/>
              <a:t>Eighth level</a:t>
            </a:r>
          </a:p>
          <a:p>
            <a:pPr lvl="8"/>
            <a:r>
              <a:rPr lang="en-US"/>
              <a:t>Ninth level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F98909E-3F3B-28FF-B01F-B77401FC0BCC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A25C0F39-45D0-48E9-90B3-7FE8FCE561C8}" type="datetime3">
              <a:rPr lang="en-US" smtClean="0"/>
              <a:t>23 December 2025</a:t>
            </a:fld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C4506F2-72D4-8024-72B5-E5E4464D05D0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0" name="Picture Placeholder 3">
            <a:extLst>
              <a:ext uri="{FF2B5EF4-FFF2-40B4-BE49-F238E27FC236}">
                <a16:creationId xmlns:a16="http://schemas.microsoft.com/office/drawing/2014/main" id="{6FB94CE1-6713-07D6-4B5A-4A8C98A3721E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278037" y="1076324"/>
            <a:ext cx="5365748" cy="5095875"/>
          </a:xfrm>
          <a:solidFill>
            <a:srgbClr val="D5D5D7"/>
          </a:solidFill>
        </p:spPr>
        <p:txBody>
          <a:bodyPr anchor="ctr" anchorCtr="0"/>
          <a:lstStyle>
            <a:lvl1pPr marL="0" indent="0" algn="ctr">
              <a:buFontTx/>
              <a:buNone/>
              <a:defRPr sz="1000">
                <a:solidFill>
                  <a:srgbClr val="221F20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4" name="Rectangle 15">
            <a:extLst>
              <a:ext uri="{FF2B5EF4-FFF2-40B4-BE49-F238E27FC236}">
                <a16:creationId xmlns:a16="http://schemas.microsoft.com/office/drawing/2014/main" id="{F827E20F-449C-FD35-0420-0D0665538DFA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386840" y="6657945"/>
            <a:ext cx="9418320" cy="2000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rIns="0" anchor="b">
            <a:spAutoFit/>
          </a:bodyPr>
          <a:lstStyle/>
          <a:p>
            <a:pPr algn="ctr">
              <a:defRPr/>
            </a:pPr>
            <a:r>
              <a:rPr lang="en-US" sz="700" b="1">
                <a:solidFill>
                  <a:schemeClr val="tx1"/>
                </a:solidFill>
                <a:latin typeface="+mn-lt"/>
                <a:cs typeface="Arial Bold" panose="020B0704020202020204" pitchFamily="34" charset="0"/>
              </a:rPr>
              <a:t>EDIT CONTROL STATEMENT UNDER &gt; VIEW &gt; SLIDE MASTER &gt; SCROLL TO TOP &gt; CHANGE HEADER AND FOOTER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9B78D2D4-DCB9-0AD3-0C18-6C6757224CC2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386840" y="0"/>
            <a:ext cx="9418320" cy="2000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t" anchorCtr="0">
            <a:spAutoFit/>
          </a:bodyPr>
          <a:lstStyle/>
          <a:p>
            <a:pPr algn="ctr">
              <a:defRPr/>
            </a:pPr>
            <a:r>
              <a:rPr lang="en-US" sz="700" b="1">
                <a:solidFill>
                  <a:schemeClr val="tx1"/>
                </a:solidFill>
                <a:latin typeface="+mn-lt"/>
                <a:cs typeface="Arial Bold" panose="020B0704020202020204" pitchFamily="34" charset="0"/>
              </a:rPr>
              <a:t>EDIT CONTROL STATEMENT UNDER &gt; VIEW &gt; SLIDE MASTER &gt; SCROLL TO TOP &gt; CHANGE HEADER AND FOOTER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10600B0-1249-F5D8-D1B7-CC4F0AD64E0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10004616" y="411162"/>
            <a:ext cx="1629707" cy="4780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555583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1354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- Half Image - Whit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48641" y="411481"/>
            <a:ext cx="5365327" cy="1189037"/>
          </a:xfrm>
        </p:spPr>
        <p:txBody>
          <a:bodyPr anchor="t" anchorCtr="0"/>
          <a:lstStyle>
            <a:lvl1pPr>
              <a:lnSpc>
                <a:spcPct val="80000"/>
              </a:lnSpc>
              <a:defRPr sz="4000" spc="-100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[Section title]</a:t>
            </a:r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FD05FCA9-6234-AA37-16E9-CA72B744A81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8640" y="2148840"/>
            <a:ext cx="5365325" cy="4023360"/>
          </a:xfrm>
        </p:spPr>
        <p:txBody>
          <a:bodyPr/>
          <a:lstStyle>
            <a:lvl1pPr marL="0" indent="0">
              <a:spcBef>
                <a:spcPts val="1000"/>
              </a:spcBef>
              <a:buFontTx/>
              <a:buNone/>
              <a:defRPr/>
            </a:lvl1pPr>
            <a:lvl2pPr marL="182880" indent="-182880">
              <a:spcBef>
                <a:spcPts val="1000"/>
              </a:spcBef>
              <a:buFont typeface="Arial" panose="020B0604020202020204" pitchFamily="34" charset="0"/>
              <a:buChar char="▪"/>
              <a:defRPr/>
            </a:lvl2pPr>
            <a:lvl3pPr marL="365760">
              <a:defRPr/>
            </a:lvl3pPr>
            <a:lvl4pPr marL="548640">
              <a:defRPr/>
            </a:lvl4pPr>
            <a:lvl5pPr marL="731520">
              <a:defRPr/>
            </a:lvl5pPr>
            <a:lvl6pPr marL="914400">
              <a:defRPr/>
            </a:lvl6pPr>
            <a:lvl7pPr marL="1097280">
              <a:defRPr/>
            </a:lvl7pPr>
            <a:lvl8pPr marL="1280160">
              <a:defRPr/>
            </a:lvl8pPr>
            <a:lvl9pPr marL="1463040">
              <a:defRPr/>
            </a:lvl9pPr>
          </a:lstStyle>
          <a:p>
            <a:pPr lvl="0"/>
            <a:r>
              <a:rPr lang="en-US"/>
              <a:t>[Optional section description]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/>
              <a:t>Sixth level</a:t>
            </a:r>
          </a:p>
          <a:p>
            <a:pPr lvl="6"/>
            <a:r>
              <a:rPr lang="en-US"/>
              <a:t>Seventh level</a:t>
            </a:r>
          </a:p>
          <a:p>
            <a:pPr lvl="7"/>
            <a:r>
              <a:rPr lang="en-US"/>
              <a:t>Eighth level</a:t>
            </a:r>
          </a:p>
          <a:p>
            <a:pPr lvl="8"/>
            <a:r>
              <a:rPr lang="en-US"/>
              <a:t>Ninth level</a:t>
            </a:r>
          </a:p>
        </p:txBody>
      </p:sp>
      <p:sp>
        <p:nvSpPr>
          <p:cNvPr id="5" name="Picture Placeholder 3">
            <a:extLst>
              <a:ext uri="{FF2B5EF4-FFF2-40B4-BE49-F238E27FC236}">
                <a16:creationId xmlns:a16="http://schemas.microsoft.com/office/drawing/2014/main" id="{99F1DF14-7FE6-F760-F31F-7EF2AD60D9CA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278037" y="1076324"/>
            <a:ext cx="5365748" cy="5095875"/>
          </a:xfrm>
          <a:solidFill>
            <a:srgbClr val="D5D5D7"/>
          </a:solidFill>
        </p:spPr>
        <p:txBody>
          <a:bodyPr anchor="ctr" anchorCtr="0"/>
          <a:lstStyle>
            <a:lvl1pPr marL="0" indent="0" algn="ctr">
              <a:buFontTx/>
              <a:buNone/>
              <a:defRPr sz="1000">
                <a:solidFill>
                  <a:srgbClr val="221F20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0223B66-3A13-0C9F-B944-AC25D742AF96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9BAF1A3D-92FA-4F24-9781-74AFA516A230}" type="datetime3">
              <a:rPr lang="en-US" smtClean="0"/>
              <a:t>23 December 2025</a:t>
            </a:fld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31544B9-C835-CF1D-D28F-2122F2789519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110325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1354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[Slide title]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379C0D1-24E4-F8B5-5008-90B631F446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19C672-856D-4617-A693-8FE15749A9B7}" type="datetime3">
              <a:rPr lang="en-US" smtClean="0"/>
              <a:t>23 December 2025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FD0708B-B177-BDB5-031F-585D18C07E8A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458798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08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Only - Black">
    <p:bg>
      <p:bgPr>
        <a:solidFill>
          <a:srgbClr val="221F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[Slide title]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3232747-3E71-8E75-327E-02C587769F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6C764D-A39E-4C03-B161-E0BC66E8883B}" type="datetime3">
              <a:rPr lang="en-US" smtClean="0"/>
              <a:t>23 December 2025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6282339-D15E-F6F1-894B-9E005612155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2" name="Rectangle 15">
            <a:extLst>
              <a:ext uri="{FF2B5EF4-FFF2-40B4-BE49-F238E27FC236}">
                <a16:creationId xmlns:a16="http://schemas.microsoft.com/office/drawing/2014/main" id="{833783EA-3887-4D75-CFC6-A032432DD7AD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386840" y="6657945"/>
            <a:ext cx="9418320" cy="2000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rIns="0" anchor="b">
            <a:spAutoFit/>
          </a:bodyPr>
          <a:lstStyle/>
          <a:p>
            <a:pPr algn="ctr">
              <a:defRPr/>
            </a:pPr>
            <a:r>
              <a:rPr lang="en-US" sz="700" b="1">
                <a:solidFill>
                  <a:schemeClr val="tx1"/>
                </a:solidFill>
                <a:latin typeface="+mn-lt"/>
                <a:cs typeface="Arial Bold" panose="020B0704020202020204" pitchFamily="34" charset="0"/>
              </a:rPr>
              <a:t>EDIT CONTROL STATEMENT UNDER &gt; VIEW &gt; SLIDE MASTER &gt; SCROLL TO TOP &gt; CHANGE HEADER AND FOOTER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C42907C-64C3-CBB8-169A-BB3EFFC55BCC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386840" y="0"/>
            <a:ext cx="9418320" cy="2000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t" anchorCtr="0">
            <a:spAutoFit/>
          </a:bodyPr>
          <a:lstStyle/>
          <a:p>
            <a:pPr algn="ctr">
              <a:defRPr/>
            </a:pPr>
            <a:r>
              <a:rPr lang="en-US" sz="700" b="1">
                <a:solidFill>
                  <a:schemeClr val="tx1"/>
                </a:solidFill>
                <a:latin typeface="+mn-lt"/>
                <a:cs typeface="Arial Bold" panose="020B0704020202020204" pitchFamily="34" charset="0"/>
              </a:rPr>
              <a:t>EDIT CONTROL STATEMENT UNDER &gt; VIEW &gt; SLIDE MASTER &gt; SCROLL TO TOP &gt; CHANGE HEADER AND FOOTER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44B3BC7-1721-F04F-32EA-9BA47104C8A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10004616" y="411162"/>
            <a:ext cx="1629707" cy="4780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855401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1008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663EDA0-A0A8-B169-0C67-503B7AD628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3E33F9-20B7-4995-BE7D-165DBB597850}" type="datetime3">
              <a:rPr lang="en-US" smtClean="0"/>
              <a:t>23 December 2025</a:t>
            </a:fld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ED91F9A-E3C3-E735-5763-00096014542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825122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888">
          <p15:clr>
            <a:srgbClr val="A4A3A4"/>
          </p15:clr>
        </p15:guide>
        <p15:guide id="2" orient="horz" pos="1008">
          <p15:clr>
            <a:srgbClr val="A4A3A4"/>
          </p15:clr>
        </p15:guide>
      </p15:sldGuideLst>
    </p:ext>
  </p:extLs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Blank - Black">
    <p:bg>
      <p:bgPr>
        <a:solidFill>
          <a:srgbClr val="221F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4D7CC9F-EDC9-A6F7-DA66-4A306089A1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41C263-3501-4369-A962-62B6BF915CDE}" type="datetime3">
              <a:rPr lang="en-US" smtClean="0"/>
              <a:t>23 December 2025</a:t>
            </a:fld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09D9C3A-06B5-D7B7-AE0A-005090EAD783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1" name="Rectangle 15">
            <a:extLst>
              <a:ext uri="{FF2B5EF4-FFF2-40B4-BE49-F238E27FC236}">
                <a16:creationId xmlns:a16="http://schemas.microsoft.com/office/drawing/2014/main" id="{B76758EE-15B3-7721-5E75-E147C8870680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386840" y="6657945"/>
            <a:ext cx="9418320" cy="2000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rIns="0" anchor="b">
            <a:spAutoFit/>
          </a:bodyPr>
          <a:lstStyle/>
          <a:p>
            <a:pPr algn="ctr">
              <a:defRPr/>
            </a:pPr>
            <a:r>
              <a:rPr lang="en-US" sz="700" b="1">
                <a:solidFill>
                  <a:schemeClr val="tx1"/>
                </a:solidFill>
                <a:latin typeface="+mn-lt"/>
                <a:cs typeface="Arial Bold" panose="020B0704020202020204" pitchFamily="34" charset="0"/>
              </a:rPr>
              <a:t>EDIT CONTROL STATEMENT UNDER &gt; VIEW &gt; SLIDE MASTER &gt; SCROLL TO TOP &gt; CHANGE HEADER AND FOOTER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CC5DC3A-1F9F-1C52-8FA1-007E776E4AAA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386840" y="0"/>
            <a:ext cx="9418320" cy="2000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t" anchorCtr="0">
            <a:spAutoFit/>
          </a:bodyPr>
          <a:lstStyle/>
          <a:p>
            <a:pPr algn="ctr">
              <a:defRPr/>
            </a:pPr>
            <a:r>
              <a:rPr lang="en-US" sz="700" b="1">
                <a:solidFill>
                  <a:schemeClr val="tx1"/>
                </a:solidFill>
                <a:latin typeface="+mn-lt"/>
                <a:cs typeface="Arial Bold" panose="020B0704020202020204" pitchFamily="34" charset="0"/>
              </a:rPr>
              <a:t>EDIT CONTROL STATEMENT UNDER &gt; VIEW &gt; SLIDE MASTER &gt; SCROLL TO TOP &gt; CHANGE HEADER AND FOOTER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69D1ED16-EB0F-ACBF-80D9-A9A76A8D752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10004616" y="411162"/>
            <a:ext cx="1629707" cy="4780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966778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3888">
          <p15:clr>
            <a:srgbClr val="A4A3A4"/>
          </p15:clr>
        </p15:guide>
        <p15:guide id="2" orient="horz" pos="1008">
          <p15:clr>
            <a:srgbClr val="A4A3A4"/>
          </p15:clr>
        </p15:guide>
      </p15:sldGuideLst>
    </p:ext>
  </p:extLs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hank You">
    <p:bg>
      <p:bgPr>
        <a:solidFill>
          <a:srgbClr val="221F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">
            <a:extLst>
              <a:ext uri="{FF2B5EF4-FFF2-40B4-BE49-F238E27FC236}">
                <a16:creationId xmlns:a16="http://schemas.microsoft.com/office/drawing/2014/main" id="{9FBB499C-D22E-E02E-342C-293D573F4036}"/>
              </a:ext>
            </a:extLst>
          </p:cNvPr>
          <p:cNvSpPr txBox="1"/>
          <p:nvPr userDrawn="1"/>
        </p:nvSpPr>
        <p:spPr>
          <a:xfrm>
            <a:off x="548216" y="2148840"/>
            <a:ext cx="11094720" cy="13716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9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4800" cap="all" baseline="0">
                <a:solidFill>
                  <a:srgbClr val="FFCC01"/>
                </a:solidFill>
              </a:rPr>
              <a:t>THANK YOU.</a:t>
            </a:r>
          </a:p>
        </p:txBody>
      </p:sp>
      <p:sp>
        <p:nvSpPr>
          <p:cNvPr id="5" name="Text Placeholder 1">
            <a:extLst>
              <a:ext uri="{FF2B5EF4-FFF2-40B4-BE49-F238E27FC236}">
                <a16:creationId xmlns:a16="http://schemas.microsoft.com/office/drawing/2014/main" id="{900DDD06-33DA-C48B-4271-22D241C5EC7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48218" y="4819414"/>
            <a:ext cx="5365749" cy="1371599"/>
          </a:xfrm>
        </p:spPr>
        <p:txBody>
          <a:bodyPr anchor="b" anchorCtr="0"/>
          <a:lstStyle>
            <a:lvl1pPr marL="0" indent="0">
              <a:spcBef>
                <a:spcPts val="0"/>
              </a:spcBef>
              <a:buFontTx/>
              <a:buNone/>
              <a:defRPr sz="1200"/>
            </a:lvl1pPr>
            <a:lvl2pPr marL="0" indent="0">
              <a:spcBef>
                <a:spcPts val="0"/>
              </a:spcBef>
              <a:buFontTx/>
              <a:buNone/>
              <a:defRPr sz="1200"/>
            </a:lvl2pPr>
            <a:lvl3pPr marL="0" indent="0">
              <a:spcBef>
                <a:spcPts val="0"/>
              </a:spcBef>
              <a:buFontTx/>
              <a:buNone/>
              <a:defRPr sz="1200"/>
            </a:lvl3pPr>
            <a:lvl4pPr marL="0" indent="0">
              <a:spcBef>
                <a:spcPts val="0"/>
              </a:spcBef>
              <a:buFontTx/>
              <a:buNone/>
              <a:defRPr sz="1200"/>
            </a:lvl4pPr>
            <a:lvl5pPr marL="0" indent="0">
              <a:spcBef>
                <a:spcPts val="0"/>
              </a:spcBef>
              <a:buFontTx/>
              <a:buNone/>
              <a:defRPr sz="1200"/>
            </a:lvl5pPr>
            <a:lvl6pPr marL="0" indent="0">
              <a:spcBef>
                <a:spcPts val="0"/>
              </a:spcBef>
              <a:buFontTx/>
              <a:buNone/>
              <a:defRPr sz="1200"/>
            </a:lvl6pPr>
            <a:lvl7pPr marL="0" indent="0">
              <a:spcBef>
                <a:spcPts val="0"/>
              </a:spcBef>
              <a:buFontTx/>
              <a:buNone/>
              <a:defRPr sz="1200"/>
            </a:lvl7pPr>
            <a:lvl8pPr marL="0" indent="0">
              <a:spcBef>
                <a:spcPts val="0"/>
              </a:spcBef>
              <a:buFontTx/>
              <a:buNone/>
              <a:defRPr sz="1200"/>
            </a:lvl8pPr>
            <a:lvl9pPr marL="0" indent="0">
              <a:spcBef>
                <a:spcPts val="0"/>
              </a:spcBef>
              <a:buFontTx/>
              <a:buNone/>
              <a:defRPr sz="1200"/>
            </a:lvl9pPr>
          </a:lstStyle>
          <a:p>
            <a:pPr lvl="0"/>
            <a:r>
              <a:rPr lang="en-US"/>
              <a:t>[Optional contact information]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D632A57-06FC-652E-6EE4-1F70D322E5B3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B06F3EBE-B2E8-4992-9F00-9E4B44F057C0}" type="datetime3">
              <a:rPr lang="en-US" smtClean="0"/>
              <a:t>23 December 2025</a:t>
            </a:fld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9E1E829-FABB-578E-0154-2C87BBF4E6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3490B06-8AF4-4B9B-7F1E-C2E93EEF2F6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10004616" y="411162"/>
            <a:ext cx="1629707" cy="4780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527622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Logo">
    <p:bg>
      <p:bgPr>
        <a:solidFill>
          <a:srgbClr val="221F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U.S. Army" descr="U.S. Army">
            <a:extLst>
              <a:ext uri="{FF2B5EF4-FFF2-40B4-BE49-F238E27FC236}">
                <a16:creationId xmlns:a16="http://schemas.microsoft.com/office/drawing/2014/main" id="{0B06A788-76BC-690C-D43E-FC2BDE0FB20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 bwMode="black">
          <a:xfrm>
            <a:off x="2827020" y="2194560"/>
            <a:ext cx="6537960" cy="24688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603898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49A25F-48AD-B7A3-3D9B-3DC3D785A85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A312A15-0410-A7CA-A9D8-43BD6886A5E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8027A1-7EB5-0678-EB0F-650BD7B194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1AFA9C-17DA-4726-B9E3-ADECF7729AF7}" type="datetimeFigureOut">
              <a:rPr lang="en-US" smtClean="0"/>
              <a:t>12/23/25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0BCD30D-C707-EB24-E631-D0451E6B5F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78F5385-DE6D-8457-5ACD-902B1E9353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D051F2-C7C4-43BD-B552-C78CE0DE41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1233995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0D7D6D-A7B7-74EA-6F74-BAC9829640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238D3C-1A6F-289C-01D0-FC0269EF3E5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496C649-11FB-438A-AD59-9806225D32F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DB33B82-9CC4-ADC8-65F7-7702DD6C0D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1AFA9C-17DA-4726-B9E3-ADECF7729AF7}" type="datetimeFigureOut">
              <a:rPr lang="en-US" smtClean="0"/>
              <a:t>12/23/25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D491D42-AB19-DC33-0C4F-15A205A2A0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055D150-C001-8E81-3EC1-3DDA1A9346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D051F2-C7C4-43BD-B552-C78CE0DE412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593018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34" Type="http://schemas.openxmlformats.org/officeDocument/2006/relationships/image" Target="../media/image1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image" Target="../media/image2.png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C170940C-8B04-CB4D-1B44-6768963C04C7}"/>
              </a:ext>
            </a:extLst>
          </p:cNvPr>
          <p:cNvPicPr>
            <a:picLocks noChangeAspect="1"/>
          </p:cNvPicPr>
          <p:nvPr userDrawn="1"/>
        </p:nvPicPr>
        <p:blipFill>
          <a:blip r:embed="rId34"/>
          <a:srcRect l="26274" t="67"/>
          <a:stretch>
            <a:fillRect/>
          </a:stretch>
        </p:blipFill>
        <p:spPr>
          <a:xfrm>
            <a:off x="10428514" y="411481"/>
            <a:ext cx="1214844" cy="477704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48640" y="411481"/>
            <a:ext cx="8231293" cy="9144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/>
              <a:t>[Slide title]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48639" y="1600198"/>
            <a:ext cx="11094720" cy="4572000"/>
          </a:xfrm>
          <a:prstGeom prst="rect">
            <a:avLst/>
          </a:prstGeom>
        </p:spPr>
        <p:txBody>
          <a:bodyPr vert="horz" lIns="0" tIns="0" rIns="0" bIns="0" spcCol="365760" rtlCol="0">
            <a:no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Rectangle 15">
            <a:extLst>
              <a:ext uri="{FF2B5EF4-FFF2-40B4-BE49-F238E27FC236}">
                <a16:creationId xmlns:a16="http://schemas.microsoft.com/office/drawing/2014/main" id="{A505B177-5D6D-67A3-C213-FBD8A41DB44D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386840" y="6657945"/>
            <a:ext cx="9418320" cy="2000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rIns="0" anchor="b">
            <a:spAutoFit/>
          </a:bodyPr>
          <a:lstStyle/>
          <a:p>
            <a:pPr algn="ctr">
              <a:defRPr/>
            </a:pPr>
            <a:r>
              <a:rPr lang="en-US" sz="700" b="1" dirty="0">
                <a:solidFill>
                  <a:srgbClr val="2DAA27"/>
                </a:solidFill>
                <a:latin typeface="+mn-lt"/>
                <a:cs typeface="Arial Bold" panose="020B0704020202020204" pitchFamily="34" charset="0"/>
              </a:rPr>
              <a:t>UNCLASSIFIED / GENERAL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1B11D7F-02E5-4718-D558-9A38AEFE4A3F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386840" y="0"/>
            <a:ext cx="9418320" cy="2000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t" anchorCtr="0">
            <a:spAutoFit/>
          </a:bodyPr>
          <a:lstStyle/>
          <a:p>
            <a:pPr algn="ctr">
              <a:defRPr/>
            </a:pPr>
            <a:r>
              <a:rPr lang="en-US" sz="700" b="1" dirty="0">
                <a:solidFill>
                  <a:srgbClr val="2DAA27"/>
                </a:solidFill>
                <a:latin typeface="+mn-lt"/>
                <a:cs typeface="Arial Bold" panose="020B0704020202020204" pitchFamily="34" charset="0"/>
              </a:rPr>
              <a:t>UNCLASSIFIED / GENERAL</a:t>
            </a:r>
          </a:p>
        </p:txBody>
      </p:sp>
      <p:sp>
        <p:nvSpPr>
          <p:cNvPr id="13" name="Date Placeholder 12">
            <a:extLst>
              <a:ext uri="{FF2B5EF4-FFF2-40B4-BE49-F238E27FC236}">
                <a16:creationId xmlns:a16="http://schemas.microsoft.com/office/drawing/2014/main" id="{B598B6A5-7EA2-1E58-A263-9A08F2A4D5D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547688" y="6629400"/>
            <a:ext cx="823912" cy="228600"/>
          </a:xfrm>
          <a:prstGeom prst="rect">
            <a:avLst/>
          </a:prstGeom>
        </p:spPr>
        <p:txBody>
          <a:bodyPr vert="horz" lIns="0" tIns="45720" rIns="0" bIns="45720" rtlCol="0" anchor="b" anchorCtr="0"/>
          <a:lstStyle>
            <a:lvl1pPr algn="l">
              <a:defRPr sz="700" b="1">
                <a:solidFill>
                  <a:schemeClr val="tx1"/>
                </a:solidFill>
              </a:defRPr>
            </a:lvl1pPr>
          </a:lstStyle>
          <a:p>
            <a:fld id="{CABCB1B0-B6E5-4DD1-BB55-95C076D6C0C8}" type="datetime3">
              <a:rPr lang="en-US" smtClean="0"/>
              <a:t>23 December 2025</a:t>
            </a:fld>
            <a:endParaRPr lang="en-US"/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FFA4C418-D296-ED76-977B-4AA2E1E8237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10716" y="6629400"/>
            <a:ext cx="442001" cy="228600"/>
          </a:xfrm>
          <a:prstGeom prst="rect">
            <a:avLst/>
          </a:prstGeom>
        </p:spPr>
        <p:txBody>
          <a:bodyPr vert="horz" lIns="0" tIns="45720" rIns="0" bIns="45720" rtlCol="0" anchor="b" anchorCtr="0"/>
          <a:lstStyle>
            <a:lvl1pPr algn="r">
              <a:defRPr sz="700" b="1">
                <a:solidFill>
                  <a:schemeClr val="tx1"/>
                </a:solidFill>
              </a:defRPr>
            </a:lvl1pPr>
          </a:lstStyle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0" name="Picture 9" descr="A picture containing icon&#10;&#10;AI-generated content may be incorrect.">
            <a:extLst>
              <a:ext uri="{FF2B5EF4-FFF2-40B4-BE49-F238E27FC236}">
                <a16:creationId xmlns:a16="http://schemas.microsoft.com/office/drawing/2014/main" id="{84A6E5DC-D173-77B5-CFA6-9D4A8EBB00CD}"/>
              </a:ext>
            </a:extLst>
          </p:cNvPr>
          <p:cNvPicPr>
            <a:picLocks noChangeAspect="1"/>
          </p:cNvPicPr>
          <p:nvPr userDrawn="1"/>
        </p:nvPicPr>
        <p:blipFill>
          <a:blip r:embed="rId35"/>
          <a:stretch>
            <a:fillRect/>
          </a:stretch>
        </p:blipFill>
        <p:spPr>
          <a:xfrm>
            <a:off x="9926020" y="424087"/>
            <a:ext cx="502494" cy="4777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524343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  <p:sldLayoutId id="2147483678" r:id="rId18"/>
    <p:sldLayoutId id="2147483679" r:id="rId19"/>
    <p:sldLayoutId id="2147483680" r:id="rId20"/>
    <p:sldLayoutId id="2147483681" r:id="rId21"/>
    <p:sldLayoutId id="2147483682" r:id="rId22"/>
    <p:sldLayoutId id="2147483683" r:id="rId23"/>
    <p:sldLayoutId id="2147483684" r:id="rId24"/>
    <p:sldLayoutId id="2147483685" r:id="rId25"/>
    <p:sldLayoutId id="2147483686" r:id="rId26"/>
    <p:sldLayoutId id="2147483687" r:id="rId27"/>
    <p:sldLayoutId id="2147483688" r:id="rId28"/>
    <p:sldLayoutId id="2147483689" r:id="rId29"/>
    <p:sldLayoutId id="2147483690" r:id="rId30"/>
    <p:sldLayoutId id="2147483691" r:id="rId31"/>
    <p:sldLayoutId id="2147483692" r:id="rId32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95000"/>
        </a:lnSpc>
        <a:spcBef>
          <a:spcPts val="1000"/>
        </a:spcBef>
        <a:buFont typeface="Arial" panose="020B0604020202020204" pitchFamily="34" charset="0"/>
        <a:buChar char="▪"/>
        <a:defRPr sz="1700" kern="1200">
          <a:solidFill>
            <a:schemeClr val="tx1"/>
          </a:solidFill>
          <a:latin typeface="+mn-lt"/>
          <a:ea typeface="+mn-ea"/>
          <a:cs typeface="+mn-cs"/>
        </a:defRPr>
      </a:lvl1pPr>
      <a:lvl2pPr marL="365760" indent="-182880" algn="l" defTabSz="914400" rtl="0" eaLnBrk="1" latinLnBrk="0" hangingPunct="1">
        <a:lnSpc>
          <a:spcPct val="95000"/>
        </a:lnSpc>
        <a:spcBef>
          <a:spcPts val="500"/>
        </a:spcBef>
        <a:buFont typeface="Arial" panose="020B0604020202020204" pitchFamily="34" charset="0"/>
        <a:buChar char="–"/>
        <a:defRPr sz="1700" kern="1200">
          <a:solidFill>
            <a:schemeClr val="tx1"/>
          </a:solidFill>
          <a:latin typeface="+mn-lt"/>
          <a:ea typeface="+mn-ea"/>
          <a:cs typeface="+mn-cs"/>
        </a:defRPr>
      </a:lvl2pPr>
      <a:lvl3pPr marL="548640" indent="-182880" algn="l" defTabSz="914400" rtl="0" eaLnBrk="1" latinLnBrk="0" hangingPunct="1">
        <a:lnSpc>
          <a:spcPct val="95000"/>
        </a:lnSpc>
        <a:spcBef>
          <a:spcPts val="500"/>
        </a:spcBef>
        <a:buFont typeface="Arial" panose="020B0604020202020204" pitchFamily="34" charset="0"/>
        <a:buChar char="–"/>
        <a:defRPr sz="1700" kern="1200">
          <a:solidFill>
            <a:schemeClr val="tx1"/>
          </a:solidFill>
          <a:latin typeface="+mn-lt"/>
          <a:ea typeface="+mn-ea"/>
          <a:cs typeface="+mn-cs"/>
        </a:defRPr>
      </a:lvl3pPr>
      <a:lvl4pPr marL="731520" indent="-182880" algn="l" defTabSz="914400" rtl="0" eaLnBrk="1" latinLnBrk="0" hangingPunct="1">
        <a:lnSpc>
          <a:spcPct val="95000"/>
        </a:lnSpc>
        <a:spcBef>
          <a:spcPts val="500"/>
        </a:spcBef>
        <a:buFont typeface="Arial" panose="020B0604020202020204" pitchFamily="34" charset="0"/>
        <a:buChar char="–"/>
        <a:defRPr sz="1700" kern="1200">
          <a:solidFill>
            <a:schemeClr val="tx1"/>
          </a:solidFill>
          <a:latin typeface="+mn-lt"/>
          <a:ea typeface="+mn-ea"/>
          <a:cs typeface="+mn-cs"/>
        </a:defRPr>
      </a:lvl4pPr>
      <a:lvl5pPr marL="914400" indent="-182880" algn="l" defTabSz="914400" rtl="0" eaLnBrk="1" latinLnBrk="0" hangingPunct="1">
        <a:lnSpc>
          <a:spcPct val="95000"/>
        </a:lnSpc>
        <a:spcBef>
          <a:spcPts val="500"/>
        </a:spcBef>
        <a:buFont typeface="Arial" panose="020B0604020202020204" pitchFamily="34" charset="0"/>
        <a:buChar char="–"/>
        <a:defRPr sz="1700" kern="1200">
          <a:solidFill>
            <a:schemeClr val="tx1"/>
          </a:solidFill>
          <a:latin typeface="+mn-lt"/>
          <a:ea typeface="+mn-ea"/>
          <a:cs typeface="+mn-cs"/>
        </a:defRPr>
      </a:lvl5pPr>
      <a:lvl6pPr marL="1097280" indent="-182880" algn="l" defTabSz="914400" rtl="0" eaLnBrk="1" latinLnBrk="0" hangingPunct="1">
        <a:lnSpc>
          <a:spcPct val="95000"/>
        </a:lnSpc>
        <a:spcBef>
          <a:spcPts val="500"/>
        </a:spcBef>
        <a:buFont typeface="Arial" panose="020B0604020202020204" pitchFamily="34" charset="0"/>
        <a:buChar char="–"/>
        <a:defRPr sz="1700" kern="1200">
          <a:solidFill>
            <a:schemeClr val="tx1"/>
          </a:solidFill>
          <a:latin typeface="+mn-lt"/>
          <a:ea typeface="+mn-ea"/>
          <a:cs typeface="+mn-cs"/>
        </a:defRPr>
      </a:lvl6pPr>
      <a:lvl7pPr marL="1280160" indent="-182880" algn="l" defTabSz="914400" rtl="0" eaLnBrk="1" latinLnBrk="0" hangingPunct="1">
        <a:lnSpc>
          <a:spcPct val="95000"/>
        </a:lnSpc>
        <a:spcBef>
          <a:spcPts val="500"/>
        </a:spcBef>
        <a:buFont typeface="Arial" panose="020B0604020202020204" pitchFamily="34" charset="0"/>
        <a:buChar char="–"/>
        <a:defRPr sz="1700" kern="1200">
          <a:solidFill>
            <a:schemeClr val="tx1"/>
          </a:solidFill>
          <a:latin typeface="+mn-lt"/>
          <a:ea typeface="+mn-ea"/>
          <a:cs typeface="+mn-cs"/>
        </a:defRPr>
      </a:lvl7pPr>
      <a:lvl8pPr marL="1463040" indent="-182880" algn="l" defTabSz="914400" rtl="0" eaLnBrk="1" latinLnBrk="0" hangingPunct="1">
        <a:lnSpc>
          <a:spcPct val="95000"/>
        </a:lnSpc>
        <a:spcBef>
          <a:spcPts val="500"/>
        </a:spcBef>
        <a:buFont typeface="Arial" panose="020B0604020202020204" pitchFamily="34" charset="0"/>
        <a:buChar char="–"/>
        <a:defRPr sz="1700" kern="1200">
          <a:solidFill>
            <a:schemeClr val="tx1"/>
          </a:solidFill>
          <a:latin typeface="+mn-lt"/>
          <a:ea typeface="+mn-ea"/>
          <a:cs typeface="+mn-cs"/>
        </a:defRPr>
      </a:lvl8pPr>
      <a:lvl9pPr marL="1645920" indent="-182880" algn="l" defTabSz="914400" rtl="0" eaLnBrk="1" latinLnBrk="0" hangingPunct="1">
        <a:lnSpc>
          <a:spcPct val="95000"/>
        </a:lnSpc>
        <a:spcBef>
          <a:spcPts val="500"/>
        </a:spcBef>
        <a:buFont typeface="Arial" panose="020B0604020202020204" pitchFamily="34" charset="0"/>
        <a:buChar char="–"/>
        <a:defRPr sz="17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59">
          <p15:clr>
            <a:srgbClr val="F26B43"/>
          </p15:clr>
        </p15:guide>
        <p15:guide id="2" pos="345">
          <p15:clr>
            <a:srgbClr val="F26B43"/>
          </p15:clr>
        </p15:guide>
        <p15:guide id="3" pos="7335">
          <p15:clr>
            <a:srgbClr val="F26B43"/>
          </p15:clr>
        </p15:guide>
        <p15:guide id="4" orient="horz" pos="4061">
          <p15:clr>
            <a:srgbClr val="F26B43"/>
          </p15:clr>
        </p15:guide>
        <p15:guide id="6" pos="1018">
          <p15:clr>
            <a:srgbClr val="A4A3A4"/>
          </p15:clr>
        </p15:guide>
        <p15:guide id="7" pos="1248">
          <p15:clr>
            <a:srgbClr val="A4A3A4"/>
          </p15:clr>
        </p15:guide>
        <p15:guide id="8" pos="2148">
          <p15:clr>
            <a:srgbClr val="A4A3A4"/>
          </p15:clr>
        </p15:guide>
        <p15:guide id="9" pos="3052">
          <p15:clr>
            <a:srgbClr val="A4A3A4"/>
          </p15:clr>
        </p15:guide>
        <p15:guide id="10" pos="3954">
          <p15:clr>
            <a:srgbClr val="A4A3A4"/>
          </p15:clr>
        </p15:guide>
        <p15:guide id="11" pos="3724">
          <p15:clr>
            <a:srgbClr val="A4A3A4"/>
          </p15:clr>
        </p15:guide>
        <p15:guide id="12" pos="4858">
          <p15:clr>
            <a:srgbClr val="A4A3A4"/>
          </p15:clr>
        </p15:guide>
        <p15:guide id="13" pos="5784">
          <p15:clr>
            <a:srgbClr val="A4A3A4"/>
          </p15:clr>
        </p15:guide>
        <p15:guide id="14" pos="6660">
          <p15:clr>
            <a:srgbClr val="A4A3A4"/>
          </p15:clr>
        </p15:guide>
        <p15:guide id="15" pos="1920">
          <p15:clr>
            <a:srgbClr val="A4A3A4"/>
          </p15:clr>
        </p15:guide>
        <p15:guide id="16" pos="2822">
          <p15:clr>
            <a:srgbClr val="A4A3A4"/>
          </p15:clr>
        </p15:guide>
        <p15:guide id="17" pos="4626">
          <p15:clr>
            <a:srgbClr val="A4A3A4"/>
          </p15:clr>
        </p15:guide>
        <p15:guide id="18" pos="5530">
          <p15:clr>
            <a:srgbClr val="A4A3A4"/>
          </p15:clr>
        </p15:guide>
        <p15:guide id="19" pos="6434">
          <p15:clr>
            <a:srgbClr val="A4A3A4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9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Text Placeholder 26">
            <a:extLst>
              <a:ext uri="{FF2B5EF4-FFF2-40B4-BE49-F238E27FC236}">
                <a16:creationId xmlns:a16="http://schemas.microsoft.com/office/drawing/2014/main" id="{03AC4D28-436C-C3E8-E0B9-92B51D6A483B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8" name="Text Placeholder 27">
            <a:extLst>
              <a:ext uri="{FF2B5EF4-FFF2-40B4-BE49-F238E27FC236}">
                <a16:creationId xmlns:a16="http://schemas.microsoft.com/office/drawing/2014/main" id="{A7B45948-3FA2-8289-3EAE-A20EDE2342A0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9" name="Text Placeholder 28">
            <a:extLst>
              <a:ext uri="{FF2B5EF4-FFF2-40B4-BE49-F238E27FC236}">
                <a16:creationId xmlns:a16="http://schemas.microsoft.com/office/drawing/2014/main" id="{7DCB2761-784F-FC85-1B92-A698C4A1CDD7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0" name="Text Placeholder 29">
            <a:extLst>
              <a:ext uri="{FF2B5EF4-FFF2-40B4-BE49-F238E27FC236}">
                <a16:creationId xmlns:a16="http://schemas.microsoft.com/office/drawing/2014/main" id="{10250C71-2431-B0BF-147C-14C4481825ED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1" name="Text Placeholder 30">
            <a:extLst>
              <a:ext uri="{FF2B5EF4-FFF2-40B4-BE49-F238E27FC236}">
                <a16:creationId xmlns:a16="http://schemas.microsoft.com/office/drawing/2014/main" id="{7164429E-3598-7EC8-96B5-A205B260BAE1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2" name="Text Placeholder 31">
            <a:extLst>
              <a:ext uri="{FF2B5EF4-FFF2-40B4-BE49-F238E27FC236}">
                <a16:creationId xmlns:a16="http://schemas.microsoft.com/office/drawing/2014/main" id="{5F0A8C28-8DFF-0BE4-4E6F-78C3DB802D17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3" name="Text Placeholder 32">
            <a:extLst>
              <a:ext uri="{FF2B5EF4-FFF2-40B4-BE49-F238E27FC236}">
                <a16:creationId xmlns:a16="http://schemas.microsoft.com/office/drawing/2014/main" id="{40DA51FF-7403-41EC-CE28-89692499EFC6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4" name="Text Placeholder 33">
            <a:extLst>
              <a:ext uri="{FF2B5EF4-FFF2-40B4-BE49-F238E27FC236}">
                <a16:creationId xmlns:a16="http://schemas.microsoft.com/office/drawing/2014/main" id="{717B4346-4C78-DEEB-1565-BF4ABDA620BB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5" name="Text Placeholder 34">
            <a:extLst>
              <a:ext uri="{FF2B5EF4-FFF2-40B4-BE49-F238E27FC236}">
                <a16:creationId xmlns:a16="http://schemas.microsoft.com/office/drawing/2014/main" id="{1C037BC6-AD6B-478A-0C6C-E8CC009C52E5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6" name="Text Placeholder 35">
            <a:extLst>
              <a:ext uri="{FF2B5EF4-FFF2-40B4-BE49-F238E27FC236}">
                <a16:creationId xmlns:a16="http://schemas.microsoft.com/office/drawing/2014/main" id="{96B531CF-FB17-BE4C-19ED-F992FE113E4E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727091F-047B-2674-0073-FA849E63A32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Data Structures Basics</a:t>
            </a:r>
          </a:p>
        </p:txBody>
      </p:sp>
      <p:sp>
        <p:nvSpPr>
          <p:cNvPr id="26" name="Subtitle 25">
            <a:extLst>
              <a:ext uri="{FF2B5EF4-FFF2-40B4-BE49-F238E27FC236}">
                <a16:creationId xmlns:a16="http://schemas.microsoft.com/office/drawing/2014/main" id="{B49BAAE9-60E3-7F9D-E6F3-4455C3037AD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3A42EE6-F67F-D586-74AE-D61EB65841E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AI2C Tech Intro</a:t>
            </a:r>
          </a:p>
        </p:txBody>
      </p:sp>
    </p:spTree>
    <p:extLst>
      <p:ext uri="{BB962C8B-B14F-4D97-AF65-F5344CB8AC3E}">
        <p14:creationId xmlns:p14="http://schemas.microsoft.com/office/powerpoint/2010/main" val="142766755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5B5497-1C4D-AF60-6011-F2E6D4F352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Function arguments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F641A81-F362-9698-1883-C3DE0409C4A3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170710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EB4430-1F71-D899-34E4-0D4105CCE8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Objectives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6FF94A-3BCA-070D-C682-367F5F0F327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48640" y="2148840"/>
            <a:ext cx="10601960" cy="4023360"/>
          </a:xfrm>
        </p:spPr>
        <p:txBody>
          <a:bodyPr/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/>
              <a:t>Know when and how to apply nested lists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/>
              <a:t>Implement and discuss some basic list manipulation techniques</a:t>
            </a:r>
          </a:p>
        </p:txBody>
      </p:sp>
    </p:spTree>
    <p:extLst>
      <p:ext uri="{BB962C8B-B14F-4D97-AF65-F5344CB8AC3E}">
        <p14:creationId xmlns:p14="http://schemas.microsoft.com/office/powerpoint/2010/main" val="361664208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A7A857-5BCF-55F5-4639-94263C20FF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Python review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A9B9417-5BDA-B527-1D57-66375804CF10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2" descr="I know tuples - Imgflip">
            <a:extLst>
              <a:ext uri="{FF2B5EF4-FFF2-40B4-BE49-F238E27FC236}">
                <a16:creationId xmlns:a16="http://schemas.microsoft.com/office/drawing/2014/main" id="{C2234AAA-033D-3318-B017-3E0276FD2BC6}"/>
              </a:ext>
            </a:extLst>
          </p:cNvPr>
          <p:cNvPicPr>
            <a:picLocks noGrp="1" noChangeAspect="1" noChangeArrowheads="1"/>
          </p:cNvPicPr>
          <p:nvPr>
            <p:ph idx="4294967295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435186" y="2046882"/>
            <a:ext cx="7527714" cy="42272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11176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C09D6BAA-9655-19E9-C6CF-82D4EC658E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Mutable vs Immutable</a:t>
            </a:r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E92320F4-343B-B70C-FC55-C13769079075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755437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54D348-CAAF-3773-6861-C22AEF8646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Initializing Tuples and Lists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7A372BF-6DD3-897A-59AA-8F0BA0E394B1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139812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975B9B-792C-0491-2A64-05D2E2B19F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Copying Tuples and Lists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62A6C6D-102A-6534-3B36-95CE30018F7E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560746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A0A79DFE-CA6D-199F-1D8F-0A25E480F3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Hands-On #1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C8DBF7A-ABA5-7245-19D0-84C717D30964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48640" y="2148840"/>
            <a:ext cx="11008360" cy="4023360"/>
          </a:xfrm>
        </p:spPr>
        <p:txBody>
          <a:bodyPr/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/>
              <a:t>Mutable and immutable structures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/>
              <a:t>Working with tuples and lists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1843693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69CDD8-6080-6002-43DF-A45AE5E3FD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Nested lists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555F037-DF18-29BE-925F-B4AE1337F99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234750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3B703F05-852F-AE03-891C-5F619074CC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Hands-On #2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CC8BCFF-F88D-9947-8910-B16FF4E68C8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/>
              <a:t>Work with nested lists to represent arrays</a:t>
            </a:r>
          </a:p>
        </p:txBody>
      </p:sp>
    </p:spTree>
    <p:extLst>
      <p:ext uri="{BB962C8B-B14F-4D97-AF65-F5344CB8AC3E}">
        <p14:creationId xmlns:p14="http://schemas.microsoft.com/office/powerpoint/2010/main" val="86348587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C8D62AE3-67D3-4386-F1B7-88A1EB58BB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Questions?</a:t>
            </a:r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D734D349-7CB9-0570-C5A9-74E3AAE2B479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0981608"/>
      </p:ext>
    </p:extLst>
  </p:cSld>
  <p:clrMapOvr>
    <a:masterClrMapping/>
  </p:clrMapOvr>
</p:sld>
</file>

<file path=ppt/theme/theme1.xml><?xml version="1.0" encoding="utf-8"?>
<a:theme xmlns:a="http://schemas.openxmlformats.org/drawingml/2006/main" name="US Army 2023 AFC DEVCOM Logo">
  <a:themeElements>
    <a:clrScheme name="US Army Color Palette">
      <a:dk1>
        <a:srgbClr val="000000"/>
      </a:dk1>
      <a:lt1>
        <a:srgbClr val="FFFFFF"/>
      </a:lt1>
      <a:dk2>
        <a:srgbClr val="221F20"/>
      </a:dk2>
      <a:lt2>
        <a:srgbClr val="FFCC01"/>
      </a:lt2>
      <a:accent1>
        <a:srgbClr val="221F20"/>
      </a:accent1>
      <a:accent2>
        <a:srgbClr val="FFCC01"/>
      </a:accent2>
      <a:accent3>
        <a:srgbClr val="727365"/>
      </a:accent3>
      <a:accent4>
        <a:srgbClr val="D5D5D7"/>
      </a:accent4>
      <a:accent5>
        <a:srgbClr val="565557"/>
      </a:accent5>
      <a:accent6>
        <a:srgbClr val="BFB8A6"/>
      </a:accent6>
      <a:hlink>
        <a:srgbClr val="565557"/>
      </a:hlink>
      <a:folHlink>
        <a:srgbClr val="305B6E"/>
      </a:folHlink>
    </a:clrScheme>
    <a:fontScheme name="US Army 2023 Fonts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US Army 2023 Effects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1270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127000" dist="63500" dir="2700000" algn="br" rotWithShape="0">
              <a:srgbClr val="000000">
                <a:alpha val="2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>
    <a:spDef>
      <a:spPr>
        <a:ln>
          <a:noFill/>
          <a:miter/>
        </a:ln>
      </a:spPr>
      <a:bodyPr/>
      <a:lstStyle>
        <a:defPPr algn="ctr">
          <a:lnSpc>
            <a:spcPct val="95000"/>
          </a:lnSpc>
          <a:defRPr sz="1700"/>
        </a:defPPr>
      </a:lstStyle>
      <a:style>
        <a:lnRef idx="0">
          <a:schemeClr val="accent1"/>
        </a:lnRef>
        <a:fillRef idx="1">
          <a:schemeClr val="accent1"/>
        </a:fillRef>
        <a:effectRef idx="0">
          <a:srgbClr val="000000"/>
        </a:effectRef>
        <a:fontRef idx="minor">
          <a:srgbClr val="FFFFFF"/>
        </a:fontRef>
      </a:style>
    </a:spDef>
    <a:lnDef>
      <a:spPr>
        <a:ln w="12700" cap="flat">
          <a:miter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rgbClr val="000000"/>
        </a:effectRef>
        <a:fontRef idx="minor">
          <a:srgbClr val="FFFFFF"/>
        </a:fontRef>
      </a:style>
    </a:lnDef>
    <a:txDef>
      <a:spPr>
        <a:noFill/>
      </a:spPr>
      <a:bodyPr wrap="square" lIns="0" tIns="0" rIns="0" bIns="0" rtlCol="0">
        <a:noAutofit/>
      </a:bodyPr>
      <a:lstStyle>
        <a:defPPr marL="182880" indent="-182880">
          <a:lnSpc>
            <a:spcPct val="95000"/>
          </a:lnSpc>
          <a:spcBef>
            <a:spcPts val="1000"/>
          </a:spcBef>
          <a:buSzPct val="100000"/>
          <a:buFont typeface="Arial"/>
          <a:buChar char="▪"/>
          <a:defRPr sz="1700"/>
        </a:defPPr>
      </a:lstStyle>
    </a:txDef>
  </a:objectDefaults>
  <a:extraClrSchemeLst/>
  <a:custClrLst>
    <a:custClr name="Army Black">
      <a:srgbClr val="221F20"/>
    </a:custClr>
    <a:custClr name="Army Gold">
      <a:srgbClr val="FFCC01"/>
    </a:custClr>
    <a:custClr name="White">
      <a:srgbClr val="FFFFFF"/>
    </a:custClr>
    <a:custClr name="Army Green">
      <a:srgbClr val="2F372F"/>
    </a:custClr>
    <a:custClr name="Tan">
      <a:srgbClr val="F1E4C7"/>
    </a:custClr>
    <a:custClr name="Field 01">
      <a:srgbClr val="727365"/>
    </a:custClr>
    <a:custClr name="Field 02">
      <a:srgbClr val="BFB8A6"/>
    </a:custClr>
    <a:custClr name="Gray 01">
      <a:srgbClr val="565557"/>
    </a:custClr>
    <a:custClr name="Gray 02">
      <a:srgbClr val="D5D5D7"/>
    </a:custClr>
    <a:custClr name="Highlight Orange">
      <a:srgbClr val="F16521"/>
    </a:custClr>
    <a:custClr name="Highlight Green">
      <a:srgbClr val="2DAA27"/>
    </a:custClr>
    <a:custClr name="Highlight Red">
      <a:srgbClr val="CF0000"/>
    </a:custClr>
  </a:custClrLst>
  <a:extLst>
    <a:ext uri="{05A4C25C-085E-4340-85A3-A5531E510DB2}">
      <thm15:themeFamily xmlns:thm15="http://schemas.microsoft.com/office/thememl/2012/main" name="US Army PowerPoint 16x9 12Feb2023" id="{3EB2FCAD-453B-4F97-9379-31EB449BB4A1}" vid="{CCBAEC26-5D3F-44DD-9C13-DB69982D462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689</TotalTime>
  <Words>65</Words>
  <Application>Microsoft Macintosh PowerPoint</Application>
  <PresentationFormat>Widescreen</PresentationFormat>
  <Paragraphs>19</Paragraphs>
  <Slides>11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Aptos</vt:lpstr>
      <vt:lpstr>Arial</vt:lpstr>
      <vt:lpstr>Arial Bold</vt:lpstr>
      <vt:lpstr>US Army 2023 AFC DEVCOM Logo</vt:lpstr>
      <vt:lpstr>Data Structures Basics</vt:lpstr>
      <vt:lpstr>Function arguments</vt:lpstr>
      <vt:lpstr>Objectives</vt:lpstr>
      <vt:lpstr>Python review</vt:lpstr>
      <vt:lpstr>Mutable vs Immutable</vt:lpstr>
      <vt:lpstr>Initializing Tuples and Lists</vt:lpstr>
      <vt:lpstr>Copying Tuples and Lists</vt:lpstr>
      <vt:lpstr>Hands-On #1</vt:lpstr>
      <vt:lpstr>Nested lists</vt:lpstr>
      <vt:lpstr>Hands-On #2</vt:lpstr>
      <vt:lpstr>Questions?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Ethan Shafer</dc:creator>
  <cp:lastModifiedBy>Taylor, Brandon L SSG USARMY AI2C (USA)</cp:lastModifiedBy>
  <cp:revision>141</cp:revision>
  <dcterms:created xsi:type="dcterms:W3CDTF">2025-07-09T23:54:51Z</dcterms:created>
  <dcterms:modified xsi:type="dcterms:W3CDTF">2025-12-23T14:36:09Z</dcterms:modified>
</cp:coreProperties>
</file>