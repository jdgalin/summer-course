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9063A8-BC75-44AB-A561-BE0A82F3F6A3}">
  <a:tblStyle styleId="{5B9063A8-BC75-44AB-A561-BE0A82F3F6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638" autoAdjust="0"/>
  </p:normalViewPr>
  <p:slideViewPr>
    <p:cSldViewPr snapToGrid="0">
      <p:cViewPr varScale="1">
        <p:scale>
          <a:sx n="153" d="100"/>
          <a:sy n="153" d="100"/>
        </p:scale>
        <p:origin x="8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rgbClr val="221F2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pic>
        <p:nvPicPr>
          <p:cNvPr id="31" name="Google Shape;31;p3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34" name="Google Shape;34;p3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" name="Google Shape;37;p3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White">
  <p:cSld name="Title Slide - White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4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5668" y="78731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57" name="Google Shape;57;p4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58;p4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" name="Google Shape;59;p4"/>
            <p:cNvCxnSpPr/>
            <p:nvPr/>
          </p:nvCxnSpPr>
          <p:spPr>
            <a:xfrm>
              <a:off x="4272796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" name="Google Shape;60;p4"/>
          <p:cNvSpPr txBox="1"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subTitle" idx="14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Image">
  <p:cSld name="Title Slide - Im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5" descr="U.S. Arm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78" name="Google Shape;78;p5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5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" name="Google Shape;80;p5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1" name="Google Shape;81;p5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2"/>
          </p:nvPr>
        </p:nvSpPr>
        <p:spPr>
          <a:xfrm>
            <a:off x="470915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3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body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body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3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4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cons">
  <p:cSld name="4 Icon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"/>
          <p:cNvSpPr>
            <a:spLocks noGrp="1"/>
          </p:cNvSpPr>
          <p:nvPr>
            <p:ph type="pic" idx="2"/>
          </p:nvPr>
        </p:nvSpPr>
        <p:spPr>
          <a:xfrm>
            <a:off x="411480" y="1200150"/>
            <a:ext cx="418338" cy="416624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0"/>
          <p:cNvSpPr txBox="1">
            <a:spLocks noGrp="1"/>
          </p:cNvSpPr>
          <p:nvPr>
            <p:ph type="body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7" name="Google Shape;117;p10"/>
          <p:cNvSpPr>
            <a:spLocks noGrp="1"/>
          </p:cNvSpPr>
          <p:nvPr>
            <p:ph type="pic" idx="3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0"/>
          <p:cNvSpPr txBox="1">
            <a:spLocks noGrp="1"/>
          </p:cNvSpPr>
          <p:nvPr>
            <p:ph type="body" idx="4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9" name="Google Shape;119;p10"/>
          <p:cNvSpPr>
            <a:spLocks noGrp="1"/>
          </p:cNvSpPr>
          <p:nvPr>
            <p:ph type="pic" idx="5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0"/>
          <p:cNvSpPr txBox="1">
            <a:spLocks noGrp="1"/>
          </p:cNvSpPr>
          <p:nvPr>
            <p:ph type="body" idx="6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1" name="Google Shape;121;p10"/>
          <p:cNvSpPr>
            <a:spLocks noGrp="1"/>
          </p:cNvSpPr>
          <p:nvPr>
            <p:ph type="pic" idx="7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"/>
          <p:cNvSpPr txBox="1">
            <a:spLocks noGrp="1"/>
          </p:cNvSpPr>
          <p:nvPr>
            <p:ph type="body" idx="8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Numbers">
  <p:cSld name="4 Numbers">
    <p:bg>
      <p:bgPr>
        <a:solidFill>
          <a:srgbClr val="221F2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7" name="Google Shape;127;p11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8" name="Google Shape;128;p11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0" name="Google Shape;130;p11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1" name="Google Shape;131;p11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3" name="Google Shape;133;p11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Google Shape;134;p11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6" name="Google Shape;136;p11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7" name="Google Shape;137;p11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43" name="Google Shape;14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Numbers - White">
  <p:cSld name="4 Numbers - Whit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6" name="Google Shape;146;p12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7" name="Google Shape;147;p12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49" name="Google Shape;149;p12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0" name="Google Shape;150;p12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2" name="Google Shape;152;p12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3" name="Google Shape;153;p12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5" name="Google Shape;155;p12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6" name="Google Shape;156;p12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 Numbers">
  <p:cSld name="8 Numbers">
    <p:bg>
      <p:bgPr>
        <a:solidFill>
          <a:srgbClr val="221F2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13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3" name="Google Shape;163;p13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5" name="Google Shape;165;p13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6" name="Google Shape;166;p13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8" name="Google Shape;168;p13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9" name="Google Shape;169;p13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1" name="Google Shape;171;p13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2" name="Google Shape;172;p13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4" name="Google Shape;174;p13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5" name="Google Shape;175;p13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7" name="Google Shape;177;p13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8" name="Google Shape;178;p13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0" name="Google Shape;180;p13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1" name="Google Shape;181;p13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3" name="Google Shape;183;p13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4" name="Google Shape;184;p13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Numbers - White">
  <p:cSld name="8 Numbers - 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3" name="Google Shape;193;p14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4" name="Google Shape;194;p14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6" name="Google Shape;196;p14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7" name="Google Shape;197;p14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9" name="Google Shape;199;p14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0" name="Google Shape;200;p14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2" name="Google Shape;202;p14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3" name="Google Shape;203;p14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5" name="Google Shape;205;p14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6" name="Google Shape;206;p14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8" name="Google Shape;208;p14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9" name="Google Shape;209;p14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1" name="Google Shape;211;p14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2" name="Google Shape;212;p14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4" name="Google Shape;214;p14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5" name="Google Shape;215;p14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21" name="Google Shape;221;p1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1">
  <p:cSld name="Content and Image 0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1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2">
  <p:cSld name="Content and Image 0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>
            <a:spLocks noGrp="1"/>
          </p:cNvSpPr>
          <p:nvPr>
            <p:ph type="pic" idx="2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33" name="Google Shape;233;p17"/>
          <p:cNvSpPr txBox="1">
            <a:spLocks noGrp="1"/>
          </p:cNvSpPr>
          <p:nvPr>
            <p:ph type="title"/>
          </p:nvPr>
        </p:nvSpPr>
        <p:spPr>
          <a:xfrm>
            <a:off x="411480" y="284607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body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2 Images">
  <p:cSld name="Content and 2 Images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8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0" name="Google Shape;240;p18"/>
          <p:cNvSpPr txBox="1">
            <a:spLocks noGrp="1"/>
          </p:cNvSpPr>
          <p:nvPr>
            <p:ph type="body" idx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body" idx="3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2" name="Google Shape;242;p18"/>
          <p:cNvSpPr>
            <a:spLocks noGrp="1"/>
          </p:cNvSpPr>
          <p:nvPr>
            <p:ph type="pic" idx="4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3" name="Google Shape;243;p18"/>
          <p:cNvSpPr txBox="1">
            <a:spLocks noGrp="1"/>
          </p:cNvSpPr>
          <p:nvPr>
            <p:ph type="body" idx="5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body" idx="6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3 Images">
  <p:cSld name="Content and 3 Images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9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0" name="Google Shape;250;p19"/>
          <p:cNvSpPr txBox="1">
            <a:spLocks noGrp="1"/>
          </p:cNvSpPr>
          <p:nvPr>
            <p:ph type="body" idx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body" idx="3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2" name="Google Shape;252;p19"/>
          <p:cNvSpPr>
            <a:spLocks noGrp="1"/>
          </p:cNvSpPr>
          <p:nvPr>
            <p:ph type="pic" idx="4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3" name="Google Shape;253;p19"/>
          <p:cNvSpPr txBox="1">
            <a:spLocks noGrp="1"/>
          </p:cNvSpPr>
          <p:nvPr>
            <p:ph type="body" idx="5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4" name="Google Shape;254;p19"/>
          <p:cNvSpPr txBox="1">
            <a:spLocks noGrp="1"/>
          </p:cNvSpPr>
          <p:nvPr>
            <p:ph type="body" idx="6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5" name="Google Shape;255;p19"/>
          <p:cNvSpPr>
            <a:spLocks noGrp="1"/>
          </p:cNvSpPr>
          <p:nvPr>
            <p:ph type="pic" idx="7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6" name="Google Shape;256;p19"/>
          <p:cNvSpPr txBox="1">
            <a:spLocks noGrp="1"/>
          </p:cNvSpPr>
          <p:nvPr>
            <p:ph type="body" idx="8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body" idx="9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8" name="Google Shape;258;p1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4 Images">
  <p:cSld name="Content and 4 Image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>
            <a:spLocks noGrp="1"/>
          </p:cNvSpPr>
          <p:nvPr>
            <p:ph type="pic" idx="2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3" name="Google Shape;263;p20"/>
          <p:cNvSpPr txBox="1">
            <a:spLocks noGrp="1"/>
          </p:cNvSpPr>
          <p:nvPr>
            <p:ph type="body" idx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body" idx="3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5" name="Google Shape;265;p20"/>
          <p:cNvSpPr>
            <a:spLocks noGrp="1"/>
          </p:cNvSpPr>
          <p:nvPr>
            <p:ph type="pic" idx="4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6" name="Google Shape;266;p20"/>
          <p:cNvSpPr txBox="1">
            <a:spLocks noGrp="1"/>
          </p:cNvSpPr>
          <p:nvPr>
            <p:ph type="body" idx="5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7" name="Google Shape;267;p20"/>
          <p:cNvSpPr txBox="1">
            <a:spLocks noGrp="1"/>
          </p:cNvSpPr>
          <p:nvPr>
            <p:ph type="body" idx="6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8" name="Google Shape;268;p20"/>
          <p:cNvSpPr>
            <a:spLocks noGrp="1"/>
          </p:cNvSpPr>
          <p:nvPr>
            <p:ph type="pic" idx="7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9" name="Google Shape;269;p20"/>
          <p:cNvSpPr txBox="1">
            <a:spLocks noGrp="1"/>
          </p:cNvSpPr>
          <p:nvPr>
            <p:ph type="body" idx="8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9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1" name="Google Shape;271;p20"/>
          <p:cNvSpPr>
            <a:spLocks noGrp="1"/>
          </p:cNvSpPr>
          <p:nvPr>
            <p:ph type="pic" idx="13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72" name="Google Shape;272;p20"/>
          <p:cNvSpPr txBox="1">
            <a:spLocks noGrp="1"/>
          </p:cNvSpPr>
          <p:nvPr>
            <p:ph type="body" idx="14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3" name="Google Shape;273;p20"/>
          <p:cNvSpPr txBox="1">
            <a:spLocks noGrp="1"/>
          </p:cNvSpPr>
          <p:nvPr>
            <p:ph type="body" idx="15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4" name="Google Shape;274;p2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Image">
  <p:cSld name="Section Header - Image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  <a:ln>
            <a:noFill/>
          </a:ln>
        </p:spPr>
      </p:sp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1">
  <p:cSld name="Section Header - White 01">
    <p:bg>
      <p:bgPr>
        <a:solidFill>
          <a:schemeClr val="lt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2">
  <p:cSld name="Section Header - White 02"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>
            <a:spLocks noGrp="1"/>
          </p:cNvSpPr>
          <p:nvPr>
            <p:ph type="title"/>
          </p:nvPr>
        </p:nvSpPr>
        <p:spPr>
          <a:xfrm>
            <a:off x="411481" y="308610"/>
            <a:ext cx="402399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4"/>
          <p:cNvSpPr txBox="1">
            <a:spLocks noGrp="1"/>
          </p:cNvSpPr>
          <p:nvPr>
            <p:ph type="body" idx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9" name="Google Shape;299;p2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- Half Image">
  <p:cSld name="Section Header - Half Image">
    <p:bg>
      <p:bgPr>
        <a:solidFill>
          <a:srgbClr val="221F20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25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25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07" name="Google Shape;307;p2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09" name="Google Shape;30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Half Image - White">
  <p:cSld name="Section Header - Half Image - White">
    <p:bg>
      <p:bgPr>
        <a:solidFill>
          <a:schemeClr val="lt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13" name="Google Shape;313;p2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14" name="Google Shape;314;p2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- Black">
  <p:cSld name="Title Only - Black">
    <p:bg>
      <p:bgPr>
        <a:solidFill>
          <a:srgbClr val="221F20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26" name="Google Shape;326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- Black">
  <p:cSld name="Blank - Black">
    <p:bg>
      <p:bgPr>
        <a:solidFill>
          <a:srgbClr val="221F20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35" name="Google Shape;33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bg>
      <p:bgPr>
        <a:solidFill>
          <a:srgbClr val="221F20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FFCC0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/>
          </a:p>
        </p:txBody>
      </p:sp>
      <p:sp>
        <p:nvSpPr>
          <p:cNvPr id="338" name="Google Shape;338;p31"/>
          <p:cNvSpPr txBox="1">
            <a:spLocks noGrp="1"/>
          </p:cNvSpPr>
          <p:nvPr>
            <p:ph type="body" idx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339" name="Google Shape;339;p3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1" name="Google Shape;34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>
  <p:cSld name="Logo">
    <p:bg>
      <p:bgPr>
        <a:solidFill>
          <a:srgbClr val="221F20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2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20265" y="1645920"/>
            <a:ext cx="4903470" cy="185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6" name="Google Shape;34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3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5">
            <a:alphaModFix/>
          </a:blip>
          <a:srcRect l="26274" t="67"/>
          <a:stretch/>
        </p:blipFill>
        <p:spPr>
          <a:xfrm>
            <a:off x="7821386" y="308611"/>
            <a:ext cx="911133" cy="35827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9562" algn="l" rtl="0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1" descr="A picture containing icon&#10;&#10;AI-generated content may be incorrect.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7444515" y="318065"/>
            <a:ext cx="376871" cy="3582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5" pos="1018">
          <p15:clr>
            <a:srgbClr val="A4A3A4"/>
          </p15:clr>
        </p15:guide>
        <p15:guide id="6" pos="1248">
          <p15:clr>
            <a:srgbClr val="A4A3A4"/>
          </p15:clr>
        </p15:guide>
        <p15:guide id="7" pos="2148">
          <p15:clr>
            <a:srgbClr val="A4A3A4"/>
          </p15:clr>
        </p15:guide>
        <p15:guide id="8" pos="3052">
          <p15:clr>
            <a:srgbClr val="A4A3A4"/>
          </p15:clr>
        </p15:guide>
        <p15:guide id="9" pos="3954">
          <p15:clr>
            <a:srgbClr val="A4A3A4"/>
          </p15:clr>
        </p15:guide>
        <p15:guide id="10" pos="3724">
          <p15:clr>
            <a:srgbClr val="A4A3A4"/>
          </p15:clr>
        </p15:guide>
        <p15:guide id="11" pos="4858">
          <p15:clr>
            <a:srgbClr val="A4A3A4"/>
          </p15:clr>
        </p15:guide>
        <p15:guide id="12" pos="5784">
          <p15:clr>
            <a:srgbClr val="A4A3A4"/>
          </p15:clr>
        </p15:guide>
        <p15:guide id="13" pos="6660">
          <p15:clr>
            <a:srgbClr val="A4A3A4"/>
          </p15:clr>
        </p15:guide>
        <p15:guide id="14" pos="1920">
          <p15:clr>
            <a:srgbClr val="A4A3A4"/>
          </p15:clr>
        </p15:guide>
        <p15:guide id="15" pos="2822">
          <p15:clr>
            <a:srgbClr val="A4A3A4"/>
          </p15:clr>
        </p15:guide>
        <p15:guide id="16" pos="4626">
          <p15:clr>
            <a:srgbClr val="A4A3A4"/>
          </p15:clr>
        </p15:guide>
        <p15:guide id="17" pos="5530">
          <p15:clr>
            <a:srgbClr val="A4A3A4"/>
          </p15:clr>
        </p15:guide>
        <p15:guide id="18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70E2C-C69B-CF2A-4AFC-23A14A6A0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D8E2E-8543-A688-763B-E884BB31846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0D199-3936-A1F3-B0EB-089330973D5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6C0D10-A9D9-A711-D381-3D00C47E0FB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D0B74B-73C2-B2A1-57AF-63998F4A4F49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903D50-9478-61DD-97EF-868FFEC1A203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195E4-F595-93CB-A46C-7430AD0680AD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959FF5-1EE2-7B58-60C8-30418EF2E627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2EDCAF-FCD3-27B6-7A7D-482980E30A32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30A370C-AC35-54DB-180E-CF84A6DE97E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7" name="Google Shape;377;p39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Functions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375DF464-1047-E0FE-E481-3664C51B5C5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1E60D9-3A05-7A61-72B6-7F9C21F9F66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Roboto</vt:lpstr>
      <vt:lpstr>US Army 2023 AFC DEVCOM Logo</vt:lpstr>
      <vt:lpstr>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11</cp:revision>
  <dcterms:modified xsi:type="dcterms:W3CDTF">2026-05-05T21:22:50Z</dcterms:modified>
</cp:coreProperties>
</file>