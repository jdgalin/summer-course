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</p:sldMasterIdLst>
  <p:notesMasterIdLst>
    <p:notesMasterId r:id="rId16"/>
  </p:notesMasterIdLst>
  <p:sldIdLst>
    <p:sldId id="256" r:id="rId3"/>
    <p:sldId id="276" r:id="rId4"/>
    <p:sldId id="257" r:id="rId5"/>
    <p:sldId id="278" r:id="rId6"/>
    <p:sldId id="279" r:id="rId7"/>
    <p:sldId id="280" r:id="rId8"/>
    <p:sldId id="261" r:id="rId9"/>
    <p:sldId id="277" r:id="rId10"/>
    <p:sldId id="281" r:id="rId11"/>
    <p:sldId id="282" r:id="rId12"/>
    <p:sldId id="283" r:id="rId13"/>
    <p:sldId id="273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000" autoAdjust="0"/>
    <p:restoredTop sz="89375" autoAdjust="0"/>
  </p:normalViewPr>
  <p:slideViewPr>
    <p:cSldViewPr snapToGrid="0">
      <p:cViewPr varScale="1">
        <p:scale>
          <a:sx n="72" d="100"/>
          <a:sy n="72" d="100"/>
        </p:scale>
        <p:origin x="72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BC1-DC94-491B-AA44-0232F744EE9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B709C-82E0-4ADF-BDA3-CCA1C8B22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9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B709C-82E0-4ADF-BDA3-CCA1C8B222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18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B709C-82E0-4ADF-BDA3-CCA1C8B222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76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892937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671695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273272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54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25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67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0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66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51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67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08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9691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00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69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59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69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28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46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31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76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05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43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42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5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76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70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5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A25F-48AD-B7A3-3D9B-3DC3D785A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12A15-0410-A7CA-A9D8-43BD6886A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027A1-7EB5-0678-EB0F-650BD7B1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D30D-C707-EB24-E631-D0451E6B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5385-DE6D-8457-5ACD-902B1E93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87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7D6D-A7B7-74EA-6F74-BAC98296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8D3C-1A6F-289C-01D0-FC0269EF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6C649-11FB-438A-AD59-9806225D3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3B82-9CC4-ADC8-65F7-7702DD6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1D42-AB19-DC33-0C4F-15A205A2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150-C001-8E81-3EC1-3DDA1A93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76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D627-4126-76BB-49CC-802CFFF6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C272-A5FE-0B53-A485-80572D12E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4E39B-8710-B75C-19D6-9A82A326F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56664-2E10-493D-CCC1-B9E27A5E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27F7E-8CC3-D827-3CEB-A0E08CA0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2C5AF-AA21-6708-D407-33B69060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711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918920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276460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808624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37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81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09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93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2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25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26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93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29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74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60810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61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33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33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3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333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76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9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49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63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9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3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87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88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74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36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55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A25F-48AD-B7A3-3D9B-3DC3D785A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12A15-0410-A7CA-A9D8-43BD6886A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027A1-7EB5-0678-EB0F-650BD7B1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D30D-C707-EB24-E631-D0451E6B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5385-DE6D-8457-5ACD-902B1E93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4583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7D6D-A7B7-74EA-6F74-BAC98296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8D3C-1A6F-289C-01D0-FC0269EF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6C649-11FB-438A-AD59-9806225D3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3B82-9CC4-ADC8-65F7-7702DD6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1D42-AB19-DC33-0C4F-15A205A2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150-C001-8E81-3EC1-3DDA1A93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6735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D627-4126-76BB-49CC-802CFFF6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C272-A5FE-0B53-A485-80572D12E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4E39B-8710-B75C-19D6-9A82A326F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56664-2E10-493D-CCC1-B9E27A5E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27F7E-8CC3-D827-3CEB-A0E08CA0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2C5AF-AA21-6708-D407-33B69060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3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6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6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091F-047B-2674-0073-FA849E63A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688" y="2076539"/>
            <a:ext cx="8261497" cy="1325880"/>
          </a:xfrm>
        </p:spPr>
        <p:txBody>
          <a:bodyPr/>
          <a:lstStyle/>
          <a:p>
            <a:r>
              <a:rPr lang="en-US" sz="6600" dirty="0"/>
              <a:t>Python File 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42EE6-F67F-D586-74AE-D61EB6584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953" y="3784732"/>
            <a:ext cx="5029200" cy="457200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/>
              <a:t>AI2C Tech Intro</a:t>
            </a:r>
          </a:p>
        </p:txBody>
      </p:sp>
    </p:spTree>
    <p:extLst>
      <p:ext uri="{BB962C8B-B14F-4D97-AF65-F5344CB8AC3E}">
        <p14:creationId xmlns:p14="http://schemas.microsoft.com/office/powerpoint/2010/main" val="142766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4430-1F71-D899-34E4-0D4105CC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F94A-3BCA-070D-C682-367F5F0F3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Utilize the </a:t>
            </a:r>
            <a:r>
              <a:rPr lang="en-US" dirty="0" err="1"/>
              <a:t>os</a:t>
            </a:r>
            <a:r>
              <a:rPr lang="en-US" dirty="0"/>
              <a:t> and </a:t>
            </a:r>
            <a:r>
              <a:rPr lang="en-US" dirty="0" err="1"/>
              <a:t>pathlib.Path</a:t>
            </a:r>
            <a:r>
              <a:rPr lang="en-US" dirty="0"/>
              <a:t> modules to navigate a filesystem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Utilize standard python functions to manipulate files</a:t>
            </a:r>
          </a:p>
        </p:txBody>
      </p:sp>
    </p:spTree>
    <p:extLst>
      <p:ext uri="{BB962C8B-B14F-4D97-AF65-F5344CB8AC3E}">
        <p14:creationId xmlns:p14="http://schemas.microsoft.com/office/powerpoint/2010/main" val="361664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380A38-7BBE-1C5C-C72C-A2003F228D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" b="791"/>
          <a:stretch/>
        </p:blipFill>
        <p:spPr>
          <a:xfrm>
            <a:off x="2798237" y="1076324"/>
            <a:ext cx="5365748" cy="509587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A7A857-5BCF-55F5-4639-94263C20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review</a:t>
            </a:r>
          </a:p>
        </p:txBody>
      </p:sp>
    </p:spTree>
    <p:extLst>
      <p:ext uri="{BB962C8B-B14F-4D97-AF65-F5344CB8AC3E}">
        <p14:creationId xmlns:p14="http://schemas.microsoft.com/office/powerpoint/2010/main" val="11111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9D6BAA-9655-19E9-C6CF-82D4EC65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module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5CFA2AD0-1BB5-EEFB-327F-F27305A2F39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71854129"/>
              </p:ext>
            </p:extLst>
          </p:nvPr>
        </p:nvGraphicFramePr>
        <p:xfrm>
          <a:off x="1112870" y="2173288"/>
          <a:ext cx="10515600" cy="3505200"/>
        </p:xfrm>
        <a:graphic>
          <a:graphicData uri="http://schemas.openxmlformats.org/drawingml/2006/table">
            <a:tbl>
              <a:tblPr/>
              <a:tblGrid>
                <a:gridCol w="2686497">
                  <a:extLst>
                    <a:ext uri="{9D8B030D-6E8A-4147-A177-3AD203B41FA5}">
                      <a16:colId xmlns:a16="http://schemas.microsoft.com/office/drawing/2014/main" val="1648361101"/>
                    </a:ext>
                  </a:extLst>
                </a:gridCol>
                <a:gridCol w="7829103">
                  <a:extLst>
                    <a:ext uri="{9D8B030D-6E8A-4147-A177-3AD203B41FA5}">
                      <a16:colId xmlns:a16="http://schemas.microsoft.com/office/drawing/2014/main" val="697547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Python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90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os.getcwd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the current working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44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os.chdir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Changes the current working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40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os.listdir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(path='.')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Lists files and directories in the given path.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188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Creates a single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945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os.makedirs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Creates nested directories recursively.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447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os.remove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Deletes a file.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53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os.rmdir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Removes a directory (must be empty).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673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os.rename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src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dst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Renames or moves a file or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173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info about a file (like size, modified time).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212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55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72CA-F00B-B9C0-3905-1071A14C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 familiar?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6D637A-E869-9722-DE6A-4578A35F333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95929412"/>
              </p:ext>
            </p:extLst>
          </p:nvPr>
        </p:nvGraphicFramePr>
        <p:xfrm>
          <a:off x="1488558" y="2173288"/>
          <a:ext cx="10132826" cy="3505200"/>
        </p:xfrm>
        <a:graphic>
          <a:graphicData uri="http://schemas.openxmlformats.org/drawingml/2006/table">
            <a:tbl>
              <a:tblPr/>
              <a:tblGrid>
                <a:gridCol w="3122426">
                  <a:extLst>
                    <a:ext uri="{9D8B030D-6E8A-4147-A177-3AD203B41FA5}">
                      <a16:colId xmlns:a16="http://schemas.microsoft.com/office/drawing/2014/main" val="35003060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316588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21088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Python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Linux Command Equivalent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829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os.getcwd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Get current working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pwd</a:t>
                      </a:r>
                      <a:endParaRPr lang="en-US" b="1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787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os.chdir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Change current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cd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680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os.listdir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(path='.')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List files and directories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325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a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77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os.makedirs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nested directories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-p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813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os.remove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Delete a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rm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23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os.rmdir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Remove empty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rmdir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573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os.rename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src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dst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Rename or move file/directory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mv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src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dst</a:t>
                      </a:r>
                      <a:endParaRPr lang="en-US" b="1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2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Get file/directory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stat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905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030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C8FF-9D57-C917-5486-9DF6A2A1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pathlib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9AD616-EE6D-DF96-D83C-F260A3A188B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24831708"/>
              </p:ext>
            </p:extLst>
          </p:nvPr>
        </p:nvGraphicFramePr>
        <p:xfrm>
          <a:off x="569843" y="2117311"/>
          <a:ext cx="10515600" cy="3413760"/>
        </p:xfrm>
        <a:graphic>
          <a:graphicData uri="http://schemas.openxmlformats.org/drawingml/2006/table">
            <a:tbl>
              <a:tblPr/>
              <a:tblGrid>
                <a:gridCol w="3213632">
                  <a:extLst>
                    <a:ext uri="{9D8B030D-6E8A-4147-A177-3AD203B41FA5}">
                      <a16:colId xmlns:a16="http://schemas.microsoft.com/office/drawing/2014/main" val="1408973611"/>
                    </a:ext>
                  </a:extLst>
                </a:gridCol>
                <a:gridCol w="7301968">
                  <a:extLst>
                    <a:ext uri="{9D8B030D-6E8A-4147-A177-3AD203B41FA5}">
                      <a16:colId xmlns:a16="http://schemas.microsoft.com/office/drawing/2014/main" val="347485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799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Create / Join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Path('folder') / 'file.txt'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166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Check Existence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p.exists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p.is_file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p.is_dir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200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Read / Write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p.read_text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p.write_text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('Hello')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797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Create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exist_ok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848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List Contents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f in Path('.').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  <a:b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print(f)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103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Search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Path('logs').glob('*.txt')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52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Remove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p.unlink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021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Get File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().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st_size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().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st_mtime</a:t>
                      </a:r>
                      <a:endParaRPr lang="en-US" b="1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3609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2F5D29-5829-7D46-48F0-1383B37B0E8D}"/>
              </a:ext>
            </a:extLst>
          </p:cNvPr>
          <p:cNvSpPr txBox="1"/>
          <p:nvPr/>
        </p:nvSpPr>
        <p:spPr>
          <a:xfrm>
            <a:off x="464489" y="867350"/>
            <a:ext cx="7470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object-oriented* focused path library</a:t>
            </a:r>
          </a:p>
          <a:p>
            <a:b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pathlib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import Path</a:t>
            </a:r>
          </a:p>
        </p:txBody>
      </p:sp>
    </p:spTree>
    <p:extLst>
      <p:ext uri="{BB962C8B-B14F-4D97-AF65-F5344CB8AC3E}">
        <p14:creationId xmlns:p14="http://schemas.microsoft.com/office/powerpoint/2010/main" val="3272350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A79DFE-CA6D-199F-1D8F-0A25E480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8DBF7A-ABA5-7245-19D0-84C717D309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Navigating file structures with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3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CDD8-6080-6002-43DF-A45AE5E3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Manipulating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8EDCE-F294-B711-19E1-CC0FFC24F3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2163BC-A88E-CDCA-639D-5B3C8DC3E87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108957"/>
            <a:ext cx="7466275" cy="5058481"/>
          </a:xfrm>
        </p:spPr>
      </p:pic>
    </p:spTree>
    <p:extLst>
      <p:ext uri="{BB962C8B-B14F-4D97-AF65-F5344CB8AC3E}">
        <p14:creationId xmlns:p14="http://schemas.microsoft.com/office/powerpoint/2010/main" val="2862347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909A96-B147-C0B7-6931-24BF3056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Actions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388E7BE-1112-2D62-6248-B7586DC811D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99997113"/>
              </p:ext>
            </p:extLst>
          </p:nvPr>
        </p:nvGraphicFramePr>
        <p:xfrm>
          <a:off x="2250219" y="1529317"/>
          <a:ext cx="6762941" cy="4355832"/>
        </p:xfrm>
        <a:graphic>
          <a:graphicData uri="http://schemas.openxmlformats.org/drawingml/2006/table">
            <a:tbl>
              <a:tblPr/>
              <a:tblGrid>
                <a:gridCol w="2631882">
                  <a:extLst>
                    <a:ext uri="{9D8B030D-6E8A-4147-A177-3AD203B41FA5}">
                      <a16:colId xmlns:a16="http://schemas.microsoft.com/office/drawing/2014/main" val="3937651176"/>
                    </a:ext>
                  </a:extLst>
                </a:gridCol>
                <a:gridCol w="4131059">
                  <a:extLst>
                    <a:ext uri="{9D8B030D-6E8A-4147-A177-3AD203B41FA5}">
                      <a16:colId xmlns:a16="http://schemas.microsoft.com/office/drawing/2014/main" val="2019659395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Operation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Description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546582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with open('file.txt', 'r') as f:</a:t>
                      </a:r>
                      <a:b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pass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Prepare a file for reading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97504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f.read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 entire file as a string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91591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f.readlines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 file line by line into a list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9647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for line in f:</a:t>
                      </a:r>
                    </a:p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pass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Loop through file line by line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517580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with open('file.txt', 'w') as f:</a:t>
                      </a:r>
                      <a:b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f.write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Overwrite with new content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82115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with open('file.txt', 'a') as f:</a:t>
                      </a:r>
                      <a:b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pass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Add content to end without erasing existing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20187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f.writelines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(lines)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Write a list of strings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087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337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732B-C0CE-A8CC-4FEF-491CF35A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about context managers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CE308F-920C-D8CC-CD6B-88212B274861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191386" y="1600518"/>
            <a:ext cx="7738252" cy="1401135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E1785C3-B737-6AE0-022D-86EB020BB4A4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191386" y="3910530"/>
            <a:ext cx="8406804" cy="1401134"/>
          </a:xfrm>
        </p:spPr>
      </p:pic>
    </p:spTree>
    <p:extLst>
      <p:ext uri="{BB962C8B-B14F-4D97-AF65-F5344CB8AC3E}">
        <p14:creationId xmlns:p14="http://schemas.microsoft.com/office/powerpoint/2010/main" val="2612667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48DEDE-6A36-9908-9DD1-7ACF6212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word…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459C75-8E15-77A8-710F-D2EEC8AB06C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33153" y="1383933"/>
            <a:ext cx="11015321" cy="1189037"/>
          </a:xfrm>
        </p:spPr>
      </p:pic>
    </p:spTree>
    <p:extLst>
      <p:ext uri="{BB962C8B-B14F-4D97-AF65-F5344CB8AC3E}">
        <p14:creationId xmlns:p14="http://schemas.microsoft.com/office/powerpoint/2010/main" val="3021022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703F05-852F-AE03-891C-5F619074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8BCFF-F88D-9947-8910-B16FF4E68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Manipulate files in python</a:t>
            </a:r>
          </a:p>
        </p:txBody>
      </p:sp>
    </p:spTree>
    <p:extLst>
      <p:ext uri="{BB962C8B-B14F-4D97-AF65-F5344CB8AC3E}">
        <p14:creationId xmlns:p14="http://schemas.microsoft.com/office/powerpoint/2010/main" val="863485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D62AE3-67D3-4386-F1B7-88A1EB58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99" y="1133475"/>
            <a:ext cx="8231293" cy="1189037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8" name="Content Placeholder 7" descr="A cartoon of a turtle and a snake&#10;&#10;AI-generated content may be incorrect.">
            <a:extLst>
              <a:ext uri="{FF2B5EF4-FFF2-40B4-BE49-F238E27FC236}">
                <a16:creationId xmlns:a16="http://schemas.microsoft.com/office/drawing/2014/main" id="{067D074E-099E-A880-8E75-CCE1FF1A5B7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110" y="1123950"/>
            <a:ext cx="4514850" cy="4600575"/>
          </a:xfrm>
        </p:spPr>
      </p:pic>
    </p:spTree>
    <p:extLst>
      <p:ext uri="{BB962C8B-B14F-4D97-AF65-F5344CB8AC3E}">
        <p14:creationId xmlns:p14="http://schemas.microsoft.com/office/powerpoint/2010/main" val="161098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664</TotalTime>
  <Words>534</Words>
  <Application>Microsoft Office PowerPoint</Application>
  <PresentationFormat>Widescreen</PresentationFormat>
  <Paragraphs>107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Bold</vt:lpstr>
      <vt:lpstr>Consolas</vt:lpstr>
      <vt:lpstr>Courier New</vt:lpstr>
      <vt:lpstr>US Army 2023 AFC DEVCOM Logo</vt:lpstr>
      <vt:lpstr>1_US Army 2023 AFC DEVCOM Logo</vt:lpstr>
      <vt:lpstr>Python File IO</vt:lpstr>
      <vt:lpstr>Objectives</vt:lpstr>
      <vt:lpstr>Python review</vt:lpstr>
      <vt:lpstr>OS module</vt:lpstr>
      <vt:lpstr>Look familiar?</vt:lpstr>
      <vt:lpstr>pathlib</vt:lpstr>
      <vt:lpstr>Hands-On #1</vt:lpstr>
      <vt:lpstr>Manipulating files</vt:lpstr>
      <vt:lpstr>Common Actions</vt:lpstr>
      <vt:lpstr>A word about context managers</vt:lpstr>
      <vt:lpstr>Another word…</vt:lpstr>
      <vt:lpstr>Hands-On #2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raymond fernandez</cp:lastModifiedBy>
  <cp:revision>133</cp:revision>
  <dcterms:created xsi:type="dcterms:W3CDTF">2025-07-09T23:54:51Z</dcterms:created>
  <dcterms:modified xsi:type="dcterms:W3CDTF">2025-12-23T15:34:06Z</dcterms:modified>
</cp:coreProperties>
</file>