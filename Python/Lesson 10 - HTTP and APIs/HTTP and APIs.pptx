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6"/>
  </p:notesMasterIdLst>
  <p:sldIdLst>
    <p:sldId id="256" r:id="rId2"/>
    <p:sldId id="285" r:id="rId3"/>
    <p:sldId id="1270" r:id="rId4"/>
    <p:sldId id="287" r:id="rId5"/>
    <p:sldId id="1271" r:id="rId6"/>
    <p:sldId id="286" r:id="rId7"/>
    <p:sldId id="1272" r:id="rId8"/>
    <p:sldId id="1275" r:id="rId9"/>
    <p:sldId id="1276" r:id="rId10"/>
    <p:sldId id="1278" r:id="rId11"/>
    <p:sldId id="1279" r:id="rId12"/>
    <p:sldId id="1273" r:id="rId13"/>
    <p:sldId id="1274" r:id="rId14"/>
    <p:sldId id="284" r:id="rId15"/>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7389" autoAdjust="0"/>
  </p:normalViewPr>
  <p:slideViewPr>
    <p:cSldViewPr snapToGrid="0">
      <p:cViewPr varScale="1">
        <p:scale>
          <a:sx n="122" d="100"/>
          <a:sy n="122" d="100"/>
        </p:scale>
        <p:origin x="96" y="32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notesMaster" Target="notesMasters/notesMaster1.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D2F5B96-EC90-4B10-91AC-E32DA21E81E1}" type="datetimeFigureOut">
              <a:rPr lang="en-US" smtClean="0"/>
              <a:t>22-Jun-26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E457D5F-ED05-449E-97D0-205DAB987247}" type="slidenum">
              <a:rPr lang="en-US" smtClean="0"/>
              <a:t>‹#›</a:t>
            </a:fld>
            <a:endParaRPr lang="en-US"/>
          </a:p>
        </p:txBody>
      </p:sp>
    </p:spTree>
    <p:extLst>
      <p:ext uri="{BB962C8B-B14F-4D97-AF65-F5344CB8AC3E}">
        <p14:creationId xmlns:p14="http://schemas.microsoft.com/office/powerpoint/2010/main" val="6065143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a:t>
            </a:r>
          </a:p>
        </p:txBody>
      </p:sp>
      <p:sp>
        <p:nvSpPr>
          <p:cNvPr id="4" name="Slide Number Placeholder 3"/>
          <p:cNvSpPr>
            <a:spLocks noGrp="1"/>
          </p:cNvSpPr>
          <p:nvPr>
            <p:ph type="sldNum" sz="quarter" idx="5"/>
          </p:nvPr>
        </p:nvSpPr>
        <p:spPr/>
        <p:txBody>
          <a:bodyPr/>
          <a:lstStyle/>
          <a:p>
            <a:fld id="{BE457D5F-ED05-449E-97D0-205DAB987247}" type="slidenum">
              <a:rPr lang="en-US" smtClean="0"/>
              <a:t>2</a:t>
            </a:fld>
            <a:endParaRPr lang="en-US"/>
          </a:p>
        </p:txBody>
      </p:sp>
    </p:spTree>
    <p:extLst>
      <p:ext uri="{BB962C8B-B14F-4D97-AF65-F5344CB8AC3E}">
        <p14:creationId xmlns:p14="http://schemas.microsoft.com/office/powerpoint/2010/main" val="383719334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 has four fundamental rules that govern how communication works. First, the client always initiates. Browsers start every conversation. Second, the server always responds. It must reply to every request, even if just to say 'error'. Third, it's one request, one response. Each HTTP exchange is complete in itself. Fourth, and most importantly, HTTP is stateless - the server doesn't remember previous requests. This is why cookies exist. Without them, you'd have to log in for every single page you visit. </a:t>
            </a:r>
          </a:p>
        </p:txBody>
      </p:sp>
      <p:sp>
        <p:nvSpPr>
          <p:cNvPr id="4" name="Footer Placeholder 3"/>
          <p:cNvSpPr>
            <a:spLocks noGrp="1"/>
          </p:cNvSpPr>
          <p:nvPr>
            <p:ph type="ftr" sz="quarter" idx="4"/>
          </p:nvPr>
        </p:nvSpPr>
        <p:spPr/>
        <p:txBody>
          <a:bodyPr/>
          <a:lstStyle/>
          <a:p>
            <a:pPr>
              <a:defRPr/>
            </a:pPr>
            <a:r>
              <a:rPr lang="en-US"/>
              <a:t>P&amp;NE AIAD Departure Brief</a:t>
            </a:r>
          </a:p>
        </p:txBody>
      </p:sp>
      <p:sp>
        <p:nvSpPr>
          <p:cNvPr id="5" name="Slide Number Placeholder 4"/>
          <p:cNvSpPr>
            <a:spLocks noGrp="1"/>
          </p:cNvSpPr>
          <p:nvPr>
            <p:ph type="sldNum" sz="quarter" idx="5"/>
          </p:nvPr>
        </p:nvSpPr>
        <p:spPr/>
        <p:txBody>
          <a:bodyPr/>
          <a:lstStyle/>
          <a:p>
            <a:pPr>
              <a:defRPr/>
            </a:pPr>
            <a:fld id="{7FE6B1A2-9BDA-4174-9639-C12B0222CFB2}" type="slidenum">
              <a:rPr lang="en-US" smtClean="0"/>
              <a:pPr>
                <a:defRPr/>
              </a:pPr>
              <a:t>3</a:t>
            </a:fld>
            <a:endParaRPr lang="en-US"/>
          </a:p>
        </p:txBody>
      </p:sp>
    </p:spTree>
    <p:extLst>
      <p:ext uri="{BB962C8B-B14F-4D97-AF65-F5344CB8AC3E}">
        <p14:creationId xmlns:p14="http://schemas.microsoft.com/office/powerpoint/2010/main" val="118394796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GET /test HTTP/1.1</a:t>
            </a:r>
          </a:p>
          <a:p>
            <a:r>
              <a:rPr lang="en-US" dirty="0"/>
              <a:t>Host: example.com</a:t>
            </a:r>
          </a:p>
          <a:p>
            <a:r>
              <a:rPr lang="en-US" dirty="0"/>
              <a:t>Accept: */*</a:t>
            </a:r>
          </a:p>
          <a:p>
            <a:endParaRPr lang="en-US" dirty="0"/>
          </a:p>
          <a:p>
            <a:r>
              <a:rPr lang="en-US" dirty="0"/>
              <a:t>{"param"="hello"}</a:t>
            </a:r>
          </a:p>
          <a:p>
            <a:endParaRPr lang="en-US" dirty="0"/>
          </a:p>
          <a:p>
            <a:endParaRPr lang="en-US" dirty="0"/>
          </a:p>
        </p:txBody>
      </p:sp>
      <p:sp>
        <p:nvSpPr>
          <p:cNvPr id="4" name="Slide Number Placeholder 3"/>
          <p:cNvSpPr>
            <a:spLocks noGrp="1"/>
          </p:cNvSpPr>
          <p:nvPr>
            <p:ph type="sldNum" sz="quarter" idx="5"/>
          </p:nvPr>
        </p:nvSpPr>
        <p:spPr/>
        <p:txBody>
          <a:bodyPr/>
          <a:lstStyle/>
          <a:p>
            <a:fld id="{BE457D5F-ED05-449E-97D0-205DAB987247}" type="slidenum">
              <a:rPr lang="en-US" smtClean="0"/>
              <a:t>4</a:t>
            </a:fld>
            <a:endParaRPr lang="en-US"/>
          </a:p>
        </p:txBody>
      </p:sp>
    </p:spTree>
    <p:extLst>
      <p:ext uri="{BB962C8B-B14F-4D97-AF65-F5344CB8AC3E}">
        <p14:creationId xmlns:p14="http://schemas.microsoft.com/office/powerpoint/2010/main" val="13726148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https://www.rfc-editor.org/rfc/rfc1945#section-5</a:t>
            </a:r>
          </a:p>
        </p:txBody>
      </p:sp>
      <p:sp>
        <p:nvSpPr>
          <p:cNvPr id="4" name="Slide Number Placeholder 3"/>
          <p:cNvSpPr>
            <a:spLocks noGrp="1"/>
          </p:cNvSpPr>
          <p:nvPr>
            <p:ph type="sldNum" sz="quarter" idx="5"/>
          </p:nvPr>
        </p:nvSpPr>
        <p:spPr/>
        <p:txBody>
          <a:bodyPr/>
          <a:lstStyle/>
          <a:p>
            <a:fld id="{BE457D5F-ED05-449E-97D0-205DAB987247}" type="slidenum">
              <a:rPr lang="en-US" smtClean="0"/>
              <a:t>5</a:t>
            </a:fld>
            <a:endParaRPr lang="en-US"/>
          </a:p>
        </p:txBody>
      </p:sp>
    </p:spTree>
    <p:extLst>
      <p:ext uri="{BB962C8B-B14F-4D97-AF65-F5344CB8AC3E}">
        <p14:creationId xmlns:p14="http://schemas.microsoft.com/office/powerpoint/2010/main" val="138517910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Hit an HTTP that returns HTML and one that returns a JSON response</a:t>
            </a:r>
          </a:p>
        </p:txBody>
      </p:sp>
      <p:sp>
        <p:nvSpPr>
          <p:cNvPr id="4" name="Slide Number Placeholder 3"/>
          <p:cNvSpPr>
            <a:spLocks noGrp="1"/>
          </p:cNvSpPr>
          <p:nvPr>
            <p:ph type="sldNum" sz="quarter" idx="5"/>
          </p:nvPr>
        </p:nvSpPr>
        <p:spPr/>
        <p:txBody>
          <a:bodyPr/>
          <a:lstStyle/>
          <a:p>
            <a:fld id="{BE457D5F-ED05-449E-97D0-205DAB987247}" type="slidenum">
              <a:rPr lang="en-US" smtClean="0"/>
              <a:t>6</a:t>
            </a:fld>
            <a:endParaRPr lang="en-US"/>
          </a:p>
        </p:txBody>
      </p:sp>
    </p:spTree>
    <p:extLst>
      <p:ext uri="{BB962C8B-B14F-4D97-AF65-F5344CB8AC3E}">
        <p14:creationId xmlns:p14="http://schemas.microsoft.com/office/powerpoint/2010/main" val="394234830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https://base64.dev/articles/what-is-base64</a:t>
            </a:r>
          </a:p>
        </p:txBody>
      </p:sp>
      <p:sp>
        <p:nvSpPr>
          <p:cNvPr id="4" name="Slide Number Placeholder 3"/>
          <p:cNvSpPr>
            <a:spLocks noGrp="1"/>
          </p:cNvSpPr>
          <p:nvPr>
            <p:ph type="sldNum" sz="quarter" idx="5"/>
          </p:nvPr>
        </p:nvSpPr>
        <p:spPr/>
        <p:txBody>
          <a:bodyPr/>
          <a:lstStyle/>
          <a:p>
            <a:fld id="{BE457D5F-ED05-449E-97D0-205DAB987247}" type="slidenum">
              <a:rPr lang="en-US" smtClean="0"/>
              <a:t>10</a:t>
            </a:fld>
            <a:endParaRPr lang="en-US"/>
          </a:p>
        </p:txBody>
      </p:sp>
    </p:spTree>
    <p:extLst>
      <p:ext uri="{BB962C8B-B14F-4D97-AF65-F5344CB8AC3E}">
        <p14:creationId xmlns:p14="http://schemas.microsoft.com/office/powerpoint/2010/main" val="292009368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base64.b64encode</a:t>
            </a:r>
          </a:p>
          <a:p>
            <a:r>
              <a:rPr lang="en-US" dirty="0"/>
              <a:t>base64.b64decode</a:t>
            </a:r>
          </a:p>
        </p:txBody>
      </p:sp>
      <p:sp>
        <p:nvSpPr>
          <p:cNvPr id="4" name="Slide Number Placeholder 3"/>
          <p:cNvSpPr>
            <a:spLocks noGrp="1"/>
          </p:cNvSpPr>
          <p:nvPr>
            <p:ph type="sldNum" sz="quarter" idx="5"/>
          </p:nvPr>
        </p:nvSpPr>
        <p:spPr/>
        <p:txBody>
          <a:bodyPr/>
          <a:lstStyle/>
          <a:p>
            <a:fld id="{BE457D5F-ED05-449E-97D0-205DAB987247}" type="slidenum">
              <a:rPr lang="en-US" smtClean="0"/>
              <a:t>11</a:t>
            </a:fld>
            <a:endParaRPr lang="en-US"/>
          </a:p>
        </p:txBody>
      </p:sp>
    </p:spTree>
    <p:extLst>
      <p:ext uri="{BB962C8B-B14F-4D97-AF65-F5344CB8AC3E}">
        <p14:creationId xmlns:p14="http://schemas.microsoft.com/office/powerpoint/2010/main" val="284329848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bg>
      <p:bgPr>
        <a:solidFill>
          <a:srgbClr val="221F20"/>
        </a:solid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39F9F092-1A2E-3BC5-0D99-EE4B132543F8}"/>
              </a:ext>
            </a:extLst>
          </p:cNvPr>
          <p:cNvSpPr>
            <a:spLocks noGrp="1"/>
          </p:cNvSpPr>
          <p:nvPr>
            <p:ph type="dt" sz="half" idx="49"/>
          </p:nvPr>
        </p:nvSpPr>
        <p:spPr/>
        <p:txBody>
          <a:bodyPr/>
          <a:lstStyle/>
          <a:p>
            <a:fld id="{7A3E0868-4E26-4CDC-8A56-D70E2D8B12FE}" type="datetime3">
              <a:rPr lang="en-US" smtClean="0"/>
              <a:t>22 June 2026</a:t>
            </a:fld>
            <a:endParaRPr lang="en-US"/>
          </a:p>
        </p:txBody>
      </p:sp>
      <p:sp>
        <p:nvSpPr>
          <p:cNvPr id="21" name="Slide Number Placeholder 20">
            <a:extLst>
              <a:ext uri="{FF2B5EF4-FFF2-40B4-BE49-F238E27FC236}">
                <a16:creationId xmlns:a16="http://schemas.microsoft.com/office/drawing/2014/main" id="{4D3DAC6A-DFDF-B313-4DB4-FA56B489F422}"/>
              </a:ext>
            </a:extLst>
          </p:cNvPr>
          <p:cNvSpPr>
            <a:spLocks noGrp="1"/>
          </p:cNvSpPr>
          <p:nvPr>
            <p:ph type="sldNum" sz="quarter" idx="50"/>
          </p:nvPr>
        </p:nvSpPr>
        <p:spPr/>
        <p:txBody>
          <a:bodyPr/>
          <a:lstStyle/>
          <a:p>
            <a:fld id="{64E5BE4B-2FBF-4174-9E62-85FAD1CB43A6}" type="slidenum">
              <a:rPr lang="en-US" smtClean="0"/>
              <a:pPr/>
              <a:t>‹#›</a:t>
            </a:fld>
            <a:endParaRPr lang="en-US"/>
          </a:p>
        </p:txBody>
      </p:sp>
      <p:sp>
        <p:nvSpPr>
          <p:cNvPr id="13" name="Text Placeholder 30">
            <a:extLst>
              <a:ext uri="{FF2B5EF4-FFF2-40B4-BE49-F238E27FC236}">
                <a16:creationId xmlns:a16="http://schemas.microsoft.com/office/drawing/2014/main" id="{FC933DC4-3663-15AC-8A64-D7573EE2EC9F}"/>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2" name="Text Placeholder 30">
            <a:extLst>
              <a:ext uri="{FF2B5EF4-FFF2-40B4-BE49-F238E27FC236}">
                <a16:creationId xmlns:a16="http://schemas.microsoft.com/office/drawing/2014/main" id="{1FE393D1-D968-8D71-45F7-5B4A7CEF5CF9}"/>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23" name="Text Placeholder 30">
            <a:extLst>
              <a:ext uri="{FF2B5EF4-FFF2-40B4-BE49-F238E27FC236}">
                <a16:creationId xmlns:a16="http://schemas.microsoft.com/office/drawing/2014/main" id="{DF69BC8A-AD59-63A3-64A2-27F7496859F1}"/>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24" name="Text Placeholder 30">
            <a:extLst>
              <a:ext uri="{FF2B5EF4-FFF2-40B4-BE49-F238E27FC236}">
                <a16:creationId xmlns:a16="http://schemas.microsoft.com/office/drawing/2014/main" id="{EDE4793B-EE3D-A719-6990-5D9F67CBAF13}"/>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25" name="Text Placeholder 30">
            <a:extLst>
              <a:ext uri="{FF2B5EF4-FFF2-40B4-BE49-F238E27FC236}">
                <a16:creationId xmlns:a16="http://schemas.microsoft.com/office/drawing/2014/main" id="{A24EE18E-6DA7-CB84-1F21-8DF1C7482384}"/>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26" name="Text Placeholder 30">
            <a:extLst>
              <a:ext uri="{FF2B5EF4-FFF2-40B4-BE49-F238E27FC236}">
                <a16:creationId xmlns:a16="http://schemas.microsoft.com/office/drawing/2014/main" id="{AAEE65B4-7FC0-51E0-61A9-DA039122F268}"/>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7" name="Text Placeholder 30">
            <a:extLst>
              <a:ext uri="{FF2B5EF4-FFF2-40B4-BE49-F238E27FC236}">
                <a16:creationId xmlns:a16="http://schemas.microsoft.com/office/drawing/2014/main" id="{6483CD3B-2F61-38F8-2851-B10539781BDC}"/>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8" name="Text Placeholder 30">
            <a:extLst>
              <a:ext uri="{FF2B5EF4-FFF2-40B4-BE49-F238E27FC236}">
                <a16:creationId xmlns:a16="http://schemas.microsoft.com/office/drawing/2014/main" id="{F72C11EB-F1A8-B896-9775-C7ADA2F83259}"/>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9" name="Text Placeholder 30">
            <a:extLst>
              <a:ext uri="{FF2B5EF4-FFF2-40B4-BE49-F238E27FC236}">
                <a16:creationId xmlns:a16="http://schemas.microsoft.com/office/drawing/2014/main" id="{4BF91907-2C5A-9E08-110C-64B850CA6482}"/>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0" name="Text Placeholder 30">
            <a:extLst>
              <a:ext uri="{FF2B5EF4-FFF2-40B4-BE49-F238E27FC236}">
                <a16:creationId xmlns:a16="http://schemas.microsoft.com/office/drawing/2014/main" id="{0F5C0BB3-E700-E0BE-1E5D-F32BFF0DB730}"/>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pic>
        <p:nvPicPr>
          <p:cNvPr id="5" name="U.S. Army" descr="U.S. Army">
            <a:extLst>
              <a:ext uri="{FF2B5EF4-FFF2-40B4-BE49-F238E27FC236}">
                <a16:creationId xmlns:a16="http://schemas.microsoft.com/office/drawing/2014/main" id="{8765D769-2E19-A1D0-70F0-660B5118F32F}"/>
              </a:ext>
            </a:extLst>
          </p:cNvPr>
          <p:cNvPicPr>
            <a:picLocks noChangeAspect="1"/>
          </p:cNvPicPr>
          <p:nvPr userDrawn="1"/>
        </p:nvPicPr>
        <p:blipFill>
          <a:blip r:embed="rId2"/>
          <a:stretch>
            <a:fillRect/>
          </a:stretch>
        </p:blipFill>
        <p:spPr bwMode="black">
          <a:xfrm>
            <a:off x="244899" y="112631"/>
            <a:ext cx="3246120" cy="1225808"/>
          </a:xfrm>
          <a:prstGeom prst="rect">
            <a:avLst/>
          </a:prstGeom>
        </p:spPr>
      </p:pic>
      <p:pic>
        <p:nvPicPr>
          <p:cNvPr id="7" name="Picture 6">
            <a:extLst>
              <a:ext uri="{FF2B5EF4-FFF2-40B4-BE49-F238E27FC236}">
                <a16:creationId xmlns:a16="http://schemas.microsoft.com/office/drawing/2014/main" id="{4367708F-A6ED-2C67-AAB2-F57AAA10F9A2}"/>
              </a:ext>
            </a:extLst>
          </p:cNvPr>
          <p:cNvPicPr>
            <a:picLocks noChangeAspect="1"/>
          </p:cNvPicPr>
          <p:nvPr userDrawn="1"/>
        </p:nvPicPr>
        <p:blipFill>
          <a:blip r:embed="rId3"/>
          <a:srcRect/>
          <a:stretch/>
        </p:blipFill>
        <p:spPr>
          <a:xfrm>
            <a:off x="10004616" y="411163"/>
            <a:ext cx="1629707" cy="478023"/>
          </a:xfrm>
          <a:prstGeom prst="rect">
            <a:avLst/>
          </a:prstGeom>
        </p:spPr>
      </p:pic>
      <p:grpSp>
        <p:nvGrpSpPr>
          <p:cNvPr id="4" name="Group">
            <a:extLst>
              <a:ext uri="{FF2B5EF4-FFF2-40B4-BE49-F238E27FC236}">
                <a16:creationId xmlns:a16="http://schemas.microsoft.com/office/drawing/2014/main" id="{0D2A18CE-EA59-FCDB-5CF9-72169831C63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15" name="Rectangle">
              <a:extLst>
                <a:ext uri="{FF2B5EF4-FFF2-40B4-BE49-F238E27FC236}">
                  <a16:creationId xmlns:a16="http://schemas.microsoft.com/office/drawing/2014/main" id="{453FC9A3-D341-95FE-49D0-507EC65462D2}"/>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18" name="Line">
              <a:extLst>
                <a:ext uri="{FF2B5EF4-FFF2-40B4-BE49-F238E27FC236}">
                  <a16:creationId xmlns:a16="http://schemas.microsoft.com/office/drawing/2014/main" id="{2A030869-4AC4-CE94-F004-03103C4DBCA4}"/>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19" name="Line">
              <a:extLst>
                <a:ext uri="{FF2B5EF4-FFF2-40B4-BE49-F238E27FC236}">
                  <a16:creationId xmlns:a16="http://schemas.microsoft.com/office/drawing/2014/main" id="{5AB8E5F3-02DC-C870-FF70-6B7F087F40F4}"/>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31" name="Title 1">
            <a:extLst>
              <a:ext uri="{FF2B5EF4-FFF2-40B4-BE49-F238E27FC236}">
                <a16:creationId xmlns:a16="http://schemas.microsoft.com/office/drawing/2014/main" id="{0A3716E9-1A78-32FC-3DC4-30F60037386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FFFF"/>
                </a:solidFill>
                <a:effectLst/>
                <a:uLnTx/>
                <a:uFillTx/>
                <a:latin typeface="Arial"/>
                <a:ea typeface="+mj-ea"/>
                <a:cs typeface="+mj-cs"/>
              </a:rPr>
              <a:t>PRESENTATION TITLE</a:t>
            </a:r>
            <a:br>
              <a:rPr kumimoji="0" lang="en-US" sz="3600" b="0" i="0" u="none" strike="noStrike" kern="1200" cap="all" spc="0" normalizeH="0" baseline="0" noProof="0">
                <a:ln>
                  <a:noFill/>
                </a:ln>
                <a:solidFill>
                  <a:srgbClr val="FFFFFF"/>
                </a:solidFill>
                <a:effectLst/>
                <a:uLnTx/>
                <a:uFillTx/>
                <a:latin typeface="Arial"/>
                <a:ea typeface="+mj-ea"/>
                <a:cs typeface="+mj-cs"/>
              </a:rPr>
            </a:br>
            <a:r>
              <a:rPr kumimoji="0" lang="en-US" sz="3600" b="0" i="0" u="none" strike="noStrike" kern="1200" cap="all" spc="0" normalizeH="0" baseline="0" noProof="0">
                <a:ln>
                  <a:noFill/>
                </a:ln>
                <a:solidFill>
                  <a:srgbClr val="FFCC01"/>
                </a:solidFill>
                <a:effectLst/>
                <a:uLnTx/>
                <a:uFillTx/>
                <a:latin typeface="Arial"/>
                <a:ea typeface="+mj-ea"/>
                <a:cs typeface="+mj-cs"/>
              </a:rPr>
              <a:t>THREE LINES MAX</a:t>
            </a:r>
            <a:endParaRPr lang="en-US"/>
          </a:p>
        </p:txBody>
      </p:sp>
      <p:sp>
        <p:nvSpPr>
          <p:cNvPr id="32" name="Subtitle 2">
            <a:extLst>
              <a:ext uri="{FF2B5EF4-FFF2-40B4-BE49-F238E27FC236}">
                <a16:creationId xmlns:a16="http://schemas.microsoft.com/office/drawing/2014/main" id="{9BBCBD69-970D-2A8D-E951-CFBC732DBCF4}"/>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33" name="Text Placeholder 3">
            <a:extLst>
              <a:ext uri="{FF2B5EF4-FFF2-40B4-BE49-F238E27FC236}">
                <a16:creationId xmlns:a16="http://schemas.microsoft.com/office/drawing/2014/main" id="{845FCD4C-F9C5-DECB-5274-6DEC95A50B53}"/>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
        <p:nvSpPr>
          <p:cNvPr id="2" name="Rectangle 1">
            <a:extLst>
              <a:ext uri="{FF2B5EF4-FFF2-40B4-BE49-F238E27FC236}">
                <a16:creationId xmlns:a16="http://schemas.microsoft.com/office/drawing/2014/main" id="{410D24ED-E5F8-CA86-25F1-78110A690DC5}"/>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15">
            <a:extLst>
              <a:ext uri="{FF2B5EF4-FFF2-40B4-BE49-F238E27FC236}">
                <a16:creationId xmlns:a16="http://schemas.microsoft.com/office/drawing/2014/main" id="{5F51F9D9-5896-27C6-545B-841C41CB76F2}"/>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022210643"/>
      </p:ext>
    </p:extLst>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lide - White">
    <p:bg>
      <p:bgRef idx="1001">
        <a:schemeClr val="bg1"/>
      </p:bgRef>
    </p:bg>
    <p:spTree>
      <p:nvGrpSpPr>
        <p:cNvPr id="1" name=""/>
        <p:cNvGrpSpPr/>
        <p:nvPr/>
      </p:nvGrpSpPr>
      <p:grpSpPr>
        <a:xfrm>
          <a:off x="0" y="0"/>
          <a:ext cx="0" cy="0"/>
          <a:chOff x="0" y="0"/>
          <a:chExt cx="0" cy="0"/>
        </a:xfrm>
      </p:grpSpPr>
      <p:sp>
        <p:nvSpPr>
          <p:cNvPr id="4" name="Date Placeholder 3">
            <a:extLst>
              <a:ext uri="{FF2B5EF4-FFF2-40B4-BE49-F238E27FC236}">
                <a16:creationId xmlns:a16="http://schemas.microsoft.com/office/drawing/2014/main" id="{9D1B5714-1C67-5305-161F-BB8ABA64529E}"/>
              </a:ext>
            </a:extLst>
          </p:cNvPr>
          <p:cNvSpPr>
            <a:spLocks noGrp="1"/>
          </p:cNvSpPr>
          <p:nvPr>
            <p:ph type="dt" sz="half" idx="11"/>
          </p:nvPr>
        </p:nvSpPr>
        <p:spPr/>
        <p:txBody>
          <a:bodyPr/>
          <a:lstStyle/>
          <a:p>
            <a:fld id="{6DDC931E-8CBE-4A3F-A034-9B6122C6DCDB}" type="datetime3">
              <a:rPr lang="en-US" smtClean="0"/>
              <a:t>22 June 2026</a:t>
            </a:fld>
            <a:endParaRPr lang="en-US"/>
          </a:p>
        </p:txBody>
      </p:sp>
      <p:sp>
        <p:nvSpPr>
          <p:cNvPr id="7" name="Slide Number Placeholder 6">
            <a:extLst>
              <a:ext uri="{FF2B5EF4-FFF2-40B4-BE49-F238E27FC236}">
                <a16:creationId xmlns:a16="http://schemas.microsoft.com/office/drawing/2014/main" id="{BC66A96F-567A-34EC-DC2C-66C406228A96}"/>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8" name="U.S. Army" descr="U.S. Army">
            <a:extLst>
              <a:ext uri="{FF2B5EF4-FFF2-40B4-BE49-F238E27FC236}">
                <a16:creationId xmlns:a16="http://schemas.microsoft.com/office/drawing/2014/main" id="{C4525471-71C4-E84C-06B5-CF4BA10994C2}"/>
              </a:ext>
            </a:extLst>
          </p:cNvPr>
          <p:cNvPicPr>
            <a:picLocks noChangeAspect="1"/>
          </p:cNvPicPr>
          <p:nvPr userDrawn="1"/>
        </p:nvPicPr>
        <p:blipFill>
          <a:blip r:embed="rId2"/>
          <a:stretch>
            <a:fillRect/>
          </a:stretch>
        </p:blipFill>
        <p:spPr bwMode="black">
          <a:xfrm>
            <a:off x="180891" y="104975"/>
            <a:ext cx="3246120" cy="1225808"/>
          </a:xfrm>
          <a:prstGeom prst="rect">
            <a:avLst/>
          </a:prstGeom>
          <a:noFill/>
        </p:spPr>
      </p:pic>
      <p:sp>
        <p:nvSpPr>
          <p:cNvPr id="9" name="Text Placeholder 30">
            <a:extLst>
              <a:ext uri="{FF2B5EF4-FFF2-40B4-BE49-F238E27FC236}">
                <a16:creationId xmlns:a16="http://schemas.microsoft.com/office/drawing/2014/main" id="{00EB67EC-5954-991C-39BB-6509621390EB}"/>
              </a:ext>
            </a:extLst>
          </p:cNvPr>
          <p:cNvSpPr>
            <a:spLocks noGrp="1"/>
          </p:cNvSpPr>
          <p:nvPr>
            <p:ph type="body" sz="quarter" idx="39" hasCustomPrompt="1"/>
          </p:nvPr>
        </p:nvSpPr>
        <p:spPr>
          <a:xfrm>
            <a:off x="547688" y="5133531"/>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3" name="Text Placeholder 30">
            <a:extLst>
              <a:ext uri="{FF2B5EF4-FFF2-40B4-BE49-F238E27FC236}">
                <a16:creationId xmlns:a16="http://schemas.microsoft.com/office/drawing/2014/main" id="{E6059881-3615-6A80-014A-12F5EBBBE25A}"/>
              </a:ext>
            </a:extLst>
          </p:cNvPr>
          <p:cNvSpPr>
            <a:spLocks noGrp="1"/>
          </p:cNvSpPr>
          <p:nvPr>
            <p:ph type="body" sz="quarter" idx="40" hasCustomPrompt="1"/>
          </p:nvPr>
        </p:nvSpPr>
        <p:spPr>
          <a:xfrm>
            <a:off x="547688" y="4952739"/>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4" name="Text Placeholder 30">
            <a:extLst>
              <a:ext uri="{FF2B5EF4-FFF2-40B4-BE49-F238E27FC236}">
                <a16:creationId xmlns:a16="http://schemas.microsoft.com/office/drawing/2014/main" id="{E2D99AAA-01B9-ED71-F90F-711F200233EB}"/>
              </a:ext>
            </a:extLst>
          </p:cNvPr>
          <p:cNvSpPr>
            <a:spLocks noGrp="1"/>
          </p:cNvSpPr>
          <p:nvPr>
            <p:ph type="body" sz="quarter" idx="41" hasCustomPrompt="1"/>
          </p:nvPr>
        </p:nvSpPr>
        <p:spPr>
          <a:xfrm>
            <a:off x="547688" y="5314323"/>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6" name="Text Placeholder 30">
            <a:extLst>
              <a:ext uri="{FF2B5EF4-FFF2-40B4-BE49-F238E27FC236}">
                <a16:creationId xmlns:a16="http://schemas.microsoft.com/office/drawing/2014/main" id="{AA78AC6A-4B5E-2F9D-94D1-897336CBC5FD}"/>
              </a:ext>
            </a:extLst>
          </p:cNvPr>
          <p:cNvSpPr>
            <a:spLocks noGrp="1"/>
          </p:cNvSpPr>
          <p:nvPr>
            <p:ph type="body" sz="quarter" idx="42" hasCustomPrompt="1"/>
          </p:nvPr>
        </p:nvSpPr>
        <p:spPr>
          <a:xfrm>
            <a:off x="547688" y="5495115"/>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7" name="Text Placeholder 30">
            <a:extLst>
              <a:ext uri="{FF2B5EF4-FFF2-40B4-BE49-F238E27FC236}">
                <a16:creationId xmlns:a16="http://schemas.microsoft.com/office/drawing/2014/main" id="{E909E494-A135-FCDC-B270-D6B7047A3B14}"/>
              </a:ext>
            </a:extLst>
          </p:cNvPr>
          <p:cNvSpPr>
            <a:spLocks noGrp="1"/>
          </p:cNvSpPr>
          <p:nvPr>
            <p:ph type="body" sz="quarter" idx="43" hasCustomPrompt="1"/>
          </p:nvPr>
        </p:nvSpPr>
        <p:spPr>
          <a:xfrm>
            <a:off x="547688" y="5675907"/>
            <a:ext cx="1335568" cy="138499"/>
          </a:xfrm>
          <a:prstGeom prst="rect">
            <a:avLst/>
          </a:prstGeom>
          <a:no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8" name="Text Placeholder 30">
            <a:extLst>
              <a:ext uri="{FF2B5EF4-FFF2-40B4-BE49-F238E27FC236}">
                <a16:creationId xmlns:a16="http://schemas.microsoft.com/office/drawing/2014/main" id="{99D08674-52BB-F86B-32DC-93D0F45597F7}"/>
              </a:ext>
            </a:extLst>
          </p:cNvPr>
          <p:cNvSpPr>
            <a:spLocks noGrp="1"/>
          </p:cNvSpPr>
          <p:nvPr>
            <p:ph type="body" sz="quarter" idx="44"/>
          </p:nvPr>
        </p:nvSpPr>
        <p:spPr>
          <a:xfrm>
            <a:off x="1981201" y="5133531"/>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75B8A948-14E8-9F98-4694-85A4D577B42A}"/>
              </a:ext>
            </a:extLst>
          </p:cNvPr>
          <p:cNvSpPr>
            <a:spLocks noGrp="1"/>
          </p:cNvSpPr>
          <p:nvPr>
            <p:ph type="body" sz="quarter" idx="45"/>
          </p:nvPr>
        </p:nvSpPr>
        <p:spPr>
          <a:xfrm>
            <a:off x="1981201" y="4952739"/>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0" name="Text Placeholder 30">
            <a:extLst>
              <a:ext uri="{FF2B5EF4-FFF2-40B4-BE49-F238E27FC236}">
                <a16:creationId xmlns:a16="http://schemas.microsoft.com/office/drawing/2014/main" id="{8594BC0E-E83A-A7AB-AD3C-A280B5A706D3}"/>
              </a:ext>
            </a:extLst>
          </p:cNvPr>
          <p:cNvSpPr>
            <a:spLocks noGrp="1"/>
          </p:cNvSpPr>
          <p:nvPr>
            <p:ph type="body" sz="quarter" idx="46"/>
          </p:nvPr>
        </p:nvSpPr>
        <p:spPr>
          <a:xfrm>
            <a:off x="1981201" y="5314323"/>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21" name="Text Placeholder 30">
            <a:extLst>
              <a:ext uri="{FF2B5EF4-FFF2-40B4-BE49-F238E27FC236}">
                <a16:creationId xmlns:a16="http://schemas.microsoft.com/office/drawing/2014/main" id="{45C25EBB-0808-3B97-D5EC-84FE1867AB1B}"/>
              </a:ext>
            </a:extLst>
          </p:cNvPr>
          <p:cNvSpPr>
            <a:spLocks noGrp="1"/>
          </p:cNvSpPr>
          <p:nvPr>
            <p:ph type="body" sz="quarter" idx="47"/>
          </p:nvPr>
        </p:nvSpPr>
        <p:spPr>
          <a:xfrm>
            <a:off x="1981201" y="5495115"/>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31" name="Text Placeholder 30">
            <a:extLst>
              <a:ext uri="{FF2B5EF4-FFF2-40B4-BE49-F238E27FC236}">
                <a16:creationId xmlns:a16="http://schemas.microsoft.com/office/drawing/2014/main" id="{1EEF3E66-AAEE-1C6B-9049-032018F0EF1A}"/>
              </a:ext>
            </a:extLst>
          </p:cNvPr>
          <p:cNvSpPr>
            <a:spLocks noGrp="1"/>
          </p:cNvSpPr>
          <p:nvPr>
            <p:ph type="body" sz="quarter" idx="48"/>
          </p:nvPr>
        </p:nvSpPr>
        <p:spPr>
          <a:xfrm>
            <a:off x="1981201" y="5675907"/>
            <a:ext cx="3124935" cy="138499"/>
          </a:xfrm>
          <a:prstGeom prst="rect">
            <a:avLst/>
          </a:prstGeom>
          <a:no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tx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48" name="Group">
            <a:extLst>
              <a:ext uri="{FF2B5EF4-FFF2-40B4-BE49-F238E27FC236}">
                <a16:creationId xmlns:a16="http://schemas.microsoft.com/office/drawing/2014/main" id="{1D6D8113-2B65-BAC0-DBC2-601012CF0173}"/>
              </a:ext>
              <a:ext uri="{C183D7F6-B498-43B3-948B-1728B52AA6E4}">
                <adec:decorative xmlns:adec="http://schemas.microsoft.com/office/drawing/2017/decorative" val="1"/>
              </a:ext>
            </a:extLst>
          </p:cNvPr>
          <p:cNvGrpSpPr/>
          <p:nvPr userDrawn="1"/>
        </p:nvGrpSpPr>
        <p:grpSpPr>
          <a:xfrm>
            <a:off x="548219" y="1974220"/>
            <a:ext cx="7173383" cy="2377440"/>
            <a:chOff x="411163" y="2240280"/>
            <a:chExt cx="6446837" cy="2377440"/>
          </a:xfrm>
        </p:grpSpPr>
        <p:sp>
          <p:nvSpPr>
            <p:cNvPr id="49" name="Rectangle">
              <a:extLst>
                <a:ext uri="{FF2B5EF4-FFF2-40B4-BE49-F238E27FC236}">
                  <a16:creationId xmlns:a16="http://schemas.microsoft.com/office/drawing/2014/main" id="{7528BC0B-D239-46B3-8ED2-9B82FDC07FCC}"/>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221F20"/>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50" name="Line">
              <a:extLst>
                <a:ext uri="{FF2B5EF4-FFF2-40B4-BE49-F238E27FC236}">
                  <a16:creationId xmlns:a16="http://schemas.microsoft.com/office/drawing/2014/main" id="{435BD1FC-4390-71A4-34EE-951EFF0886B1}"/>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cxnSp>
          <p:nvCxnSpPr>
            <p:cNvPr id="51" name="Line">
              <a:extLst>
                <a:ext uri="{FF2B5EF4-FFF2-40B4-BE49-F238E27FC236}">
                  <a16:creationId xmlns:a16="http://schemas.microsoft.com/office/drawing/2014/main" id="{F4A81146-41CE-E3FA-3A50-29CA5D91DB4F}"/>
                </a:ext>
                <a:ext uri="{C183D7F6-B498-43B3-948B-1728B52AA6E4}">
                  <adec:decorative xmlns:adec="http://schemas.microsoft.com/office/drawing/2017/decorative" val="1"/>
                </a:ext>
              </a:extLst>
            </p:cNvPr>
            <p:cNvCxnSpPr>
              <a:cxnSpLocks/>
            </p:cNvCxnSpPr>
            <p:nvPr userDrawn="1"/>
          </p:nvCxnSpPr>
          <p:spPr>
            <a:xfrm>
              <a:off x="4272796" y="3931920"/>
              <a:ext cx="0" cy="685800"/>
            </a:xfrm>
            <a:prstGeom prst="line">
              <a:avLst/>
            </a:prstGeom>
            <a:ln w="19050" cap="flat">
              <a:solidFill>
                <a:srgbClr val="221F20"/>
              </a:solidFill>
              <a:miter lim="800000"/>
            </a:ln>
          </p:spPr>
          <p:style>
            <a:lnRef idx="1">
              <a:schemeClr val="accent1"/>
            </a:lnRef>
            <a:fillRef idx="0">
              <a:schemeClr val="accent1"/>
            </a:fillRef>
            <a:effectRef idx="0">
              <a:srgbClr val="000000"/>
            </a:effectRef>
            <a:fontRef idx="minor">
              <a:schemeClr val="lt1"/>
            </a:fontRef>
          </p:style>
        </p:cxnSp>
      </p:grpSp>
      <p:sp>
        <p:nvSpPr>
          <p:cNvPr id="52" name="Title 1">
            <a:extLst>
              <a:ext uri="{FF2B5EF4-FFF2-40B4-BE49-F238E27FC236}">
                <a16:creationId xmlns:a16="http://schemas.microsoft.com/office/drawing/2014/main" id="{34261743-5C6B-193D-74C7-FC918BD33CB3}"/>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53" name="Subtitle 2">
            <a:extLst>
              <a:ext uri="{FF2B5EF4-FFF2-40B4-BE49-F238E27FC236}">
                <a16:creationId xmlns:a16="http://schemas.microsoft.com/office/drawing/2014/main" id="{09DA0322-2B5C-8F10-EE8B-1FE75C5A5BFA}"/>
              </a:ext>
            </a:extLst>
          </p:cNvPr>
          <p:cNvSpPr>
            <a:spLocks noGrp="1"/>
          </p:cNvSpPr>
          <p:nvPr>
            <p:ph type="subTitle" idx="1" hasCustomPrompt="1"/>
          </p:nvPr>
        </p:nvSpPr>
        <p:spPr>
          <a:xfrm>
            <a:off x="914400" y="3784732"/>
            <a:ext cx="3565525"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54" name="Text Placeholder 3">
            <a:extLst>
              <a:ext uri="{FF2B5EF4-FFF2-40B4-BE49-F238E27FC236}">
                <a16:creationId xmlns:a16="http://schemas.microsoft.com/office/drawing/2014/main" id="{76359DCF-E748-9D74-A7A5-1B8C52B3E366}"/>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spTree>
    <p:extLst>
      <p:ext uri="{BB962C8B-B14F-4D97-AF65-F5344CB8AC3E}">
        <p14:creationId xmlns:p14="http://schemas.microsoft.com/office/powerpoint/2010/main" val="3999798069"/>
      </p:ext>
    </p:extLst>
  </p:cSld>
  <p:clrMapOvr>
    <a:overrideClrMapping bg1="lt1" tx1="dk1" bg2="lt2" tx2="dk2" accent1="accent1" accent2="accent2" accent3="accent3" accent4="accent4" accent5="accent5" accent6="accent6" hlink="hlink" folHlink="folHlink"/>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Title Slide - Imag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0" name="Date Placeholder 19">
            <a:extLst>
              <a:ext uri="{FF2B5EF4-FFF2-40B4-BE49-F238E27FC236}">
                <a16:creationId xmlns:a16="http://schemas.microsoft.com/office/drawing/2014/main" id="{F9D3AB9C-26E9-8E88-3B55-B4A5EC7C31F2}"/>
              </a:ext>
            </a:extLst>
          </p:cNvPr>
          <p:cNvSpPr>
            <a:spLocks noGrp="1"/>
          </p:cNvSpPr>
          <p:nvPr>
            <p:ph type="dt" sz="half" idx="49"/>
          </p:nvPr>
        </p:nvSpPr>
        <p:spPr/>
        <p:txBody>
          <a:bodyPr/>
          <a:lstStyle/>
          <a:p>
            <a:fld id="{D41656AB-D2E1-472E-8B95-0DF5C6E1D623}" type="datetime3">
              <a:rPr lang="en-US" smtClean="0"/>
              <a:t>22 June 2026</a:t>
            </a:fld>
            <a:endParaRPr lang="en-US"/>
          </a:p>
        </p:txBody>
      </p:sp>
      <p:sp>
        <p:nvSpPr>
          <p:cNvPr id="21" name="Slide Number Placeholder 20">
            <a:extLst>
              <a:ext uri="{FF2B5EF4-FFF2-40B4-BE49-F238E27FC236}">
                <a16:creationId xmlns:a16="http://schemas.microsoft.com/office/drawing/2014/main" id="{CF1316F0-9F13-53EA-1597-09232B2FF1AB}"/>
              </a:ext>
            </a:extLst>
          </p:cNvPr>
          <p:cNvSpPr>
            <a:spLocks noGrp="1"/>
          </p:cNvSpPr>
          <p:nvPr>
            <p:ph type="sldNum" sz="quarter" idx="50"/>
          </p:nvPr>
        </p:nvSpPr>
        <p:spPr/>
        <p:txBody>
          <a:bodyPr/>
          <a:lstStyle/>
          <a:p>
            <a:fld id="{64E5BE4B-2FBF-4174-9E62-85FAD1CB43A6}" type="slidenum">
              <a:rPr lang="en-US" smtClean="0"/>
              <a:pPr/>
              <a:t>‹#›</a:t>
            </a:fld>
            <a:endParaRPr lang="en-US"/>
          </a:p>
        </p:txBody>
      </p:sp>
      <p:pic>
        <p:nvPicPr>
          <p:cNvPr id="5" name="U.S. Army" descr="U.S. Army">
            <a:extLst>
              <a:ext uri="{FF2B5EF4-FFF2-40B4-BE49-F238E27FC236}">
                <a16:creationId xmlns:a16="http://schemas.microsoft.com/office/drawing/2014/main" id="{499EE878-E6B9-0543-B958-85A17AE36A27}"/>
              </a:ext>
            </a:extLst>
          </p:cNvPr>
          <p:cNvPicPr>
            <a:picLocks noChangeAspect="1"/>
          </p:cNvPicPr>
          <p:nvPr userDrawn="1"/>
        </p:nvPicPr>
        <p:blipFill>
          <a:blip r:embed="rId3"/>
          <a:stretch>
            <a:fillRect/>
          </a:stretch>
        </p:blipFill>
        <p:spPr bwMode="black">
          <a:xfrm>
            <a:off x="244899" y="112631"/>
            <a:ext cx="3246120" cy="1225808"/>
          </a:xfrm>
          <a:prstGeom prst="rect">
            <a:avLst/>
          </a:prstGeom>
        </p:spPr>
      </p:pic>
      <p:sp>
        <p:nvSpPr>
          <p:cNvPr id="8" name="Text Placeholder 30">
            <a:extLst>
              <a:ext uri="{FF2B5EF4-FFF2-40B4-BE49-F238E27FC236}">
                <a16:creationId xmlns:a16="http://schemas.microsoft.com/office/drawing/2014/main" id="{96CD17E6-26AB-FBB2-220C-D5185212C519}"/>
              </a:ext>
            </a:extLst>
          </p:cNvPr>
          <p:cNvSpPr>
            <a:spLocks noGrp="1"/>
          </p:cNvSpPr>
          <p:nvPr>
            <p:ph type="body" sz="quarter" idx="39" hasCustomPrompt="1"/>
          </p:nvPr>
        </p:nvSpPr>
        <p:spPr>
          <a:xfrm>
            <a:off x="547688" y="5133531"/>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9" name="Text Placeholder 30">
            <a:extLst>
              <a:ext uri="{FF2B5EF4-FFF2-40B4-BE49-F238E27FC236}">
                <a16:creationId xmlns:a16="http://schemas.microsoft.com/office/drawing/2014/main" id="{FCD1ED33-CCD9-E1B6-327A-71BC6F62C4DB}"/>
              </a:ext>
            </a:extLst>
          </p:cNvPr>
          <p:cNvSpPr>
            <a:spLocks noGrp="1"/>
          </p:cNvSpPr>
          <p:nvPr>
            <p:ph type="body" sz="quarter" idx="40" hasCustomPrompt="1"/>
          </p:nvPr>
        </p:nvSpPr>
        <p:spPr>
          <a:xfrm>
            <a:off x="547688" y="4952739"/>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Controlled by: </a:t>
            </a:r>
          </a:p>
        </p:txBody>
      </p:sp>
      <p:sp>
        <p:nvSpPr>
          <p:cNvPr id="11" name="Text Placeholder 30">
            <a:extLst>
              <a:ext uri="{FF2B5EF4-FFF2-40B4-BE49-F238E27FC236}">
                <a16:creationId xmlns:a16="http://schemas.microsoft.com/office/drawing/2014/main" id="{A255632D-60F3-C439-D931-6B2874E894D7}"/>
              </a:ext>
            </a:extLst>
          </p:cNvPr>
          <p:cNvSpPr>
            <a:spLocks noGrp="1"/>
          </p:cNvSpPr>
          <p:nvPr>
            <p:ph type="body" sz="quarter" idx="41" hasCustomPrompt="1"/>
          </p:nvPr>
        </p:nvSpPr>
        <p:spPr>
          <a:xfrm>
            <a:off x="547688" y="5314323"/>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CUI Category: </a:t>
            </a:r>
          </a:p>
        </p:txBody>
      </p:sp>
      <p:sp>
        <p:nvSpPr>
          <p:cNvPr id="12" name="Text Placeholder 30">
            <a:extLst>
              <a:ext uri="{FF2B5EF4-FFF2-40B4-BE49-F238E27FC236}">
                <a16:creationId xmlns:a16="http://schemas.microsoft.com/office/drawing/2014/main" id="{0BD3A2B1-9D40-83E3-4243-B4A52B6A636E}"/>
              </a:ext>
            </a:extLst>
          </p:cNvPr>
          <p:cNvSpPr>
            <a:spLocks noGrp="1"/>
          </p:cNvSpPr>
          <p:nvPr>
            <p:ph type="body" sz="quarter" idx="42" hasCustomPrompt="1"/>
          </p:nvPr>
        </p:nvSpPr>
        <p:spPr>
          <a:xfrm>
            <a:off x="547688" y="5495115"/>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Distribution Statement: </a:t>
            </a:r>
          </a:p>
        </p:txBody>
      </p:sp>
      <p:sp>
        <p:nvSpPr>
          <p:cNvPr id="14" name="Text Placeholder 30">
            <a:extLst>
              <a:ext uri="{FF2B5EF4-FFF2-40B4-BE49-F238E27FC236}">
                <a16:creationId xmlns:a16="http://schemas.microsoft.com/office/drawing/2014/main" id="{7AADD113-BD09-95AA-FFBA-DCC255F69FAA}"/>
              </a:ext>
            </a:extLst>
          </p:cNvPr>
          <p:cNvSpPr>
            <a:spLocks noGrp="1"/>
          </p:cNvSpPr>
          <p:nvPr>
            <p:ph type="body" sz="quarter" idx="43" hasCustomPrompt="1"/>
          </p:nvPr>
        </p:nvSpPr>
        <p:spPr>
          <a:xfrm>
            <a:off x="547688" y="5675907"/>
            <a:ext cx="1335568" cy="138499"/>
          </a:xfrm>
          <a:prstGeom prst="rect">
            <a:avLst/>
          </a:prstGeom>
          <a:solidFill>
            <a:schemeClr val="tx1">
              <a:alpha val="93000"/>
            </a:schemeClr>
          </a:solidFill>
          <a:ln w="3175">
            <a:solidFill>
              <a:schemeClr val="tx1"/>
            </a:solidFill>
          </a:ln>
        </p:spPr>
        <p:txBody>
          <a:bodyPr wrap="square" lIns="91440" tIns="0" rIns="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r>
              <a:rPr lang="en-US"/>
              <a:t>POC: </a:t>
            </a:r>
          </a:p>
        </p:txBody>
      </p:sp>
      <p:sp>
        <p:nvSpPr>
          <p:cNvPr id="15" name="Text Placeholder 30">
            <a:extLst>
              <a:ext uri="{FF2B5EF4-FFF2-40B4-BE49-F238E27FC236}">
                <a16:creationId xmlns:a16="http://schemas.microsoft.com/office/drawing/2014/main" id="{A9D52B79-92E5-4D64-1757-D13A0674723F}"/>
              </a:ext>
            </a:extLst>
          </p:cNvPr>
          <p:cNvSpPr>
            <a:spLocks noGrp="1"/>
          </p:cNvSpPr>
          <p:nvPr>
            <p:ph type="body" sz="quarter" idx="44"/>
          </p:nvPr>
        </p:nvSpPr>
        <p:spPr>
          <a:xfrm>
            <a:off x="1981201" y="5133531"/>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6" name="Text Placeholder 30">
            <a:extLst>
              <a:ext uri="{FF2B5EF4-FFF2-40B4-BE49-F238E27FC236}">
                <a16:creationId xmlns:a16="http://schemas.microsoft.com/office/drawing/2014/main" id="{DF04F3CB-62F5-7A9F-E397-4800E51C0E24}"/>
              </a:ext>
            </a:extLst>
          </p:cNvPr>
          <p:cNvSpPr>
            <a:spLocks noGrp="1"/>
          </p:cNvSpPr>
          <p:nvPr>
            <p:ph type="body" sz="quarter" idx="45"/>
          </p:nvPr>
        </p:nvSpPr>
        <p:spPr>
          <a:xfrm>
            <a:off x="1981201" y="4952739"/>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7" name="Text Placeholder 30">
            <a:extLst>
              <a:ext uri="{FF2B5EF4-FFF2-40B4-BE49-F238E27FC236}">
                <a16:creationId xmlns:a16="http://schemas.microsoft.com/office/drawing/2014/main" id="{DA62CE27-72C2-A083-C796-4F047A2FF421}"/>
              </a:ext>
            </a:extLst>
          </p:cNvPr>
          <p:cNvSpPr>
            <a:spLocks noGrp="1"/>
          </p:cNvSpPr>
          <p:nvPr>
            <p:ph type="body" sz="quarter" idx="46"/>
          </p:nvPr>
        </p:nvSpPr>
        <p:spPr>
          <a:xfrm>
            <a:off x="1981201" y="5314323"/>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8" name="Text Placeholder 30">
            <a:extLst>
              <a:ext uri="{FF2B5EF4-FFF2-40B4-BE49-F238E27FC236}">
                <a16:creationId xmlns:a16="http://schemas.microsoft.com/office/drawing/2014/main" id="{52DBCCDB-5EAD-73A2-7911-8AF50B29DC4E}"/>
              </a:ext>
            </a:extLst>
          </p:cNvPr>
          <p:cNvSpPr>
            <a:spLocks noGrp="1"/>
          </p:cNvSpPr>
          <p:nvPr>
            <p:ph type="body" sz="quarter" idx="47"/>
          </p:nvPr>
        </p:nvSpPr>
        <p:spPr>
          <a:xfrm>
            <a:off x="1981201" y="5495115"/>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sp>
        <p:nvSpPr>
          <p:cNvPr id="19" name="Text Placeholder 30">
            <a:extLst>
              <a:ext uri="{FF2B5EF4-FFF2-40B4-BE49-F238E27FC236}">
                <a16:creationId xmlns:a16="http://schemas.microsoft.com/office/drawing/2014/main" id="{90D5656D-B16A-18B1-A790-538AB817A94E}"/>
              </a:ext>
            </a:extLst>
          </p:cNvPr>
          <p:cNvSpPr>
            <a:spLocks noGrp="1"/>
          </p:cNvSpPr>
          <p:nvPr>
            <p:ph type="body" sz="quarter" idx="48"/>
          </p:nvPr>
        </p:nvSpPr>
        <p:spPr>
          <a:xfrm>
            <a:off x="1981201" y="5675907"/>
            <a:ext cx="3124935" cy="138499"/>
          </a:xfrm>
          <a:prstGeom prst="rect">
            <a:avLst/>
          </a:prstGeom>
          <a:solidFill>
            <a:schemeClr val="tx1">
              <a:alpha val="93000"/>
            </a:schemeClr>
          </a:solidFill>
          <a:ln w="3175">
            <a:solidFill>
              <a:schemeClr val="tx1"/>
            </a:solidFill>
          </a:ln>
        </p:spPr>
        <p:txBody>
          <a:bodyPr wrap="square" lIns="91440" tIns="0" rIns="365760" bIns="0" anchor="ctr" anchorCtr="0">
            <a:spAutoFit/>
          </a:bodyPr>
          <a:lstStyle>
            <a:lvl1pPr marL="0" indent="0" algn="l">
              <a:lnSpc>
                <a:spcPct val="100000"/>
              </a:lnSpc>
              <a:spcBef>
                <a:spcPts val="0"/>
              </a:spcBef>
              <a:buNone/>
              <a:defRPr sz="900" b="0" baseline="0">
                <a:solidFill>
                  <a:schemeClr val="bg1"/>
                </a:solidFill>
                <a:latin typeface="+mn-lt"/>
                <a:cs typeface="Arial Bold" panose="020B0704020202020204" pitchFamily="34" charset="0"/>
              </a:defRPr>
            </a:lvl1pPr>
            <a:lvl2pPr marL="457167" indent="0">
              <a:buNone/>
              <a:defRPr sz="1000">
                <a:latin typeface="Arial Bold" panose="020B0704020202020204" pitchFamily="34" charset="0"/>
                <a:cs typeface="Arial Bold" panose="020B0704020202020204" pitchFamily="34" charset="0"/>
              </a:defRPr>
            </a:lvl2pPr>
            <a:lvl3pPr marL="914332" indent="0">
              <a:buNone/>
              <a:defRPr sz="1000">
                <a:latin typeface="Arial Bold" panose="020B0704020202020204" pitchFamily="34" charset="0"/>
                <a:cs typeface="Arial Bold" panose="020B0704020202020204" pitchFamily="34" charset="0"/>
              </a:defRPr>
            </a:lvl3pPr>
            <a:lvl4pPr marL="1371498" indent="0">
              <a:buNone/>
              <a:defRPr sz="1000">
                <a:latin typeface="Arial Bold" panose="020B0704020202020204" pitchFamily="34" charset="0"/>
                <a:cs typeface="Arial Bold" panose="020B0704020202020204" pitchFamily="34" charset="0"/>
              </a:defRPr>
            </a:lvl4pPr>
            <a:lvl5pPr marL="1828664" indent="0">
              <a:buNone/>
              <a:defRPr sz="1000">
                <a:latin typeface="Arial Bold" panose="020B0704020202020204" pitchFamily="34" charset="0"/>
                <a:cs typeface="Arial Bold" panose="020B0704020202020204" pitchFamily="34" charset="0"/>
              </a:defRPr>
            </a:lvl5pPr>
          </a:lstStyle>
          <a:p>
            <a:pPr lvl="0"/>
            <a:endParaRPr lang="en-US"/>
          </a:p>
        </p:txBody>
      </p:sp>
      <p:grpSp>
        <p:nvGrpSpPr>
          <p:cNvPr id="23" name="Group">
            <a:extLst>
              <a:ext uri="{FF2B5EF4-FFF2-40B4-BE49-F238E27FC236}">
                <a16:creationId xmlns:a16="http://schemas.microsoft.com/office/drawing/2014/main" id="{732179A9-275F-FEF3-042C-4AB3B9CBCAA2}"/>
              </a:ext>
              <a:ext uri="{C183D7F6-B498-43B3-948B-1728B52AA6E4}">
                <adec:decorative xmlns:adec="http://schemas.microsoft.com/office/drawing/2017/decorative" val="1"/>
              </a:ext>
            </a:extLst>
          </p:cNvPr>
          <p:cNvGrpSpPr/>
          <p:nvPr userDrawn="1"/>
        </p:nvGrpSpPr>
        <p:grpSpPr>
          <a:xfrm>
            <a:off x="548219" y="1974220"/>
            <a:ext cx="7173381" cy="2377440"/>
            <a:chOff x="411163" y="2240280"/>
            <a:chExt cx="6446837" cy="2377440"/>
          </a:xfrm>
        </p:grpSpPr>
        <p:sp>
          <p:nvSpPr>
            <p:cNvPr id="24" name="Rectangle">
              <a:extLst>
                <a:ext uri="{FF2B5EF4-FFF2-40B4-BE49-F238E27FC236}">
                  <a16:creationId xmlns:a16="http://schemas.microsoft.com/office/drawing/2014/main" id="{B785B252-84B5-5634-9FB4-0C2362931260}"/>
                </a:ext>
                <a:ext uri="{C183D7F6-B498-43B3-948B-1728B52AA6E4}">
                  <adec:decorative xmlns:adec="http://schemas.microsoft.com/office/drawing/2017/decorative" val="1"/>
                </a:ext>
              </a:extLst>
            </p:cNvPr>
            <p:cNvSpPr/>
            <p:nvPr userDrawn="1"/>
          </p:nvSpPr>
          <p:spPr>
            <a:xfrm>
              <a:off x="411163" y="2240280"/>
              <a:ext cx="6446837" cy="2377440"/>
            </a:xfrm>
            <a:prstGeom prst="rect">
              <a:avLst/>
            </a:prstGeom>
            <a:noFill/>
            <a:ln w="19050" cap="flat">
              <a:solidFill>
                <a:srgbClr val="FFCC01"/>
              </a:solidFill>
              <a:miter lim="800000"/>
            </a:ln>
          </p:spPr>
          <p:style>
            <a:lnRef idx="0">
              <a:schemeClr val="accent1"/>
            </a:lnRef>
            <a:fillRef idx="1">
              <a:schemeClr val="accent1"/>
            </a:fillRef>
            <a:effectRef idx="0">
              <a:srgbClr val="000000"/>
            </a:effectRef>
            <a:fontRef idx="minor">
              <a:schemeClr val="lt1"/>
            </a:fontRef>
          </p:style>
          <p:txBody>
            <a:bodyPr rtlCol="0" anchor="ctr"/>
            <a:lstStyle/>
            <a:p>
              <a:pPr algn="ctr">
                <a:lnSpc>
                  <a:spcPct val="100000"/>
                </a:lnSpc>
              </a:pPr>
              <a:endParaRPr lang="en-US" sz="1600"/>
            </a:p>
          </p:txBody>
        </p:sp>
        <p:cxnSp>
          <p:nvCxnSpPr>
            <p:cNvPr id="25" name="Line">
              <a:extLst>
                <a:ext uri="{FF2B5EF4-FFF2-40B4-BE49-F238E27FC236}">
                  <a16:creationId xmlns:a16="http://schemas.microsoft.com/office/drawing/2014/main" id="{1DF8A784-7C74-A05E-2009-0B4EC38FF5F7}"/>
                </a:ext>
                <a:ext uri="{C183D7F6-B498-43B3-948B-1728B52AA6E4}">
                  <adec:decorative xmlns:adec="http://schemas.microsoft.com/office/drawing/2017/decorative" val="1"/>
                </a:ext>
              </a:extLst>
            </p:cNvPr>
            <p:cNvCxnSpPr>
              <a:cxnSpLocks/>
            </p:cNvCxnSpPr>
            <p:nvPr userDrawn="1"/>
          </p:nvCxnSpPr>
          <p:spPr>
            <a:xfrm>
              <a:off x="411163" y="3931920"/>
              <a:ext cx="6446837" cy="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cxnSp>
          <p:nvCxnSpPr>
            <p:cNvPr id="26" name="Line">
              <a:extLst>
                <a:ext uri="{FF2B5EF4-FFF2-40B4-BE49-F238E27FC236}">
                  <a16:creationId xmlns:a16="http://schemas.microsoft.com/office/drawing/2014/main" id="{2E02CEE1-988F-0417-BE5F-BA01AFD1B251}"/>
                </a:ext>
                <a:ext uri="{C183D7F6-B498-43B3-948B-1728B52AA6E4}">
                  <adec:decorative xmlns:adec="http://schemas.microsoft.com/office/drawing/2017/decorative" val="1"/>
                </a:ext>
              </a:extLst>
            </p:cNvPr>
            <p:cNvCxnSpPr>
              <a:cxnSpLocks/>
            </p:cNvCxnSpPr>
            <p:nvPr userDrawn="1"/>
          </p:nvCxnSpPr>
          <p:spPr>
            <a:xfrm>
              <a:off x="4274795" y="3931920"/>
              <a:ext cx="0" cy="685800"/>
            </a:xfrm>
            <a:prstGeom prst="line">
              <a:avLst/>
            </a:prstGeom>
            <a:ln w="19050" cap="flat">
              <a:solidFill>
                <a:srgbClr val="FFCC01"/>
              </a:solidFill>
              <a:miter lim="800000"/>
            </a:ln>
          </p:spPr>
          <p:style>
            <a:lnRef idx="1">
              <a:schemeClr val="accent1"/>
            </a:lnRef>
            <a:fillRef idx="0">
              <a:schemeClr val="accent1"/>
            </a:fillRef>
            <a:effectRef idx="0">
              <a:srgbClr val="000000"/>
            </a:effectRef>
            <a:fontRef idx="minor">
              <a:schemeClr val="lt1"/>
            </a:fontRef>
          </p:style>
        </p:cxnSp>
      </p:grpSp>
      <p:sp>
        <p:nvSpPr>
          <p:cNvPr id="27" name="Title 1">
            <a:extLst>
              <a:ext uri="{FF2B5EF4-FFF2-40B4-BE49-F238E27FC236}">
                <a16:creationId xmlns:a16="http://schemas.microsoft.com/office/drawing/2014/main" id="{63A7B886-8E04-5007-BB32-A7D7AE38413B}"/>
              </a:ext>
            </a:extLst>
          </p:cNvPr>
          <p:cNvSpPr>
            <a:spLocks noGrp="1"/>
          </p:cNvSpPr>
          <p:nvPr>
            <p:ph type="ctrTitle" hasCustomPrompt="1"/>
          </p:nvPr>
        </p:nvSpPr>
        <p:spPr>
          <a:xfrm>
            <a:off x="914401" y="2202820"/>
            <a:ext cx="6429375" cy="1325880"/>
          </a:xfrm>
        </p:spPr>
        <p:txBody>
          <a:bodyPr anchor="t" anchorCtr="0"/>
          <a:lstStyle>
            <a:lvl1pPr algn="l">
              <a:lnSpc>
                <a:spcPct val="80000"/>
              </a:lnSpc>
              <a:defRPr sz="3600"/>
            </a:lvl1pPr>
          </a:lstStyle>
          <a:p>
            <a:r>
              <a:rPr lang="en-US"/>
              <a:t>Presentation title</a:t>
            </a:r>
            <a:br>
              <a:rPr lang="en-US"/>
            </a:br>
            <a:r>
              <a:rPr lang="en-US"/>
              <a:t>PRESENTATION TITLE</a:t>
            </a:r>
            <a:br>
              <a:rPr lang="en-US"/>
            </a:br>
            <a:r>
              <a:rPr lang="en-US"/>
              <a:t>THREE LINES MAX</a:t>
            </a:r>
          </a:p>
        </p:txBody>
      </p:sp>
      <p:sp>
        <p:nvSpPr>
          <p:cNvPr id="28" name="Subtitle 2">
            <a:extLst>
              <a:ext uri="{FF2B5EF4-FFF2-40B4-BE49-F238E27FC236}">
                <a16:creationId xmlns:a16="http://schemas.microsoft.com/office/drawing/2014/main" id="{378B44EF-38A4-9707-9ED0-23F22C855CA7}"/>
              </a:ext>
            </a:extLst>
          </p:cNvPr>
          <p:cNvSpPr>
            <a:spLocks noGrp="1"/>
          </p:cNvSpPr>
          <p:nvPr>
            <p:ph type="subTitle" idx="1" hasCustomPrompt="1"/>
          </p:nvPr>
        </p:nvSpPr>
        <p:spPr>
          <a:xfrm>
            <a:off x="914402" y="3784732"/>
            <a:ext cx="3565524" cy="457200"/>
          </a:xfrm>
          <a:prstGeom prst="rect">
            <a:avLst/>
          </a:prstGeom>
        </p:spPr>
        <p:txBody>
          <a:bodyPr anchor="ctr" anchorCtr="0"/>
          <a:lstStyle>
            <a:lvl1pPr marL="0" indent="0" algn="l">
              <a:spcBef>
                <a:spcPts val="0"/>
              </a:spcBef>
              <a:buNone/>
              <a:defRPr sz="1200" b="1">
                <a:solidFill>
                  <a:schemeClr val="tx2"/>
                </a:solidFill>
              </a:defRPr>
            </a:lvl1pPr>
            <a:lvl2pPr marL="0" indent="0" algn="l">
              <a:spcBef>
                <a:spcPts val="0"/>
              </a:spcBef>
              <a:buNone/>
              <a:defRPr sz="1200" b="1">
                <a:solidFill>
                  <a:schemeClr val="tx2"/>
                </a:solidFill>
              </a:defRPr>
            </a:lvl2pPr>
            <a:lvl3pPr marL="0" indent="0" algn="l">
              <a:spcBef>
                <a:spcPts val="0"/>
              </a:spcBef>
              <a:buNone/>
              <a:defRPr sz="1200" b="1">
                <a:solidFill>
                  <a:schemeClr val="tx2"/>
                </a:solidFill>
              </a:defRPr>
            </a:lvl3pPr>
            <a:lvl4pPr marL="0" indent="0" algn="l">
              <a:spcBef>
                <a:spcPts val="0"/>
              </a:spcBef>
              <a:buNone/>
              <a:defRPr sz="1200" b="1">
                <a:solidFill>
                  <a:schemeClr val="tx2"/>
                </a:solidFill>
              </a:defRPr>
            </a:lvl4pPr>
            <a:lvl5pPr marL="0" indent="0" algn="l">
              <a:spcBef>
                <a:spcPts val="0"/>
              </a:spcBef>
              <a:buNone/>
              <a:defRPr sz="1200" b="1">
                <a:solidFill>
                  <a:schemeClr val="tx2"/>
                </a:solidFill>
              </a:defRPr>
            </a:lvl5pPr>
            <a:lvl6pPr marL="0" indent="0" algn="l">
              <a:spcBef>
                <a:spcPts val="0"/>
              </a:spcBef>
              <a:buNone/>
              <a:defRPr sz="1200" b="1">
                <a:solidFill>
                  <a:schemeClr val="tx2"/>
                </a:solidFill>
              </a:defRPr>
            </a:lvl6pPr>
            <a:lvl7pPr marL="0" indent="0" algn="l">
              <a:spcBef>
                <a:spcPts val="0"/>
              </a:spcBef>
              <a:buNone/>
              <a:defRPr sz="1200" b="1">
                <a:solidFill>
                  <a:schemeClr val="tx2"/>
                </a:solidFill>
              </a:defRPr>
            </a:lvl7pPr>
            <a:lvl8pPr marL="0" indent="0" algn="l">
              <a:spcBef>
                <a:spcPts val="0"/>
              </a:spcBef>
              <a:buNone/>
              <a:defRPr sz="1200" b="1">
                <a:solidFill>
                  <a:schemeClr val="tx2"/>
                </a:solidFill>
              </a:defRPr>
            </a:lvl8pPr>
            <a:lvl9pPr marL="0" indent="0" algn="l">
              <a:spcBef>
                <a:spcPts val="0"/>
              </a:spcBef>
              <a:buNone/>
              <a:defRPr sz="1200" b="1">
                <a:solidFill>
                  <a:schemeClr val="tx2"/>
                </a:solidFill>
              </a:defRPr>
            </a:lvl9pPr>
          </a:lstStyle>
          <a:p>
            <a:r>
              <a:rPr lang="en-US"/>
              <a:t>[Presentation subtitle/description]</a:t>
            </a:r>
          </a:p>
        </p:txBody>
      </p:sp>
      <p:sp>
        <p:nvSpPr>
          <p:cNvPr id="29" name="Text Placeholder 3">
            <a:extLst>
              <a:ext uri="{FF2B5EF4-FFF2-40B4-BE49-F238E27FC236}">
                <a16:creationId xmlns:a16="http://schemas.microsoft.com/office/drawing/2014/main" id="{6EB225BD-8BA1-27E0-7708-54249ED7D35A}"/>
              </a:ext>
            </a:extLst>
          </p:cNvPr>
          <p:cNvSpPr>
            <a:spLocks noGrp="1"/>
          </p:cNvSpPr>
          <p:nvPr>
            <p:ph type="body" sz="quarter" idx="10" hasCustomPrompt="1"/>
          </p:nvPr>
        </p:nvSpPr>
        <p:spPr>
          <a:xfrm>
            <a:off x="5212080" y="3784732"/>
            <a:ext cx="2131695" cy="457200"/>
          </a:xfrm>
          <a:prstGeom prst="rect">
            <a:avLst/>
          </a:prstGeom>
        </p:spPr>
        <p:txBody>
          <a:bodyPr anchor="ctr" anchorCtr="0"/>
          <a:lstStyle>
            <a:lvl1pPr marL="0" indent="0" algn="ctr">
              <a:lnSpc>
                <a:spcPct val="80000"/>
              </a:lnSpc>
              <a:spcBef>
                <a:spcPts val="0"/>
              </a:spcBef>
              <a:buFontTx/>
              <a:buNone/>
              <a:defRPr sz="1400" b="1" cap="all" baseline="0">
                <a:solidFill>
                  <a:schemeClr val="tx2"/>
                </a:solidFill>
              </a:defRPr>
            </a:lvl1pPr>
            <a:lvl2pPr marL="0" indent="0" algn="ctr">
              <a:lnSpc>
                <a:spcPct val="80000"/>
              </a:lnSpc>
              <a:spcBef>
                <a:spcPts val="0"/>
              </a:spcBef>
              <a:buFontTx/>
              <a:buNone/>
              <a:defRPr sz="1400" b="1" cap="all" baseline="0">
                <a:solidFill>
                  <a:schemeClr val="tx2"/>
                </a:solidFill>
              </a:defRPr>
            </a:lvl2pPr>
            <a:lvl3pPr marL="0" indent="0" algn="ctr">
              <a:lnSpc>
                <a:spcPct val="80000"/>
              </a:lnSpc>
              <a:spcBef>
                <a:spcPts val="0"/>
              </a:spcBef>
              <a:buFontTx/>
              <a:buNone/>
              <a:defRPr sz="1400" b="1" cap="all" baseline="0">
                <a:solidFill>
                  <a:schemeClr val="tx2"/>
                </a:solidFill>
              </a:defRPr>
            </a:lvl3pPr>
            <a:lvl4pPr marL="0" indent="0" algn="ctr">
              <a:lnSpc>
                <a:spcPct val="80000"/>
              </a:lnSpc>
              <a:spcBef>
                <a:spcPts val="0"/>
              </a:spcBef>
              <a:buFontTx/>
              <a:buNone/>
              <a:defRPr sz="1400" b="1" cap="all" baseline="0">
                <a:solidFill>
                  <a:schemeClr val="tx2"/>
                </a:solidFill>
              </a:defRPr>
            </a:lvl4pPr>
            <a:lvl5pPr marL="0" indent="0" algn="ctr">
              <a:lnSpc>
                <a:spcPct val="80000"/>
              </a:lnSpc>
              <a:spcBef>
                <a:spcPts val="0"/>
              </a:spcBef>
              <a:buFontTx/>
              <a:buNone/>
              <a:defRPr sz="1400" b="1" cap="all" baseline="0">
                <a:solidFill>
                  <a:schemeClr val="tx2"/>
                </a:solidFill>
              </a:defRPr>
            </a:lvl5pPr>
            <a:lvl6pPr marL="0" indent="0" algn="ctr">
              <a:lnSpc>
                <a:spcPct val="80000"/>
              </a:lnSpc>
              <a:spcBef>
                <a:spcPts val="0"/>
              </a:spcBef>
              <a:buFontTx/>
              <a:buNone/>
              <a:defRPr sz="1400" b="1" cap="all" baseline="0">
                <a:solidFill>
                  <a:schemeClr val="tx2"/>
                </a:solidFill>
              </a:defRPr>
            </a:lvl6pPr>
            <a:lvl7pPr marL="0" indent="0" algn="ctr">
              <a:lnSpc>
                <a:spcPct val="80000"/>
              </a:lnSpc>
              <a:spcBef>
                <a:spcPts val="0"/>
              </a:spcBef>
              <a:buFontTx/>
              <a:buNone/>
              <a:defRPr sz="1400" b="1" cap="all" baseline="0">
                <a:solidFill>
                  <a:schemeClr val="tx2"/>
                </a:solidFill>
              </a:defRPr>
            </a:lvl7pPr>
            <a:lvl8pPr marL="0" indent="0" algn="ctr">
              <a:lnSpc>
                <a:spcPct val="80000"/>
              </a:lnSpc>
              <a:spcBef>
                <a:spcPts val="0"/>
              </a:spcBef>
              <a:buFontTx/>
              <a:buNone/>
              <a:defRPr sz="1400" b="1" cap="all" baseline="0">
                <a:solidFill>
                  <a:schemeClr val="tx2"/>
                </a:solidFill>
              </a:defRPr>
            </a:lvl8pPr>
            <a:lvl9pPr marL="0" indent="0" algn="ctr">
              <a:lnSpc>
                <a:spcPct val="80000"/>
              </a:lnSpc>
              <a:spcBef>
                <a:spcPts val="0"/>
              </a:spcBef>
              <a:buFontTx/>
              <a:buNone/>
              <a:defRPr sz="1400" b="1" cap="all" baseline="0">
                <a:solidFill>
                  <a:schemeClr val="tx2"/>
                </a:solidFill>
              </a:defRPr>
            </a:lvl9pPr>
          </a:lstStyle>
          <a:p>
            <a:pPr lvl="0"/>
            <a:r>
              <a:rPr lang="en-US"/>
              <a:t>[00 Month 0000]</a:t>
            </a:r>
          </a:p>
        </p:txBody>
      </p:sp>
      <p:pic>
        <p:nvPicPr>
          <p:cNvPr id="30" name="Picture 29">
            <a:extLst>
              <a:ext uri="{FF2B5EF4-FFF2-40B4-BE49-F238E27FC236}">
                <a16:creationId xmlns:a16="http://schemas.microsoft.com/office/drawing/2014/main" id="{7DA15189-0EE0-5679-2F6C-19C49A630D80}"/>
              </a:ext>
            </a:extLst>
          </p:cNvPr>
          <p:cNvPicPr>
            <a:picLocks noChangeAspect="1"/>
          </p:cNvPicPr>
          <p:nvPr userDrawn="1"/>
        </p:nvPicPr>
        <p:blipFill>
          <a:blip r:embed="rId4"/>
          <a:srcRect/>
          <a:stretch/>
        </p:blipFill>
        <p:spPr>
          <a:xfrm>
            <a:off x="10004616" y="411163"/>
            <a:ext cx="1629707" cy="478023"/>
          </a:xfrm>
          <a:prstGeom prst="rect">
            <a:avLst/>
          </a:prstGeom>
        </p:spPr>
      </p:pic>
      <p:sp>
        <p:nvSpPr>
          <p:cNvPr id="2" name="Rectangle 15">
            <a:extLst>
              <a:ext uri="{FF2B5EF4-FFF2-40B4-BE49-F238E27FC236}">
                <a16:creationId xmlns:a16="http://schemas.microsoft.com/office/drawing/2014/main" id="{D4C88638-6856-0BEB-48E7-78E46B7E57D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3" name="Rectangle 2">
            <a:extLst>
              <a:ext uri="{FF2B5EF4-FFF2-40B4-BE49-F238E27FC236}">
                <a16:creationId xmlns:a16="http://schemas.microsoft.com/office/drawing/2014/main" id="{BDCC2702-2764-1DE3-1940-31386289C0D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Tree>
    <p:extLst>
      <p:ext uri="{BB962C8B-B14F-4D97-AF65-F5344CB8AC3E}">
        <p14:creationId xmlns:p14="http://schemas.microsoft.com/office/powerpoint/2010/main" val="1480102951"/>
      </p:ext>
    </p:extLst>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3" name="Content Placeholder 2"/>
          <p:cNvSpPr>
            <a:spLocks noGrp="1"/>
          </p:cNvSpPr>
          <p:nvPr>
            <p:ph idx="1"/>
          </p:nvPr>
        </p:nvSpPr>
        <p:spPr>
          <a:xfrm>
            <a:off x="548640" y="1600199"/>
            <a:ext cx="11024925" cy="4572000"/>
          </a:xfrm>
          <a:prstGeom prst="rect">
            <a:avLst/>
          </a:prstGeo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Date Placeholder 4">
            <a:extLst>
              <a:ext uri="{FF2B5EF4-FFF2-40B4-BE49-F238E27FC236}">
                <a16:creationId xmlns:a16="http://schemas.microsoft.com/office/drawing/2014/main" id="{F4FBB89F-F200-3967-06C8-C1B71C7F0FF9}"/>
              </a:ext>
            </a:extLst>
          </p:cNvPr>
          <p:cNvSpPr>
            <a:spLocks noGrp="1"/>
          </p:cNvSpPr>
          <p:nvPr>
            <p:ph type="dt" sz="half" idx="10"/>
          </p:nvPr>
        </p:nvSpPr>
        <p:spPr>
          <a:xfrm>
            <a:off x="548640" y="6629400"/>
            <a:ext cx="822960" cy="228600"/>
          </a:xfrm>
        </p:spPr>
        <p:txBody>
          <a:bodyPr lIns="0"/>
          <a:lstStyle/>
          <a:p>
            <a:fld id="{AD622D1A-DF83-41A8-85FF-04D90BF831D3}" type="datetime3">
              <a:rPr lang="en-US" smtClean="0"/>
              <a:t>22 June 2026</a:t>
            </a:fld>
            <a:endParaRPr lang="en-US"/>
          </a:p>
        </p:txBody>
      </p:sp>
      <p:sp>
        <p:nvSpPr>
          <p:cNvPr id="6" name="Slide Number Placeholder 5">
            <a:extLst>
              <a:ext uri="{FF2B5EF4-FFF2-40B4-BE49-F238E27FC236}">
                <a16:creationId xmlns:a16="http://schemas.microsoft.com/office/drawing/2014/main" id="{03C0BAD3-337A-DC60-A7ED-BF13F0826264}"/>
              </a:ext>
            </a:extLst>
          </p:cNvPr>
          <p:cNvSpPr>
            <a:spLocks noGrp="1"/>
          </p:cNvSpPr>
          <p:nvPr>
            <p:ph type="sldNum" sz="quarter" idx="11"/>
          </p:nvPr>
        </p:nvSpPr>
        <p:spPr>
          <a:xfrm>
            <a:off x="11245104" y="6629400"/>
            <a:ext cx="399211" cy="228600"/>
          </a:xfrm>
        </p:spPr>
        <p:txBody>
          <a:bodyPr rIns="0"/>
          <a:lstStyle/>
          <a:p>
            <a:fld id="{64E5BE4B-2FBF-4174-9E62-85FAD1CB43A6}" type="slidenum">
              <a:rPr lang="en-US" smtClean="0"/>
              <a:pPr/>
              <a:t>‹#›</a:t>
            </a:fld>
            <a:endParaRPr lang="en-US"/>
          </a:p>
        </p:txBody>
      </p:sp>
    </p:spTree>
    <p:extLst>
      <p:ext uri="{BB962C8B-B14F-4D97-AF65-F5344CB8AC3E}">
        <p14:creationId xmlns:p14="http://schemas.microsoft.com/office/powerpoint/2010/main" val="2590514766"/>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2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27887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Date Placeholder 5">
            <a:extLst>
              <a:ext uri="{FF2B5EF4-FFF2-40B4-BE49-F238E27FC236}">
                <a16:creationId xmlns:a16="http://schemas.microsoft.com/office/drawing/2014/main" id="{43576077-E818-BDF1-A607-CD8784277FC5}"/>
              </a:ext>
            </a:extLst>
          </p:cNvPr>
          <p:cNvSpPr>
            <a:spLocks noGrp="1"/>
          </p:cNvSpPr>
          <p:nvPr>
            <p:ph type="dt" sz="half" idx="10"/>
          </p:nvPr>
        </p:nvSpPr>
        <p:spPr/>
        <p:txBody>
          <a:bodyPr/>
          <a:lstStyle/>
          <a:p>
            <a:fld id="{334F72C3-CDF3-44A8-B602-1649B1728485}" type="datetime3">
              <a:rPr lang="en-US" smtClean="0"/>
              <a:t>22 June 2026</a:t>
            </a:fld>
            <a:endParaRPr lang="en-US"/>
          </a:p>
        </p:txBody>
      </p:sp>
      <p:sp>
        <p:nvSpPr>
          <p:cNvPr id="7" name="Slide Number Placeholder 6">
            <a:extLst>
              <a:ext uri="{FF2B5EF4-FFF2-40B4-BE49-F238E27FC236}">
                <a16:creationId xmlns:a16="http://schemas.microsoft.com/office/drawing/2014/main" id="{B0B9DE45-E855-FE62-197B-32BBD9BBBA5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09703709"/>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 Column">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A9713ED7-122D-D0BC-7C53-E1C615A94F8B}"/>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39"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370832"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8193023" y="1600200"/>
            <a:ext cx="3450336"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7645ED9-A46E-B9F8-0D30-36DF4C37823A}"/>
              </a:ext>
            </a:extLst>
          </p:cNvPr>
          <p:cNvSpPr>
            <a:spLocks noGrp="1"/>
          </p:cNvSpPr>
          <p:nvPr>
            <p:ph type="dt" sz="half" idx="11"/>
          </p:nvPr>
        </p:nvSpPr>
        <p:spPr/>
        <p:txBody>
          <a:bodyPr/>
          <a:lstStyle/>
          <a:p>
            <a:fld id="{1E0132BA-B5E7-4FFD-AF6C-169169D47D4A}" type="datetime3">
              <a:rPr lang="en-US" smtClean="0"/>
              <a:t>22 June 2026</a:t>
            </a:fld>
            <a:endParaRPr lang="en-US"/>
          </a:p>
        </p:txBody>
      </p:sp>
      <p:sp>
        <p:nvSpPr>
          <p:cNvPr id="8" name="Slide Number Placeholder 7">
            <a:extLst>
              <a:ext uri="{FF2B5EF4-FFF2-40B4-BE49-F238E27FC236}">
                <a16:creationId xmlns:a16="http://schemas.microsoft.com/office/drawing/2014/main" id="{87D0D458-416D-011B-0311-0C2B249BFF89}"/>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19752217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4 Column">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3" name="Content Placeholder 2"/>
          <p:cNvSpPr>
            <a:spLocks noGrp="1"/>
          </p:cNvSpPr>
          <p:nvPr>
            <p:ph sz="half" idx="1"/>
          </p:nvPr>
        </p:nvSpPr>
        <p:spPr>
          <a:xfrm>
            <a:off x="54864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1376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1600200"/>
            <a:ext cx="2499359" cy="457200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99E75897-C7CA-D608-954E-EA24E33CBEB8}"/>
              </a:ext>
            </a:extLst>
          </p:cNvPr>
          <p:cNvSpPr>
            <a:spLocks noGrp="1"/>
          </p:cNvSpPr>
          <p:nvPr>
            <p:ph type="dt" sz="half" idx="12"/>
          </p:nvPr>
        </p:nvSpPr>
        <p:spPr/>
        <p:txBody>
          <a:bodyPr/>
          <a:lstStyle/>
          <a:p>
            <a:fld id="{81A30091-1C2A-4151-8D3C-D1E47A72615F}" type="datetime3">
              <a:rPr lang="en-US" smtClean="0"/>
              <a:t>22 June 2026</a:t>
            </a:fld>
            <a:endParaRPr lang="en-US"/>
          </a:p>
        </p:txBody>
      </p:sp>
      <p:sp>
        <p:nvSpPr>
          <p:cNvPr id="9" name="Slide Number Placeholder 8">
            <a:extLst>
              <a:ext uri="{FF2B5EF4-FFF2-40B4-BE49-F238E27FC236}">
                <a16:creationId xmlns:a16="http://schemas.microsoft.com/office/drawing/2014/main" id="{FF00C8CD-D32C-E34D-BB8E-34B4CB816D3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7003923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4 Icons">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561ED6E9-4BFC-F986-93E1-1249E94D9780}"/>
              </a:ext>
            </a:extLst>
          </p:cNvPr>
          <p:cNvSpPr>
            <a:spLocks noGrp="1"/>
          </p:cNvSpPr>
          <p:nvPr>
            <p:ph type="title" hasCustomPrompt="1"/>
          </p:nvPr>
        </p:nvSpPr>
        <p:spPr/>
        <p:txBody>
          <a:bodyPr/>
          <a:lstStyle/>
          <a:p>
            <a:r>
              <a:rPr lang="en-US"/>
              <a:t>[Slide title]</a:t>
            </a:r>
          </a:p>
        </p:txBody>
      </p:sp>
      <p:sp>
        <p:nvSpPr>
          <p:cNvPr id="9" name="Picture Placeholder 2">
            <a:extLst>
              <a:ext uri="{FF2B5EF4-FFF2-40B4-BE49-F238E27FC236}">
                <a16:creationId xmlns:a16="http://schemas.microsoft.com/office/drawing/2014/main" id="{2FDCDCBF-BE41-ACC6-2307-F24F0B601969}"/>
              </a:ext>
            </a:extLst>
          </p:cNvPr>
          <p:cNvSpPr>
            <a:spLocks noGrp="1" noChangeAspect="1"/>
          </p:cNvSpPr>
          <p:nvPr>
            <p:ph type="pic" sz="quarter" idx="12" hasCustomPrompt="1"/>
          </p:nvPr>
        </p:nvSpPr>
        <p:spPr>
          <a:xfrm>
            <a:off x="548640" y="1600200"/>
            <a:ext cx="557784" cy="555499"/>
          </a:xfrm>
          <a:prstGeom prst="rect">
            <a:avLst/>
          </a:prstGeom>
        </p:spPr>
        <p:txBody>
          <a:bodyPr anchor="ctr" anchorCtr="0"/>
          <a:lstStyle>
            <a:lvl1pPr marL="0" indent="0" algn="ctr">
              <a:buFontTx/>
              <a:buNone/>
              <a:defRPr sz="800"/>
            </a:lvl1pPr>
          </a:lstStyle>
          <a:p>
            <a:r>
              <a:rPr lang="en-US"/>
              <a:t>[Icon]</a:t>
            </a:r>
          </a:p>
        </p:txBody>
      </p:sp>
      <p:sp>
        <p:nvSpPr>
          <p:cNvPr id="3" name="Content Placeholder 3"/>
          <p:cNvSpPr>
            <a:spLocks noGrp="1"/>
          </p:cNvSpPr>
          <p:nvPr>
            <p:ph sz="half" idx="1"/>
          </p:nvPr>
        </p:nvSpPr>
        <p:spPr>
          <a:xfrm>
            <a:off x="54864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4">
            <a:extLst>
              <a:ext uri="{FF2B5EF4-FFF2-40B4-BE49-F238E27FC236}">
                <a16:creationId xmlns:a16="http://schemas.microsoft.com/office/drawing/2014/main" id="{C7652FE0-2E63-C05D-5D80-EE5429B0A7EE}"/>
              </a:ext>
            </a:extLst>
          </p:cNvPr>
          <p:cNvSpPr>
            <a:spLocks noGrp="1" noChangeAspect="1"/>
          </p:cNvSpPr>
          <p:nvPr>
            <p:ph type="pic" sz="quarter" idx="13" hasCustomPrompt="1"/>
          </p:nvPr>
        </p:nvSpPr>
        <p:spPr>
          <a:xfrm>
            <a:off x="3413760" y="1600200"/>
            <a:ext cx="557784" cy="557784"/>
          </a:xfrm>
          <a:prstGeom prst="rect">
            <a:avLst/>
          </a:prstGeom>
        </p:spPr>
        <p:txBody>
          <a:bodyPr anchor="ctr" anchorCtr="0"/>
          <a:lstStyle>
            <a:lvl1pPr marL="0" indent="0" algn="ctr">
              <a:buFontTx/>
              <a:buNone/>
              <a:defRPr sz="800"/>
            </a:lvl1pPr>
          </a:lstStyle>
          <a:p>
            <a:r>
              <a:rPr lang="en-US"/>
              <a:t>[Icon]</a:t>
            </a:r>
          </a:p>
        </p:txBody>
      </p:sp>
      <p:sp>
        <p:nvSpPr>
          <p:cNvPr id="4" name="Content Placeholder 5"/>
          <p:cNvSpPr>
            <a:spLocks noGrp="1"/>
          </p:cNvSpPr>
          <p:nvPr>
            <p:ph sz="half" idx="2"/>
          </p:nvPr>
        </p:nvSpPr>
        <p:spPr>
          <a:xfrm>
            <a:off x="341376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Picture Placeholder 6">
            <a:extLst>
              <a:ext uri="{FF2B5EF4-FFF2-40B4-BE49-F238E27FC236}">
                <a16:creationId xmlns:a16="http://schemas.microsoft.com/office/drawing/2014/main" id="{B76F3E0A-3A89-0179-6808-7B86658B2939}"/>
              </a:ext>
            </a:extLst>
          </p:cNvPr>
          <p:cNvSpPr>
            <a:spLocks noGrp="1" noChangeAspect="1"/>
          </p:cNvSpPr>
          <p:nvPr>
            <p:ph type="pic" sz="quarter" idx="14" hasCustomPrompt="1"/>
          </p:nvPr>
        </p:nvSpPr>
        <p:spPr>
          <a:xfrm>
            <a:off x="6278880" y="1600200"/>
            <a:ext cx="557784" cy="557784"/>
          </a:xfrm>
          <a:prstGeom prst="rect">
            <a:avLst/>
          </a:prstGeom>
        </p:spPr>
        <p:txBody>
          <a:bodyPr anchor="ctr" anchorCtr="0"/>
          <a:lstStyle>
            <a:lvl1pPr marL="0" indent="0" algn="ctr">
              <a:buFontTx/>
              <a:buNone/>
              <a:defRPr sz="800"/>
            </a:lvl1pPr>
          </a:lstStyle>
          <a:p>
            <a:r>
              <a:rPr lang="en-US"/>
              <a:t>[Icon]</a:t>
            </a:r>
          </a:p>
        </p:txBody>
      </p:sp>
      <p:sp>
        <p:nvSpPr>
          <p:cNvPr id="6" name="Content Placeholder 7">
            <a:extLst>
              <a:ext uri="{FF2B5EF4-FFF2-40B4-BE49-F238E27FC236}">
                <a16:creationId xmlns:a16="http://schemas.microsoft.com/office/drawing/2014/main" id="{617618FB-CD21-AF4A-B264-6355E9BD7981}"/>
              </a:ext>
            </a:extLst>
          </p:cNvPr>
          <p:cNvSpPr>
            <a:spLocks noGrp="1"/>
          </p:cNvSpPr>
          <p:nvPr>
            <p:ph sz="half" idx="10"/>
          </p:nvPr>
        </p:nvSpPr>
        <p:spPr>
          <a:xfrm>
            <a:off x="627888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Picture Placeholder 8">
            <a:extLst>
              <a:ext uri="{FF2B5EF4-FFF2-40B4-BE49-F238E27FC236}">
                <a16:creationId xmlns:a16="http://schemas.microsoft.com/office/drawing/2014/main" id="{83E5AF74-1A89-50D1-F570-2D5345102584}"/>
              </a:ext>
            </a:extLst>
          </p:cNvPr>
          <p:cNvSpPr>
            <a:spLocks noGrp="1" noChangeAspect="1"/>
          </p:cNvSpPr>
          <p:nvPr>
            <p:ph type="pic" sz="quarter" idx="15" hasCustomPrompt="1"/>
          </p:nvPr>
        </p:nvSpPr>
        <p:spPr>
          <a:xfrm>
            <a:off x="9144000" y="1600200"/>
            <a:ext cx="557784" cy="557784"/>
          </a:xfrm>
          <a:prstGeom prst="rect">
            <a:avLst/>
          </a:prstGeom>
        </p:spPr>
        <p:txBody>
          <a:bodyPr anchor="ctr" anchorCtr="0"/>
          <a:lstStyle>
            <a:lvl1pPr marL="0" indent="0" algn="ctr">
              <a:buFontTx/>
              <a:buNone/>
              <a:defRPr sz="800"/>
            </a:lvl1pPr>
          </a:lstStyle>
          <a:p>
            <a:r>
              <a:rPr lang="en-US"/>
              <a:t>[Icon]</a:t>
            </a:r>
          </a:p>
        </p:txBody>
      </p:sp>
      <p:sp>
        <p:nvSpPr>
          <p:cNvPr id="5" name="Content Placeholder 9">
            <a:extLst>
              <a:ext uri="{FF2B5EF4-FFF2-40B4-BE49-F238E27FC236}">
                <a16:creationId xmlns:a16="http://schemas.microsoft.com/office/drawing/2014/main" id="{873DCC96-E62A-5505-4F1E-4A80C8498209}"/>
              </a:ext>
            </a:extLst>
          </p:cNvPr>
          <p:cNvSpPr>
            <a:spLocks noGrp="1"/>
          </p:cNvSpPr>
          <p:nvPr>
            <p:ph sz="half" idx="11"/>
          </p:nvPr>
        </p:nvSpPr>
        <p:spPr>
          <a:xfrm>
            <a:off x="9144002" y="2285997"/>
            <a:ext cx="2499359" cy="3886203"/>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8B7C8174-B194-B25B-91AA-597E72C81310}"/>
              </a:ext>
            </a:extLst>
          </p:cNvPr>
          <p:cNvSpPr>
            <a:spLocks noGrp="1"/>
          </p:cNvSpPr>
          <p:nvPr>
            <p:ph type="dt" sz="half" idx="16"/>
          </p:nvPr>
        </p:nvSpPr>
        <p:spPr/>
        <p:txBody>
          <a:bodyPr/>
          <a:lstStyle/>
          <a:p>
            <a:fld id="{35D703CE-07B4-4C05-A488-B4566700621F}" type="datetime3">
              <a:rPr lang="en-US" smtClean="0"/>
              <a:t>22 June 2026</a:t>
            </a:fld>
            <a:endParaRPr lang="en-US"/>
          </a:p>
        </p:txBody>
      </p:sp>
      <p:sp>
        <p:nvSpPr>
          <p:cNvPr id="13" name="Slide Number Placeholder 12">
            <a:extLst>
              <a:ext uri="{FF2B5EF4-FFF2-40B4-BE49-F238E27FC236}">
                <a16:creationId xmlns:a16="http://schemas.microsoft.com/office/drawing/2014/main" id="{089FF259-217B-3F10-C738-AE2C6A9EE838}"/>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51620728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4 Numbers">
    <p:bg>
      <p:bgPr>
        <a:solidFill>
          <a:srgbClr val="221F20"/>
        </a:solidFill>
        <a:effectLst/>
      </p:bgPr>
    </p:bg>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54C21BF-3440-8CAE-0A59-466346C7713E}"/>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solidFill>
                  <a:schemeClr val="tx1"/>
                </a:solidFill>
              </a:defRPr>
            </a:lvl1pPr>
            <a:lvl2pPr marL="137157" indent="-137157">
              <a:spcBef>
                <a:spcPts val="1000"/>
              </a:spcBef>
              <a:buFont typeface="Arial" panose="020B0604020202020204" pitchFamily="34" charset="0"/>
              <a:buChar char="▪"/>
              <a:defRPr sz="1300">
                <a:solidFill>
                  <a:schemeClr val="tx1"/>
                </a:solidFill>
              </a:defRPr>
            </a:lvl2pPr>
            <a:lvl3pPr marL="274313" indent="-137157">
              <a:defRPr sz="1300">
                <a:solidFill>
                  <a:schemeClr val="tx1"/>
                </a:solidFill>
              </a:defRPr>
            </a:lvl3pPr>
            <a:lvl4pPr marL="411470" indent="-137157">
              <a:defRPr sz="1300">
                <a:solidFill>
                  <a:schemeClr val="tx1"/>
                </a:solidFill>
              </a:defRPr>
            </a:lvl4pPr>
            <a:lvl5pPr marL="548626" indent="-137157">
              <a:defRPr sz="1300">
                <a:solidFill>
                  <a:schemeClr val="tx1"/>
                </a:solidFill>
              </a:defRPr>
            </a:lvl5pPr>
            <a:lvl6pPr marL="685783" indent="-137157">
              <a:defRPr sz="1300">
                <a:solidFill>
                  <a:schemeClr val="tx1"/>
                </a:solidFill>
              </a:defRPr>
            </a:lvl6pPr>
            <a:lvl7pPr marL="822939" indent="-137157">
              <a:defRPr sz="1300">
                <a:solidFill>
                  <a:schemeClr val="tx1"/>
                </a:solidFill>
              </a:defRPr>
            </a:lvl7pPr>
            <a:lvl8pPr marL="960096" indent="-137157">
              <a:defRPr sz="1300">
                <a:solidFill>
                  <a:schemeClr val="tx1"/>
                </a:solidFill>
              </a:defRPr>
            </a:lvl8pPr>
            <a:lvl9pPr marL="1097253" indent="-137157">
              <a:defRPr sz="1300">
                <a:solidFill>
                  <a:schemeClr val="tx1"/>
                </a:solidFill>
              </a:defRPr>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CB012D9A-AE72-0239-7D2F-3E585FB16AD8}"/>
              </a:ext>
            </a:extLst>
          </p:cNvPr>
          <p:cNvSpPr>
            <a:spLocks noGrp="1"/>
          </p:cNvSpPr>
          <p:nvPr>
            <p:ph type="dt" sz="half" idx="12"/>
          </p:nvPr>
        </p:nvSpPr>
        <p:spPr/>
        <p:txBody>
          <a:bodyPr/>
          <a:lstStyle/>
          <a:p>
            <a:fld id="{694BD61C-20BA-43AF-A21F-1DAFB3200099}" type="datetime3">
              <a:rPr lang="en-US" smtClean="0"/>
              <a:t>22 June 2026</a:t>
            </a:fld>
            <a:endParaRPr lang="en-US"/>
          </a:p>
        </p:txBody>
      </p:sp>
      <p:sp>
        <p:nvSpPr>
          <p:cNvPr id="17" name="Slide Number Placeholder 16">
            <a:extLst>
              <a:ext uri="{FF2B5EF4-FFF2-40B4-BE49-F238E27FC236}">
                <a16:creationId xmlns:a16="http://schemas.microsoft.com/office/drawing/2014/main" id="{D07D52D1-634D-ECD5-045A-38F96B973A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21" name="Rectangle 15">
            <a:extLst>
              <a:ext uri="{FF2B5EF4-FFF2-40B4-BE49-F238E27FC236}">
                <a16:creationId xmlns:a16="http://schemas.microsoft.com/office/drawing/2014/main" id="{DEB0DA69-FBF7-5C40-833F-1B7B11772F88}"/>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22" name="Rectangle 21">
            <a:extLst>
              <a:ext uri="{FF2B5EF4-FFF2-40B4-BE49-F238E27FC236}">
                <a16:creationId xmlns:a16="http://schemas.microsoft.com/office/drawing/2014/main" id="{D597C6E0-6809-7398-D956-E5305EC75B10}"/>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E584E015-ECF9-BB95-F3AC-0C50F66718F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7181879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4 Numbers - White">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6D6FD270-DB0B-36F0-B138-75209607ED74}"/>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3886200"/>
          </a:xfrm>
          <a:prstGeom prst="rect">
            <a:avLst/>
          </a:prstGeom>
        </p:spPr>
        <p:txBody>
          <a:bodyPr/>
          <a:lstStyle>
            <a:lvl1pPr marL="0" indent="0">
              <a:spcBef>
                <a:spcPts val="1000"/>
              </a:spcBef>
              <a:buFontTx/>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388620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8" name="Date Placeholder 7">
            <a:extLst>
              <a:ext uri="{FF2B5EF4-FFF2-40B4-BE49-F238E27FC236}">
                <a16:creationId xmlns:a16="http://schemas.microsoft.com/office/drawing/2014/main" id="{BE669241-96AF-C7FA-0BE4-6592ABD25879}"/>
              </a:ext>
            </a:extLst>
          </p:cNvPr>
          <p:cNvSpPr>
            <a:spLocks noGrp="1"/>
          </p:cNvSpPr>
          <p:nvPr>
            <p:ph type="dt" sz="half" idx="12"/>
          </p:nvPr>
        </p:nvSpPr>
        <p:spPr/>
        <p:txBody>
          <a:bodyPr/>
          <a:lstStyle/>
          <a:p>
            <a:fld id="{A7B8021B-6105-4216-96FC-94348F216D0E}" type="datetime3">
              <a:rPr lang="en-US" smtClean="0"/>
              <a:t>22 June 2026</a:t>
            </a:fld>
            <a:endParaRPr lang="en-US"/>
          </a:p>
        </p:txBody>
      </p:sp>
      <p:sp>
        <p:nvSpPr>
          <p:cNvPr id="17" name="Slide Number Placeholder 16">
            <a:extLst>
              <a:ext uri="{FF2B5EF4-FFF2-40B4-BE49-F238E27FC236}">
                <a16:creationId xmlns:a16="http://schemas.microsoft.com/office/drawing/2014/main" id="{A6C2643F-F661-8B8E-E36F-1F135C6F65B8}"/>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70519085"/>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8 Numbers">
    <p:bg>
      <p:bgPr>
        <a:solidFill>
          <a:srgbClr val="221F20"/>
        </a:solidFill>
        <a:effectLst/>
      </p:bgPr>
    </p:bg>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AEEBA188-82A1-2FC4-842F-8120003B65B0}"/>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2"/>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solidFill>
                  <a:schemeClr val="tx2"/>
                </a:solidFill>
              </a:rPr>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6E3723B8-B265-6943-67A5-DF3F0D5EC1CD}"/>
              </a:ext>
            </a:extLst>
          </p:cNvPr>
          <p:cNvSpPr>
            <a:spLocks noGrp="1"/>
          </p:cNvSpPr>
          <p:nvPr>
            <p:ph type="dt" sz="half" idx="16"/>
          </p:nvPr>
        </p:nvSpPr>
        <p:spPr/>
        <p:txBody>
          <a:bodyPr/>
          <a:lstStyle/>
          <a:p>
            <a:fld id="{5D27CFAB-73E6-44A8-B862-B3306344E3F2}" type="datetime3">
              <a:rPr lang="en-US" smtClean="0"/>
              <a:t>22 June 2026</a:t>
            </a:fld>
            <a:endParaRPr lang="en-US"/>
          </a:p>
        </p:txBody>
      </p:sp>
      <p:sp>
        <p:nvSpPr>
          <p:cNvPr id="29" name="Slide Number Placeholder 28">
            <a:extLst>
              <a:ext uri="{FF2B5EF4-FFF2-40B4-BE49-F238E27FC236}">
                <a16:creationId xmlns:a16="http://schemas.microsoft.com/office/drawing/2014/main" id="{8D4AF177-759A-A93C-2097-C2C22D93680F}"/>
              </a:ext>
            </a:extLst>
          </p:cNvPr>
          <p:cNvSpPr>
            <a:spLocks noGrp="1"/>
          </p:cNvSpPr>
          <p:nvPr>
            <p:ph type="sldNum" sz="quarter" idx="17"/>
          </p:nvPr>
        </p:nvSpPr>
        <p:spPr/>
        <p:txBody>
          <a:bodyPr/>
          <a:lstStyle/>
          <a:p>
            <a:fld id="{64E5BE4B-2FBF-4174-9E62-85FAD1CB43A6}" type="slidenum">
              <a:rPr lang="en-US" smtClean="0"/>
              <a:pPr/>
              <a:t>‹#›</a:t>
            </a:fld>
            <a:endParaRPr lang="en-US"/>
          </a:p>
        </p:txBody>
      </p:sp>
      <p:sp>
        <p:nvSpPr>
          <p:cNvPr id="36" name="Rectangle 15">
            <a:extLst>
              <a:ext uri="{FF2B5EF4-FFF2-40B4-BE49-F238E27FC236}">
                <a16:creationId xmlns:a16="http://schemas.microsoft.com/office/drawing/2014/main" id="{FEDB97C0-F514-9C55-3E16-9FC0105AEFDF}"/>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37" name="Rectangle 36">
            <a:extLst>
              <a:ext uri="{FF2B5EF4-FFF2-40B4-BE49-F238E27FC236}">
                <a16:creationId xmlns:a16="http://schemas.microsoft.com/office/drawing/2014/main" id="{0C06597B-21CB-E031-D41A-B15442D12216}"/>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7E419FAE-92B3-3B6A-EDE9-C7A373F39B6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804989370"/>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8 Numbers - White">
    <p:spTree>
      <p:nvGrpSpPr>
        <p:cNvPr id="1" name=""/>
        <p:cNvGrpSpPr/>
        <p:nvPr/>
      </p:nvGrpSpPr>
      <p:grpSpPr>
        <a:xfrm>
          <a:off x="0" y="0"/>
          <a:ext cx="0" cy="0"/>
          <a:chOff x="0" y="0"/>
          <a:chExt cx="0" cy="0"/>
        </a:xfrm>
      </p:grpSpPr>
      <p:sp>
        <p:nvSpPr>
          <p:cNvPr id="17" name="Title 1">
            <a:extLst>
              <a:ext uri="{FF2B5EF4-FFF2-40B4-BE49-F238E27FC236}">
                <a16:creationId xmlns:a16="http://schemas.microsoft.com/office/drawing/2014/main" id="{963F0940-E33E-9D7F-C52B-16CFD0545B23}"/>
              </a:ext>
            </a:extLst>
          </p:cNvPr>
          <p:cNvSpPr>
            <a:spLocks noGrp="1"/>
          </p:cNvSpPr>
          <p:nvPr>
            <p:ph type="title" hasCustomPrompt="1"/>
          </p:nvPr>
        </p:nvSpPr>
        <p:spPr/>
        <p:txBody>
          <a:bodyPr/>
          <a:lstStyle/>
          <a:p>
            <a:r>
              <a:rPr lang="en-US"/>
              <a:t>[Slide title]</a:t>
            </a:r>
          </a:p>
        </p:txBody>
      </p:sp>
      <p:cxnSp>
        <p:nvCxnSpPr>
          <p:cNvPr id="15" name="Line">
            <a:extLst>
              <a:ext uri="{FF2B5EF4-FFF2-40B4-BE49-F238E27FC236}">
                <a16:creationId xmlns:a16="http://schemas.microsoft.com/office/drawing/2014/main" id="{8412A77E-32D6-ECE7-C58C-21E3C08D86B3}"/>
              </a:ext>
              <a:ext uri="{C183D7F6-B498-43B3-948B-1728B52AA6E4}">
                <adec:decorative xmlns:adec="http://schemas.microsoft.com/office/drawing/2017/decorative" val="1"/>
              </a:ext>
            </a:extLst>
          </p:cNvPr>
          <p:cNvCxnSpPr>
            <a:cxnSpLocks/>
          </p:cNvCxnSpPr>
          <p:nvPr userDrawn="1"/>
        </p:nvCxnSpPr>
        <p:spPr>
          <a:xfrm>
            <a:off x="54864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3" name="TextBox">
            <a:extLst>
              <a:ext uri="{FF2B5EF4-FFF2-40B4-BE49-F238E27FC236}">
                <a16:creationId xmlns:a16="http://schemas.microsoft.com/office/drawing/2014/main" id="{AF47D3F9-758C-0713-980A-E6E56BBC1088}"/>
              </a:ext>
            </a:extLst>
          </p:cNvPr>
          <p:cNvSpPr txBox="1"/>
          <p:nvPr userDrawn="1"/>
        </p:nvSpPr>
        <p:spPr>
          <a:xfrm>
            <a:off x="54864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01</a:t>
            </a:r>
          </a:p>
        </p:txBody>
      </p:sp>
      <p:sp>
        <p:nvSpPr>
          <p:cNvPr id="3" name="Content Placeholder 2"/>
          <p:cNvSpPr>
            <a:spLocks noGrp="1"/>
          </p:cNvSpPr>
          <p:nvPr>
            <p:ph sz="half" idx="1"/>
          </p:nvPr>
        </p:nvSpPr>
        <p:spPr>
          <a:xfrm>
            <a:off x="54864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9" name="Line">
            <a:extLst>
              <a:ext uri="{FF2B5EF4-FFF2-40B4-BE49-F238E27FC236}">
                <a16:creationId xmlns:a16="http://schemas.microsoft.com/office/drawing/2014/main" id="{D7771284-6191-6AE5-C8DC-E26F4DD28049}"/>
              </a:ext>
              <a:ext uri="{C183D7F6-B498-43B3-948B-1728B52AA6E4}">
                <adec:decorative xmlns:adec="http://schemas.microsoft.com/office/drawing/2017/decorative" val="1"/>
              </a:ext>
            </a:extLst>
          </p:cNvPr>
          <p:cNvCxnSpPr>
            <a:cxnSpLocks/>
          </p:cNvCxnSpPr>
          <p:nvPr userDrawn="1"/>
        </p:nvCxnSpPr>
        <p:spPr>
          <a:xfrm>
            <a:off x="341376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0" name="TextBox">
            <a:extLst>
              <a:ext uri="{FF2B5EF4-FFF2-40B4-BE49-F238E27FC236}">
                <a16:creationId xmlns:a16="http://schemas.microsoft.com/office/drawing/2014/main" id="{0D9A8745-BD6D-12B2-16DF-02CB2BB85704}"/>
              </a:ext>
            </a:extLst>
          </p:cNvPr>
          <p:cNvSpPr txBox="1"/>
          <p:nvPr userDrawn="1"/>
        </p:nvSpPr>
        <p:spPr>
          <a:xfrm>
            <a:off x="341376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02</a:t>
            </a:r>
          </a:p>
        </p:txBody>
      </p:sp>
      <p:sp>
        <p:nvSpPr>
          <p:cNvPr id="4" name="Content Placeholder 3"/>
          <p:cNvSpPr>
            <a:spLocks noGrp="1"/>
          </p:cNvSpPr>
          <p:nvPr>
            <p:ph sz="half" idx="2"/>
          </p:nvPr>
        </p:nvSpPr>
        <p:spPr>
          <a:xfrm>
            <a:off x="341376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1" name="Line">
            <a:extLst>
              <a:ext uri="{FF2B5EF4-FFF2-40B4-BE49-F238E27FC236}">
                <a16:creationId xmlns:a16="http://schemas.microsoft.com/office/drawing/2014/main" id="{7F3E6C41-3F3A-5394-DD39-6844F7E13753}"/>
              </a:ext>
              <a:ext uri="{C183D7F6-B498-43B3-948B-1728B52AA6E4}">
                <adec:decorative xmlns:adec="http://schemas.microsoft.com/office/drawing/2017/decorative" val="1"/>
              </a:ext>
            </a:extLst>
          </p:cNvPr>
          <p:cNvCxnSpPr>
            <a:cxnSpLocks/>
          </p:cNvCxnSpPr>
          <p:nvPr userDrawn="1"/>
        </p:nvCxnSpPr>
        <p:spPr>
          <a:xfrm>
            <a:off x="627888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2" name="TextBox">
            <a:extLst>
              <a:ext uri="{FF2B5EF4-FFF2-40B4-BE49-F238E27FC236}">
                <a16:creationId xmlns:a16="http://schemas.microsoft.com/office/drawing/2014/main" id="{BBB1FB2A-A05A-0E6A-2901-52A7D695A891}"/>
              </a:ext>
            </a:extLst>
          </p:cNvPr>
          <p:cNvSpPr txBox="1"/>
          <p:nvPr userDrawn="1"/>
        </p:nvSpPr>
        <p:spPr>
          <a:xfrm>
            <a:off x="627888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03</a:t>
            </a:r>
          </a:p>
        </p:txBody>
      </p:sp>
      <p:sp>
        <p:nvSpPr>
          <p:cNvPr id="6" name="Content Placeholder 4">
            <a:extLst>
              <a:ext uri="{FF2B5EF4-FFF2-40B4-BE49-F238E27FC236}">
                <a16:creationId xmlns:a16="http://schemas.microsoft.com/office/drawing/2014/main" id="{617618FB-CD21-AF4A-B264-6355E9BD7981}"/>
              </a:ext>
            </a:extLst>
          </p:cNvPr>
          <p:cNvSpPr>
            <a:spLocks noGrp="1"/>
          </p:cNvSpPr>
          <p:nvPr>
            <p:ph sz="half" idx="10"/>
          </p:nvPr>
        </p:nvSpPr>
        <p:spPr>
          <a:xfrm>
            <a:off x="627888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4" name="Line">
            <a:extLst>
              <a:ext uri="{FF2B5EF4-FFF2-40B4-BE49-F238E27FC236}">
                <a16:creationId xmlns:a16="http://schemas.microsoft.com/office/drawing/2014/main" id="{FE115B30-3E6D-E823-531E-BB5BAA199BD0}"/>
              </a:ext>
              <a:ext uri="{C183D7F6-B498-43B3-948B-1728B52AA6E4}">
                <adec:decorative xmlns:adec="http://schemas.microsoft.com/office/drawing/2017/decorative" val="1"/>
              </a:ext>
            </a:extLst>
          </p:cNvPr>
          <p:cNvCxnSpPr>
            <a:cxnSpLocks/>
          </p:cNvCxnSpPr>
          <p:nvPr userDrawn="1"/>
        </p:nvCxnSpPr>
        <p:spPr>
          <a:xfrm>
            <a:off x="9144000" y="1600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16" name="TextBox">
            <a:extLst>
              <a:ext uri="{FF2B5EF4-FFF2-40B4-BE49-F238E27FC236}">
                <a16:creationId xmlns:a16="http://schemas.microsoft.com/office/drawing/2014/main" id="{694F0353-A0DD-9642-BDD7-8FC612070822}"/>
              </a:ext>
            </a:extLst>
          </p:cNvPr>
          <p:cNvSpPr txBox="1"/>
          <p:nvPr userDrawn="1"/>
        </p:nvSpPr>
        <p:spPr>
          <a:xfrm>
            <a:off x="9144002" y="1737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04</a:t>
            </a:r>
          </a:p>
        </p:txBody>
      </p:sp>
      <p:sp>
        <p:nvSpPr>
          <p:cNvPr id="5" name="Content Placeholder 5">
            <a:extLst>
              <a:ext uri="{FF2B5EF4-FFF2-40B4-BE49-F238E27FC236}">
                <a16:creationId xmlns:a16="http://schemas.microsoft.com/office/drawing/2014/main" id="{873DCC96-E62A-5505-4F1E-4A80C8498209}"/>
              </a:ext>
            </a:extLst>
          </p:cNvPr>
          <p:cNvSpPr>
            <a:spLocks noGrp="1"/>
          </p:cNvSpPr>
          <p:nvPr>
            <p:ph sz="half" idx="11"/>
          </p:nvPr>
        </p:nvSpPr>
        <p:spPr>
          <a:xfrm>
            <a:off x="9144002" y="2286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7" name="Line">
            <a:extLst>
              <a:ext uri="{FF2B5EF4-FFF2-40B4-BE49-F238E27FC236}">
                <a16:creationId xmlns:a16="http://schemas.microsoft.com/office/drawing/2014/main" id="{1A90E933-723C-D9CC-B7AB-3043EDAB638D}"/>
              </a:ext>
              <a:ext uri="{C183D7F6-B498-43B3-948B-1728B52AA6E4}">
                <adec:decorative xmlns:adec="http://schemas.microsoft.com/office/drawing/2017/decorative" val="1"/>
              </a:ext>
            </a:extLst>
          </p:cNvPr>
          <p:cNvCxnSpPr>
            <a:cxnSpLocks/>
          </p:cNvCxnSpPr>
          <p:nvPr userDrawn="1"/>
        </p:nvCxnSpPr>
        <p:spPr>
          <a:xfrm>
            <a:off x="54864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8" name="TextBox">
            <a:extLst>
              <a:ext uri="{FF2B5EF4-FFF2-40B4-BE49-F238E27FC236}">
                <a16:creationId xmlns:a16="http://schemas.microsoft.com/office/drawing/2014/main" id="{8E3B414F-BCCF-E0E0-A5B7-9D21FED7A614}"/>
              </a:ext>
            </a:extLst>
          </p:cNvPr>
          <p:cNvSpPr txBox="1"/>
          <p:nvPr userDrawn="1"/>
        </p:nvSpPr>
        <p:spPr>
          <a:xfrm>
            <a:off x="54864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05</a:t>
            </a:r>
          </a:p>
        </p:txBody>
      </p:sp>
      <p:sp>
        <p:nvSpPr>
          <p:cNvPr id="18" name="Content Placeholder 6">
            <a:extLst>
              <a:ext uri="{FF2B5EF4-FFF2-40B4-BE49-F238E27FC236}">
                <a16:creationId xmlns:a16="http://schemas.microsoft.com/office/drawing/2014/main" id="{5731522F-82BF-A739-FBD5-84B13AFCBF10}"/>
              </a:ext>
            </a:extLst>
          </p:cNvPr>
          <p:cNvSpPr>
            <a:spLocks noGrp="1"/>
          </p:cNvSpPr>
          <p:nvPr>
            <p:ph sz="half" idx="12"/>
          </p:nvPr>
        </p:nvSpPr>
        <p:spPr>
          <a:xfrm>
            <a:off x="54864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9" name="Line">
            <a:extLst>
              <a:ext uri="{FF2B5EF4-FFF2-40B4-BE49-F238E27FC236}">
                <a16:creationId xmlns:a16="http://schemas.microsoft.com/office/drawing/2014/main" id="{B07AB9A6-54AF-4DC6-E298-2E576695A65F}"/>
              </a:ext>
              <a:ext uri="{C183D7F6-B498-43B3-948B-1728B52AA6E4}">
                <adec:decorative xmlns:adec="http://schemas.microsoft.com/office/drawing/2017/decorative" val="1"/>
              </a:ext>
            </a:extLst>
          </p:cNvPr>
          <p:cNvCxnSpPr>
            <a:cxnSpLocks/>
          </p:cNvCxnSpPr>
          <p:nvPr userDrawn="1"/>
        </p:nvCxnSpPr>
        <p:spPr>
          <a:xfrm>
            <a:off x="341376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0" name="TextBox">
            <a:extLst>
              <a:ext uri="{FF2B5EF4-FFF2-40B4-BE49-F238E27FC236}">
                <a16:creationId xmlns:a16="http://schemas.microsoft.com/office/drawing/2014/main" id="{E79A49CF-30B2-91DC-6BCA-2A41DD4CBF09}"/>
              </a:ext>
            </a:extLst>
          </p:cNvPr>
          <p:cNvSpPr txBox="1"/>
          <p:nvPr userDrawn="1"/>
        </p:nvSpPr>
        <p:spPr>
          <a:xfrm>
            <a:off x="341376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06</a:t>
            </a:r>
          </a:p>
        </p:txBody>
      </p:sp>
      <p:sp>
        <p:nvSpPr>
          <p:cNvPr id="25" name="Content Placeholder 7">
            <a:extLst>
              <a:ext uri="{FF2B5EF4-FFF2-40B4-BE49-F238E27FC236}">
                <a16:creationId xmlns:a16="http://schemas.microsoft.com/office/drawing/2014/main" id="{5FE6691B-ACEF-8803-7DC3-70B52F899908}"/>
              </a:ext>
            </a:extLst>
          </p:cNvPr>
          <p:cNvSpPr>
            <a:spLocks noGrp="1"/>
          </p:cNvSpPr>
          <p:nvPr>
            <p:ph sz="half" idx="13"/>
          </p:nvPr>
        </p:nvSpPr>
        <p:spPr>
          <a:xfrm>
            <a:off x="341376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1" name="Line">
            <a:extLst>
              <a:ext uri="{FF2B5EF4-FFF2-40B4-BE49-F238E27FC236}">
                <a16:creationId xmlns:a16="http://schemas.microsoft.com/office/drawing/2014/main" id="{DE9CD609-8A04-24B8-B562-11703E18D251}"/>
              </a:ext>
              <a:ext uri="{C183D7F6-B498-43B3-948B-1728B52AA6E4}">
                <adec:decorative xmlns:adec="http://schemas.microsoft.com/office/drawing/2017/decorative" val="1"/>
              </a:ext>
            </a:extLst>
          </p:cNvPr>
          <p:cNvCxnSpPr>
            <a:cxnSpLocks/>
          </p:cNvCxnSpPr>
          <p:nvPr userDrawn="1"/>
        </p:nvCxnSpPr>
        <p:spPr>
          <a:xfrm>
            <a:off x="627888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2" name="TextBox">
            <a:extLst>
              <a:ext uri="{FF2B5EF4-FFF2-40B4-BE49-F238E27FC236}">
                <a16:creationId xmlns:a16="http://schemas.microsoft.com/office/drawing/2014/main" id="{7C5E0031-266F-D418-0BAB-9BD3C4F1EC3F}"/>
              </a:ext>
            </a:extLst>
          </p:cNvPr>
          <p:cNvSpPr txBox="1"/>
          <p:nvPr userDrawn="1"/>
        </p:nvSpPr>
        <p:spPr>
          <a:xfrm>
            <a:off x="627888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07</a:t>
            </a:r>
          </a:p>
        </p:txBody>
      </p:sp>
      <p:sp>
        <p:nvSpPr>
          <p:cNvPr id="26" name="Content Placeholder 8">
            <a:extLst>
              <a:ext uri="{FF2B5EF4-FFF2-40B4-BE49-F238E27FC236}">
                <a16:creationId xmlns:a16="http://schemas.microsoft.com/office/drawing/2014/main" id="{772BE48E-72DE-7245-BBDA-BF3FEC69BED1}"/>
              </a:ext>
            </a:extLst>
          </p:cNvPr>
          <p:cNvSpPr>
            <a:spLocks noGrp="1"/>
          </p:cNvSpPr>
          <p:nvPr>
            <p:ph sz="half" idx="14"/>
          </p:nvPr>
        </p:nvSpPr>
        <p:spPr>
          <a:xfrm>
            <a:off x="627888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23" name="Line">
            <a:extLst>
              <a:ext uri="{FF2B5EF4-FFF2-40B4-BE49-F238E27FC236}">
                <a16:creationId xmlns:a16="http://schemas.microsoft.com/office/drawing/2014/main" id="{51FB53C0-6EA8-D891-85A3-23EE83EADE03}"/>
              </a:ext>
              <a:ext uri="{C183D7F6-B498-43B3-948B-1728B52AA6E4}">
                <adec:decorative xmlns:adec="http://schemas.microsoft.com/office/drawing/2017/decorative" val="1"/>
              </a:ext>
            </a:extLst>
          </p:cNvPr>
          <p:cNvCxnSpPr>
            <a:cxnSpLocks/>
          </p:cNvCxnSpPr>
          <p:nvPr userDrawn="1"/>
        </p:nvCxnSpPr>
        <p:spPr>
          <a:xfrm>
            <a:off x="9144000" y="3886200"/>
            <a:ext cx="2499360" cy="0"/>
          </a:xfrm>
          <a:prstGeom prst="line">
            <a:avLst/>
          </a:prstGeom>
          <a:ln w="19050" cap="flat">
            <a:solidFill>
              <a:schemeClr val="tx1"/>
            </a:solidFill>
            <a:miter/>
          </a:ln>
        </p:spPr>
        <p:style>
          <a:lnRef idx="1">
            <a:schemeClr val="accent1"/>
          </a:lnRef>
          <a:fillRef idx="0">
            <a:schemeClr val="accent1"/>
          </a:fillRef>
          <a:effectRef idx="0">
            <a:srgbClr val="000000"/>
          </a:effectRef>
          <a:fontRef idx="minor">
            <a:schemeClr val="lt1"/>
          </a:fontRef>
        </p:style>
      </p:cxnSp>
      <p:sp>
        <p:nvSpPr>
          <p:cNvPr id="24" name="TextBox">
            <a:extLst>
              <a:ext uri="{FF2B5EF4-FFF2-40B4-BE49-F238E27FC236}">
                <a16:creationId xmlns:a16="http://schemas.microsoft.com/office/drawing/2014/main" id="{6BF9F70B-8D8A-3E73-E423-909DA6A75EB4}"/>
              </a:ext>
            </a:extLst>
          </p:cNvPr>
          <p:cNvSpPr txBox="1"/>
          <p:nvPr userDrawn="1"/>
        </p:nvSpPr>
        <p:spPr>
          <a:xfrm>
            <a:off x="9144002" y="4023360"/>
            <a:ext cx="2499359" cy="457200"/>
          </a:xfrm>
          <a:prstGeom prst="rect">
            <a:avLst/>
          </a:prstGeom>
          <a:noFill/>
        </p:spPr>
        <p:txBody>
          <a:bodyPr wrap="square" lIns="0" tIns="0" rIns="0" bIns="0" rtlCol="0">
            <a:noAutofit/>
          </a:bodyPr>
          <a:lstStyle/>
          <a:p>
            <a:pPr marL="0" indent="0">
              <a:lnSpc>
                <a:spcPct val="80000"/>
              </a:lnSpc>
              <a:spcBef>
                <a:spcPts val="0"/>
              </a:spcBef>
              <a:buSzPct val="100000"/>
              <a:buFontTx/>
              <a:buNone/>
            </a:pPr>
            <a:r>
              <a:rPr lang="en-US" sz="3600" b="1"/>
              <a:t>08</a:t>
            </a:r>
          </a:p>
        </p:txBody>
      </p:sp>
      <p:sp>
        <p:nvSpPr>
          <p:cNvPr id="27" name="Content Placeholder 9">
            <a:extLst>
              <a:ext uri="{FF2B5EF4-FFF2-40B4-BE49-F238E27FC236}">
                <a16:creationId xmlns:a16="http://schemas.microsoft.com/office/drawing/2014/main" id="{EA060839-AF98-8040-7AE9-8F0D7E00C135}"/>
              </a:ext>
            </a:extLst>
          </p:cNvPr>
          <p:cNvSpPr>
            <a:spLocks noGrp="1"/>
          </p:cNvSpPr>
          <p:nvPr>
            <p:ph sz="half" idx="15"/>
          </p:nvPr>
        </p:nvSpPr>
        <p:spPr>
          <a:xfrm>
            <a:off x="9144002" y="4572000"/>
            <a:ext cx="2499359" cy="1325880"/>
          </a:xfrm>
          <a:prstGeom prst="rect">
            <a:avLst/>
          </a:prstGeom>
        </p:spPr>
        <p:txBody>
          <a:bodyPr/>
          <a:lstStyle>
            <a:lvl1pPr marL="0" indent="0">
              <a:spcBef>
                <a:spcPts val="1000"/>
              </a:spcBef>
              <a:buNone/>
              <a:defRPr sz="1300"/>
            </a:lvl1pPr>
            <a:lvl2pPr marL="137157" indent="-137157">
              <a:spcBef>
                <a:spcPts val="1000"/>
              </a:spcBef>
              <a:buFont typeface="Arial" panose="020B0604020202020204" pitchFamily="34" charset="0"/>
              <a:buChar char="▪"/>
              <a:defRPr sz="1300"/>
            </a:lvl2pPr>
            <a:lvl3pPr marL="274313" indent="-137157">
              <a:defRPr sz="1300"/>
            </a:lvl3pPr>
            <a:lvl4pPr marL="411470" indent="-137157">
              <a:defRPr sz="1300"/>
            </a:lvl4pPr>
            <a:lvl5pPr marL="548626" indent="-137157">
              <a:defRPr sz="1300"/>
            </a:lvl5pPr>
            <a:lvl6pPr marL="685783" indent="-137157">
              <a:defRPr sz="1300"/>
            </a:lvl6pPr>
            <a:lvl7pPr marL="822939" indent="-137157">
              <a:defRPr sz="1300"/>
            </a:lvl7pPr>
            <a:lvl8pPr marL="960096" indent="-137157">
              <a:defRPr sz="1300"/>
            </a:lvl8pPr>
            <a:lvl9pPr marL="1097253"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Date Placeholder 27">
            <a:extLst>
              <a:ext uri="{FF2B5EF4-FFF2-40B4-BE49-F238E27FC236}">
                <a16:creationId xmlns:a16="http://schemas.microsoft.com/office/drawing/2014/main" id="{4C43927A-9072-62B2-E6B6-C90CC98BD41F}"/>
              </a:ext>
            </a:extLst>
          </p:cNvPr>
          <p:cNvSpPr>
            <a:spLocks noGrp="1"/>
          </p:cNvSpPr>
          <p:nvPr>
            <p:ph type="dt" sz="half" idx="16"/>
          </p:nvPr>
        </p:nvSpPr>
        <p:spPr/>
        <p:txBody>
          <a:bodyPr/>
          <a:lstStyle/>
          <a:p>
            <a:fld id="{A9B2E784-A5F5-4301-881B-94AC8DBF9DED}" type="datetime3">
              <a:rPr lang="en-US" smtClean="0"/>
              <a:t>22 June 2026</a:t>
            </a:fld>
            <a:endParaRPr lang="en-US"/>
          </a:p>
        </p:txBody>
      </p:sp>
      <p:sp>
        <p:nvSpPr>
          <p:cNvPr id="29" name="Slide Number Placeholder 28">
            <a:extLst>
              <a:ext uri="{FF2B5EF4-FFF2-40B4-BE49-F238E27FC236}">
                <a16:creationId xmlns:a16="http://schemas.microsoft.com/office/drawing/2014/main" id="{7C0BB974-2130-F29B-EFD0-42CC6056022B}"/>
              </a:ext>
            </a:extLst>
          </p:cNvPr>
          <p:cNvSpPr>
            <a:spLocks noGrp="1"/>
          </p:cNvSpPr>
          <p:nvPr>
            <p:ph type="sldNum" sz="quarter" idx="17"/>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37863720"/>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Image">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A0F3CE13-290E-12C4-BDCA-17CB5BAFF747}"/>
              </a:ext>
            </a:extLst>
          </p:cNvPr>
          <p:cNvSpPr>
            <a:spLocks noGrp="1"/>
          </p:cNvSpPr>
          <p:nvPr>
            <p:ph type="pic" sz="quarter" idx="10"/>
          </p:nvPr>
        </p:nvSpPr>
        <p:spPr>
          <a:xfrm>
            <a:off x="0" y="228600"/>
            <a:ext cx="12192000" cy="64008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4" name="Title 2">
            <a:extLst>
              <a:ext uri="{FF2B5EF4-FFF2-40B4-BE49-F238E27FC236}">
                <a16:creationId xmlns:a16="http://schemas.microsoft.com/office/drawing/2014/main" id="{0AF67DC4-909F-6BF0-DB86-8675E25715AB}"/>
              </a:ext>
            </a:extLst>
          </p:cNvPr>
          <p:cNvSpPr>
            <a:spLocks noGrp="1"/>
          </p:cNvSpPr>
          <p:nvPr>
            <p:ph type="title" hasCustomPrompt="1"/>
          </p:nvPr>
        </p:nvSpPr>
        <p:spPr/>
        <p:txBody>
          <a:bodyPr/>
          <a:lstStyle/>
          <a:p>
            <a:r>
              <a:rPr lang="en-US"/>
              <a:t>[Slide title]</a:t>
            </a:r>
          </a:p>
        </p:txBody>
      </p:sp>
      <p:sp>
        <p:nvSpPr>
          <p:cNvPr id="3" name="Date Placeholder 2">
            <a:extLst>
              <a:ext uri="{FF2B5EF4-FFF2-40B4-BE49-F238E27FC236}">
                <a16:creationId xmlns:a16="http://schemas.microsoft.com/office/drawing/2014/main" id="{FFF3D174-1921-7F28-5394-750C376C77F2}"/>
              </a:ext>
            </a:extLst>
          </p:cNvPr>
          <p:cNvSpPr>
            <a:spLocks noGrp="1"/>
          </p:cNvSpPr>
          <p:nvPr>
            <p:ph type="dt" sz="half" idx="11"/>
          </p:nvPr>
        </p:nvSpPr>
        <p:spPr/>
        <p:txBody>
          <a:bodyPr/>
          <a:lstStyle/>
          <a:p>
            <a:fld id="{18EAB3A5-9E92-4BB9-8F22-9632B4FBEDBA}" type="datetime3">
              <a:rPr lang="en-US" smtClean="0"/>
              <a:t>22 June 2026</a:t>
            </a:fld>
            <a:endParaRPr lang="en-US"/>
          </a:p>
        </p:txBody>
      </p:sp>
      <p:sp>
        <p:nvSpPr>
          <p:cNvPr id="5" name="Slide Number Placeholder 4">
            <a:extLst>
              <a:ext uri="{FF2B5EF4-FFF2-40B4-BE49-F238E27FC236}">
                <a16:creationId xmlns:a16="http://schemas.microsoft.com/office/drawing/2014/main" id="{04BD6737-D835-6484-7A3F-BAD2D784E28E}"/>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4B09A03-7F71-C11F-C219-9F32BF2D5BC0}"/>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411673360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and Image 01">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411481"/>
            <a:ext cx="5364480" cy="914400"/>
          </a:xfrm>
        </p:spPr>
        <p:txBody>
          <a:bodyPr/>
          <a:lstStyle>
            <a:lvl1pPr>
              <a:defRPr sz="2800" b="1" cap="none" baseline="0"/>
            </a:lvl1pPr>
          </a:lstStyle>
          <a:p>
            <a:r>
              <a:rPr lang="en-US"/>
              <a:t>[Slide title]</a:t>
            </a:r>
          </a:p>
        </p:txBody>
      </p:sp>
      <p:sp>
        <p:nvSpPr>
          <p:cNvPr id="3" name="Content Placeholder 2"/>
          <p:cNvSpPr>
            <a:spLocks noGrp="1"/>
          </p:cNvSpPr>
          <p:nvPr>
            <p:ph sz="half" idx="1"/>
          </p:nvPr>
        </p:nvSpPr>
        <p:spPr>
          <a:xfrm>
            <a:off x="548639" y="1600200"/>
            <a:ext cx="5364480" cy="457200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DEDA6D-3B28-23A1-C2EE-BBB7617D7DCF}"/>
              </a:ext>
            </a:extLst>
          </p:cNvPr>
          <p:cNvSpPr>
            <a:spLocks noGrp="1"/>
          </p:cNvSpPr>
          <p:nvPr>
            <p:ph type="dt" sz="half" idx="11"/>
          </p:nvPr>
        </p:nvSpPr>
        <p:spPr/>
        <p:txBody>
          <a:bodyPr/>
          <a:lstStyle/>
          <a:p>
            <a:fld id="{40923810-5FB2-48C9-96CA-1DE2C4773142}" type="datetime3">
              <a:rPr lang="en-US" smtClean="0"/>
              <a:t>22 June 2026</a:t>
            </a:fld>
            <a:endParaRPr lang="en-US"/>
          </a:p>
        </p:txBody>
      </p:sp>
      <p:sp>
        <p:nvSpPr>
          <p:cNvPr id="6" name="Slide Number Placeholder 5">
            <a:extLst>
              <a:ext uri="{FF2B5EF4-FFF2-40B4-BE49-F238E27FC236}">
                <a16:creationId xmlns:a16="http://schemas.microsoft.com/office/drawing/2014/main" id="{8F131B70-C8F2-D686-C30C-B4651FF0440C}"/>
              </a:ext>
            </a:extLst>
          </p:cNvPr>
          <p:cNvSpPr>
            <a:spLocks noGrp="1"/>
          </p:cNvSpPr>
          <p:nvPr>
            <p:ph type="sldNum" sz="quarter" idx="12"/>
          </p:nvPr>
        </p:nvSpPr>
        <p:spPr/>
        <p:txBody>
          <a:bodyPr/>
          <a:lstStyle/>
          <a:p>
            <a:fld id="{64E5BE4B-2FBF-4174-9E62-85FAD1CB43A6}" type="slidenum">
              <a:rPr lang="en-US" smtClean="0"/>
              <a:pPr/>
              <a:t>‹#›</a:t>
            </a:fld>
            <a:endParaRPr lang="en-US"/>
          </a:p>
        </p:txBody>
      </p:sp>
      <p:sp>
        <p:nvSpPr>
          <p:cNvPr id="8" name="Picture Placeholder 3">
            <a:extLst>
              <a:ext uri="{FF2B5EF4-FFF2-40B4-BE49-F238E27FC236}">
                <a16:creationId xmlns:a16="http://schemas.microsoft.com/office/drawing/2014/main" id="{9D1DFBC2-C4E8-E691-E48C-B8D2CF49CDAF}"/>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Tree>
    <p:extLst>
      <p:ext uri="{BB962C8B-B14F-4D97-AF65-F5344CB8AC3E}">
        <p14:creationId xmlns:p14="http://schemas.microsoft.com/office/powerpoint/2010/main" val="192891400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and Image 02">
    <p:spTree>
      <p:nvGrpSpPr>
        <p:cNvPr id="1" name=""/>
        <p:cNvGrpSpPr/>
        <p:nvPr/>
      </p:nvGrpSpPr>
      <p:grpSpPr>
        <a:xfrm>
          <a:off x="0" y="0"/>
          <a:ext cx="0" cy="0"/>
          <a:chOff x="0" y="0"/>
          <a:chExt cx="0" cy="0"/>
        </a:xfrm>
      </p:grpSpPr>
      <p:sp>
        <p:nvSpPr>
          <p:cNvPr id="2" name="Picture Placeholder 1">
            <a:extLst>
              <a:ext uri="{FF2B5EF4-FFF2-40B4-BE49-F238E27FC236}">
                <a16:creationId xmlns:a16="http://schemas.microsoft.com/office/drawing/2014/main" id="{4D455EB0-A36D-4986-9393-AA1D5CE6C067}"/>
              </a:ext>
            </a:extLst>
          </p:cNvPr>
          <p:cNvSpPr>
            <a:spLocks noGrp="1"/>
          </p:cNvSpPr>
          <p:nvPr>
            <p:ph type="pic" sz="quarter" idx="10"/>
          </p:nvPr>
        </p:nvSpPr>
        <p:spPr>
          <a:xfrm>
            <a:off x="548639" y="411480"/>
            <a:ext cx="11094720" cy="310896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5" name="Title 2">
            <a:extLst>
              <a:ext uri="{FF2B5EF4-FFF2-40B4-BE49-F238E27FC236}">
                <a16:creationId xmlns:a16="http://schemas.microsoft.com/office/drawing/2014/main" id="{C17D0BA3-CE88-4FFE-E80D-CD039190BDDD}"/>
              </a:ext>
            </a:extLst>
          </p:cNvPr>
          <p:cNvSpPr>
            <a:spLocks noGrp="1"/>
          </p:cNvSpPr>
          <p:nvPr>
            <p:ph type="title" hasCustomPrompt="1"/>
          </p:nvPr>
        </p:nvSpPr>
        <p:spPr>
          <a:xfrm>
            <a:off x="548640" y="3794760"/>
            <a:ext cx="5364480" cy="914400"/>
          </a:xfrm>
        </p:spPr>
        <p:txBody>
          <a:bodyPr/>
          <a:lstStyle>
            <a:lvl1pPr>
              <a:defRPr sz="2800" b="1" cap="none" baseline="0"/>
            </a:lvl1pPr>
          </a:lstStyle>
          <a:p>
            <a:r>
              <a:rPr lang="en-US"/>
              <a:t>[Slide title]</a:t>
            </a:r>
          </a:p>
        </p:txBody>
      </p:sp>
      <p:sp>
        <p:nvSpPr>
          <p:cNvPr id="3" name="Content Placeholder 3"/>
          <p:cNvSpPr>
            <a:spLocks noGrp="1"/>
          </p:cNvSpPr>
          <p:nvPr>
            <p:ph sz="half" idx="1"/>
          </p:nvPr>
        </p:nvSpPr>
        <p:spPr>
          <a:xfrm>
            <a:off x="6278879" y="3794760"/>
            <a:ext cx="5364480" cy="2377440"/>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3439DE7-660B-3FA9-966D-AB1D9EF6AC81}"/>
              </a:ext>
            </a:extLst>
          </p:cNvPr>
          <p:cNvSpPr>
            <a:spLocks noGrp="1"/>
          </p:cNvSpPr>
          <p:nvPr>
            <p:ph type="dt" sz="half" idx="11"/>
          </p:nvPr>
        </p:nvSpPr>
        <p:spPr/>
        <p:txBody>
          <a:bodyPr/>
          <a:lstStyle/>
          <a:p>
            <a:fld id="{E50EFF4B-86EB-42FB-93EA-7D8F9CB2466F}" type="datetime3">
              <a:rPr lang="en-US" smtClean="0"/>
              <a:t>22 June 2026</a:t>
            </a:fld>
            <a:endParaRPr lang="en-US"/>
          </a:p>
        </p:txBody>
      </p:sp>
      <p:sp>
        <p:nvSpPr>
          <p:cNvPr id="6" name="Slide Number Placeholder 5">
            <a:extLst>
              <a:ext uri="{FF2B5EF4-FFF2-40B4-BE49-F238E27FC236}">
                <a16:creationId xmlns:a16="http://schemas.microsoft.com/office/drawing/2014/main" id="{25763529-A3F2-C0F4-1A5C-AAFFF34D7F24}"/>
              </a:ext>
            </a:extLst>
          </p:cNvPr>
          <p:cNvSpPr>
            <a:spLocks noGrp="1"/>
          </p:cNvSpPr>
          <p:nvPr>
            <p:ph type="sldNum" sz="quarter" idx="12"/>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46864731"/>
      </p:ext>
    </p:extLst>
  </p:cSld>
  <p:clrMapOvr>
    <a:masterClrMapping/>
  </p:clrMapOvr>
  <p:extLst>
    <p:ext uri="{DCECCB84-F9BA-43D5-87BE-67443E8EF086}">
      <p15:sldGuideLst xmlns:p15="http://schemas.microsoft.com/office/powerpoint/2012/main">
        <p15:guide id="1" orient="horz" pos="2390">
          <p15:clr>
            <a:srgbClr val="A4A3A4"/>
          </p15:clr>
        </p15:guide>
        <p15:guide id="2" orient="horz" pos="3888">
          <p15:clr>
            <a:srgbClr val="A4A3A4"/>
          </p15:clr>
        </p15:guide>
        <p15:guide id="3" orient="horz" pos="2218">
          <p15:clr>
            <a:srgbClr val="A4A3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and 2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6278879" y="1600200"/>
            <a:ext cx="5364480" cy="228600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6278879" y="4114800"/>
            <a:ext cx="5364480"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6278879" y="4526280"/>
            <a:ext cx="5364480" cy="164592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Date Placeholder 9">
            <a:extLst>
              <a:ext uri="{FF2B5EF4-FFF2-40B4-BE49-F238E27FC236}">
                <a16:creationId xmlns:a16="http://schemas.microsoft.com/office/drawing/2014/main" id="{E309248A-8803-C0D0-F841-DA0B643CD6D3}"/>
              </a:ext>
            </a:extLst>
          </p:cNvPr>
          <p:cNvSpPr>
            <a:spLocks noGrp="1"/>
          </p:cNvSpPr>
          <p:nvPr>
            <p:ph type="dt" sz="half" idx="14"/>
          </p:nvPr>
        </p:nvSpPr>
        <p:spPr/>
        <p:txBody>
          <a:bodyPr/>
          <a:lstStyle/>
          <a:p>
            <a:fld id="{FB14FC24-E041-45E9-9A72-E5755A86890F}" type="datetime3">
              <a:rPr lang="en-US" smtClean="0"/>
              <a:t>22 June 2026</a:t>
            </a:fld>
            <a:endParaRPr lang="en-US"/>
          </a:p>
        </p:txBody>
      </p:sp>
      <p:sp>
        <p:nvSpPr>
          <p:cNvPr id="11" name="Slide Number Placeholder 10">
            <a:extLst>
              <a:ext uri="{FF2B5EF4-FFF2-40B4-BE49-F238E27FC236}">
                <a16:creationId xmlns:a16="http://schemas.microsoft.com/office/drawing/2014/main" id="{3E501E26-5E18-9AC3-2607-A695FA23E635}"/>
              </a:ext>
            </a:extLst>
          </p:cNvPr>
          <p:cNvSpPr>
            <a:spLocks noGrp="1"/>
          </p:cNvSpPr>
          <p:nvPr>
            <p:ph type="sldNum" sz="quarter" idx="15"/>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4291250978"/>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guide id="3" orient="horz" pos="2592">
          <p15:clr>
            <a:srgbClr val="A4A3A4"/>
          </p15:clr>
        </p15:guide>
        <p15:guide id="4" orient="horz" pos="2448">
          <p15:clr>
            <a:srgbClr val="A4A3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and 3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39"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37"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3" name="Content Placeholder 4"/>
          <p:cNvSpPr>
            <a:spLocks noGrp="1"/>
          </p:cNvSpPr>
          <p:nvPr>
            <p:ph sz="half" idx="1"/>
          </p:nvPr>
        </p:nvSpPr>
        <p:spPr>
          <a:xfrm>
            <a:off x="548639"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4370831"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4370831"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4" name="Content Placeholder 7"/>
          <p:cNvSpPr>
            <a:spLocks noGrp="1"/>
          </p:cNvSpPr>
          <p:nvPr>
            <p:ph sz="half" idx="2"/>
          </p:nvPr>
        </p:nvSpPr>
        <p:spPr>
          <a:xfrm>
            <a:off x="4370831"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8193023" y="1600200"/>
            <a:ext cx="3450336" cy="16916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8193023" y="3520440"/>
            <a:ext cx="3450336" cy="365760"/>
          </a:xfrm>
          <a:prstGeom prst="rect">
            <a:avLst/>
          </a:prstGeom>
        </p:spPr>
        <p:txBody>
          <a:bodyPr/>
          <a:lstStyle>
            <a:lvl1pPr marL="0" indent="0">
              <a:spcBef>
                <a:spcPts val="0"/>
              </a:spcBef>
              <a:buFontTx/>
              <a:buNone/>
              <a:defRPr sz="1800" b="1"/>
            </a:lvl1pPr>
            <a:lvl2pPr marL="0" indent="0">
              <a:spcBef>
                <a:spcPts val="0"/>
              </a:spcBef>
              <a:buFontTx/>
              <a:buNone/>
              <a:defRPr sz="1800" b="1"/>
            </a:lvl2pPr>
            <a:lvl3pPr marL="0" indent="0">
              <a:spcBef>
                <a:spcPts val="0"/>
              </a:spcBef>
              <a:buFontTx/>
              <a:buNone/>
              <a:defRPr sz="1800" b="1"/>
            </a:lvl3pPr>
            <a:lvl4pPr marL="0" indent="0">
              <a:spcBef>
                <a:spcPts val="0"/>
              </a:spcBef>
              <a:buFontTx/>
              <a:buNone/>
              <a:defRPr sz="1800" b="1"/>
            </a:lvl4pPr>
            <a:lvl5pPr marL="0" indent="0">
              <a:spcBef>
                <a:spcPts val="0"/>
              </a:spcBef>
              <a:buFontTx/>
              <a:buNone/>
              <a:defRPr sz="1800" b="1"/>
            </a:lvl5pPr>
            <a:lvl6pPr marL="0" indent="0">
              <a:spcBef>
                <a:spcPts val="0"/>
              </a:spcBef>
              <a:buFontTx/>
              <a:buNone/>
              <a:defRPr sz="1800" b="1"/>
            </a:lvl6pPr>
            <a:lvl7pPr marL="0" indent="0">
              <a:spcBef>
                <a:spcPts val="0"/>
              </a:spcBef>
              <a:buFontTx/>
              <a:buNone/>
              <a:defRPr sz="1800" b="1"/>
            </a:lvl7pPr>
            <a:lvl8pPr marL="0" indent="0">
              <a:spcBef>
                <a:spcPts val="0"/>
              </a:spcBef>
              <a:buFontTx/>
              <a:buNone/>
              <a:defRPr sz="1800" b="1"/>
            </a:lvl8pPr>
            <a:lvl9pPr marL="0" indent="0">
              <a:spcBef>
                <a:spcPts val="0"/>
              </a:spcBef>
              <a:buFontTx/>
              <a:buNone/>
              <a:defRPr sz="18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8193023" y="3931920"/>
            <a:ext cx="3450336" cy="2240280"/>
          </a:xfrm>
          <a:prstGeom prst="rect">
            <a:avLst/>
          </a:prstGeom>
        </p:spPr>
        <p:txBody>
          <a:bodyPr/>
          <a:lstStyle>
            <a:lvl1pPr marL="137157" indent="-137157">
              <a:defRPr sz="1500"/>
            </a:lvl1pPr>
            <a:lvl2pPr marL="274313" indent="-137157">
              <a:defRPr sz="1500"/>
            </a:lvl2pPr>
            <a:lvl3pPr marL="411470" indent="-137157">
              <a:defRPr sz="1500"/>
            </a:lvl3pPr>
            <a:lvl4pPr marL="548626" indent="-137157">
              <a:defRPr sz="1500"/>
            </a:lvl4pPr>
            <a:lvl5pPr marL="685783" indent="-137157">
              <a:defRPr sz="1500"/>
            </a:lvl5pPr>
            <a:lvl6pPr marL="822939" indent="-137157">
              <a:defRPr sz="1500"/>
            </a:lvl6pPr>
            <a:lvl7pPr marL="960096" indent="-137157">
              <a:defRPr sz="1500"/>
            </a:lvl7pPr>
            <a:lvl8pPr marL="1097253" indent="-137157">
              <a:defRPr sz="1500"/>
            </a:lvl8pPr>
            <a:lvl9pPr marL="1234409" indent="-137157">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Date Placeholder 12">
            <a:extLst>
              <a:ext uri="{FF2B5EF4-FFF2-40B4-BE49-F238E27FC236}">
                <a16:creationId xmlns:a16="http://schemas.microsoft.com/office/drawing/2014/main" id="{BCC41EC7-A74C-7FAC-CAAF-B45134A90C1F}"/>
              </a:ext>
            </a:extLst>
          </p:cNvPr>
          <p:cNvSpPr>
            <a:spLocks noGrp="1"/>
          </p:cNvSpPr>
          <p:nvPr>
            <p:ph type="dt" sz="half" idx="18"/>
          </p:nvPr>
        </p:nvSpPr>
        <p:spPr/>
        <p:txBody>
          <a:bodyPr/>
          <a:lstStyle/>
          <a:p>
            <a:fld id="{98A19125-94A7-4474-858C-FD9C4ABE9DDA}" type="datetime3">
              <a:rPr lang="en-US" smtClean="0"/>
              <a:t>22 June 2026</a:t>
            </a:fld>
            <a:endParaRPr lang="en-US"/>
          </a:p>
        </p:txBody>
      </p:sp>
      <p:sp>
        <p:nvSpPr>
          <p:cNvPr id="14" name="Slide Number Placeholder 13">
            <a:extLst>
              <a:ext uri="{FF2B5EF4-FFF2-40B4-BE49-F238E27FC236}">
                <a16:creationId xmlns:a16="http://schemas.microsoft.com/office/drawing/2014/main" id="{0DCE38A9-CABF-9588-DDD8-93DD198F7EC2}"/>
              </a:ext>
            </a:extLst>
          </p:cNvPr>
          <p:cNvSpPr>
            <a:spLocks noGrp="1"/>
          </p:cNvSpPr>
          <p:nvPr>
            <p:ph type="sldNum" sz="quarter" idx="19"/>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888224842"/>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2218">
          <p15:clr>
            <a:srgbClr val="A4A3A4"/>
          </p15:clr>
        </p15:guide>
        <p15:guide id="3" orient="horz" pos="3888">
          <p15:clr>
            <a:srgbClr val="A4A3A4"/>
          </p15:clr>
        </p15:guide>
        <p15:guide id="4" orient="horz" pos="2074">
          <p15:clr>
            <a:srgbClr val="A4A3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Content and 4 Images">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17D0BA3-CE88-4FFE-E80D-CD039190BDDD}"/>
              </a:ext>
            </a:extLst>
          </p:cNvPr>
          <p:cNvSpPr>
            <a:spLocks noGrp="1"/>
          </p:cNvSpPr>
          <p:nvPr>
            <p:ph type="title" hasCustomPrompt="1"/>
          </p:nvPr>
        </p:nvSpPr>
        <p:spPr/>
        <p:txBody>
          <a:bodyPr/>
          <a:lstStyle/>
          <a:p>
            <a:r>
              <a:rPr lang="en-US"/>
              <a:t>[Slide title]</a:t>
            </a:r>
          </a:p>
        </p:txBody>
      </p:sp>
      <p:sp>
        <p:nvSpPr>
          <p:cNvPr id="2" name="Picture Placeholder 2">
            <a:extLst>
              <a:ext uri="{FF2B5EF4-FFF2-40B4-BE49-F238E27FC236}">
                <a16:creationId xmlns:a16="http://schemas.microsoft.com/office/drawing/2014/main" id="{E4C4A4C8-609A-5582-34D3-DD47E15FD269}"/>
              </a:ext>
            </a:extLst>
          </p:cNvPr>
          <p:cNvSpPr>
            <a:spLocks noGrp="1"/>
          </p:cNvSpPr>
          <p:nvPr>
            <p:ph type="pic" sz="quarter" idx="10"/>
          </p:nvPr>
        </p:nvSpPr>
        <p:spPr>
          <a:xfrm>
            <a:off x="5486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8" name="Text Placeholder 3">
            <a:extLst>
              <a:ext uri="{FF2B5EF4-FFF2-40B4-BE49-F238E27FC236}">
                <a16:creationId xmlns:a16="http://schemas.microsoft.com/office/drawing/2014/main" id="{AE500155-914F-3AB3-C892-09CE75C54487}"/>
              </a:ext>
            </a:extLst>
          </p:cNvPr>
          <p:cNvSpPr>
            <a:spLocks noGrp="1"/>
          </p:cNvSpPr>
          <p:nvPr>
            <p:ph type="body" sz="quarter" idx="12" hasCustomPrompt="1"/>
          </p:nvPr>
        </p:nvSpPr>
        <p:spPr>
          <a:xfrm>
            <a:off x="548641"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3" name="Content Placeholder 4"/>
          <p:cNvSpPr>
            <a:spLocks noGrp="1"/>
          </p:cNvSpPr>
          <p:nvPr>
            <p:ph sz="half" idx="1"/>
          </p:nvPr>
        </p:nvSpPr>
        <p:spPr>
          <a:xfrm>
            <a:off x="5486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Picture Placeholder 5">
            <a:extLst>
              <a:ext uri="{FF2B5EF4-FFF2-40B4-BE49-F238E27FC236}">
                <a16:creationId xmlns:a16="http://schemas.microsoft.com/office/drawing/2014/main" id="{FC3A5FBE-3D66-4376-9A16-FE11155BA55E}"/>
              </a:ext>
            </a:extLst>
          </p:cNvPr>
          <p:cNvSpPr>
            <a:spLocks noGrp="1"/>
          </p:cNvSpPr>
          <p:nvPr>
            <p:ph type="pic" sz="quarter" idx="11"/>
          </p:nvPr>
        </p:nvSpPr>
        <p:spPr>
          <a:xfrm>
            <a:off x="3428806"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9" name="Text Placeholder 6">
            <a:extLst>
              <a:ext uri="{FF2B5EF4-FFF2-40B4-BE49-F238E27FC236}">
                <a16:creationId xmlns:a16="http://schemas.microsoft.com/office/drawing/2014/main" id="{CD5289C6-6376-08BD-CF12-DE93A92EFB78}"/>
              </a:ext>
            </a:extLst>
          </p:cNvPr>
          <p:cNvSpPr>
            <a:spLocks noGrp="1"/>
          </p:cNvSpPr>
          <p:nvPr>
            <p:ph type="body" sz="quarter" idx="13" hasCustomPrompt="1"/>
          </p:nvPr>
        </p:nvSpPr>
        <p:spPr>
          <a:xfrm>
            <a:off x="3428806"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4" name="Content Placeholder 7"/>
          <p:cNvSpPr>
            <a:spLocks noGrp="1"/>
          </p:cNvSpPr>
          <p:nvPr>
            <p:ph sz="half" idx="2"/>
          </p:nvPr>
        </p:nvSpPr>
        <p:spPr>
          <a:xfrm>
            <a:off x="3428806"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Picture Placeholder 8">
            <a:extLst>
              <a:ext uri="{FF2B5EF4-FFF2-40B4-BE49-F238E27FC236}">
                <a16:creationId xmlns:a16="http://schemas.microsoft.com/office/drawing/2014/main" id="{2F1293E6-42E9-E8B5-FFA8-86FB82D4865C}"/>
              </a:ext>
            </a:extLst>
          </p:cNvPr>
          <p:cNvSpPr>
            <a:spLocks noGrp="1"/>
          </p:cNvSpPr>
          <p:nvPr>
            <p:ph type="pic" sz="quarter" idx="15"/>
          </p:nvPr>
        </p:nvSpPr>
        <p:spPr>
          <a:xfrm>
            <a:off x="626384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1" name="Text Placeholder 9">
            <a:extLst>
              <a:ext uri="{FF2B5EF4-FFF2-40B4-BE49-F238E27FC236}">
                <a16:creationId xmlns:a16="http://schemas.microsoft.com/office/drawing/2014/main" id="{1A0087B1-BE04-FAAE-807C-18D539A58557}"/>
              </a:ext>
            </a:extLst>
          </p:cNvPr>
          <p:cNvSpPr>
            <a:spLocks noGrp="1"/>
          </p:cNvSpPr>
          <p:nvPr>
            <p:ph type="body" sz="quarter" idx="16" hasCustomPrompt="1"/>
          </p:nvPr>
        </p:nvSpPr>
        <p:spPr>
          <a:xfrm>
            <a:off x="626384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2" name="Content Placeholder 10">
            <a:extLst>
              <a:ext uri="{FF2B5EF4-FFF2-40B4-BE49-F238E27FC236}">
                <a16:creationId xmlns:a16="http://schemas.microsoft.com/office/drawing/2014/main" id="{9A4D43E8-8B9E-0180-3592-10B667D09516}"/>
              </a:ext>
            </a:extLst>
          </p:cNvPr>
          <p:cNvSpPr>
            <a:spLocks noGrp="1"/>
          </p:cNvSpPr>
          <p:nvPr>
            <p:ph sz="half" idx="17"/>
          </p:nvPr>
        </p:nvSpPr>
        <p:spPr>
          <a:xfrm>
            <a:off x="626384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1">
            <a:extLst>
              <a:ext uri="{FF2B5EF4-FFF2-40B4-BE49-F238E27FC236}">
                <a16:creationId xmlns:a16="http://schemas.microsoft.com/office/drawing/2014/main" id="{D206E8B5-48CF-3920-10E8-5C214FEE93B1}"/>
              </a:ext>
            </a:extLst>
          </p:cNvPr>
          <p:cNvSpPr>
            <a:spLocks noGrp="1"/>
          </p:cNvSpPr>
          <p:nvPr>
            <p:ph type="pic" sz="quarter" idx="19"/>
          </p:nvPr>
        </p:nvSpPr>
        <p:spPr>
          <a:xfrm>
            <a:off x="9144002" y="1600200"/>
            <a:ext cx="2499359" cy="1234440"/>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Text Placeholder 12">
            <a:extLst>
              <a:ext uri="{FF2B5EF4-FFF2-40B4-BE49-F238E27FC236}">
                <a16:creationId xmlns:a16="http://schemas.microsoft.com/office/drawing/2014/main" id="{30A8711B-6FCD-CC40-76D9-6F2EED66A6EF}"/>
              </a:ext>
            </a:extLst>
          </p:cNvPr>
          <p:cNvSpPr>
            <a:spLocks noGrp="1"/>
          </p:cNvSpPr>
          <p:nvPr>
            <p:ph type="body" sz="quarter" idx="20" hasCustomPrompt="1"/>
          </p:nvPr>
        </p:nvSpPr>
        <p:spPr>
          <a:xfrm>
            <a:off x="9144002" y="3063240"/>
            <a:ext cx="2499359" cy="365760"/>
          </a:xfrm>
          <a:prstGeom prst="rect">
            <a:avLst/>
          </a:prstGeom>
        </p:spPr>
        <p:txBody>
          <a:bodyPr/>
          <a:lstStyle>
            <a:lvl1pPr marL="0" indent="0">
              <a:spcBef>
                <a:spcPts val="0"/>
              </a:spcBef>
              <a:buFontTx/>
              <a:buNone/>
              <a:defRPr sz="1600" b="1"/>
            </a:lvl1pPr>
            <a:lvl2pPr marL="0" indent="0">
              <a:spcBef>
                <a:spcPts val="0"/>
              </a:spcBef>
              <a:buFontTx/>
              <a:buNone/>
              <a:defRPr sz="1600" b="1"/>
            </a:lvl2pPr>
            <a:lvl3pPr marL="0" indent="0">
              <a:spcBef>
                <a:spcPts val="0"/>
              </a:spcBef>
              <a:buFontTx/>
              <a:buNone/>
              <a:defRPr sz="1600" b="1"/>
            </a:lvl3pPr>
            <a:lvl4pPr marL="0" indent="0">
              <a:spcBef>
                <a:spcPts val="0"/>
              </a:spcBef>
              <a:buFontTx/>
              <a:buNone/>
              <a:defRPr sz="1600" b="1"/>
            </a:lvl4pPr>
            <a:lvl5pPr marL="0" indent="0">
              <a:spcBef>
                <a:spcPts val="0"/>
              </a:spcBef>
              <a:buFontTx/>
              <a:buNone/>
              <a:defRPr sz="1600" b="1"/>
            </a:lvl5pPr>
            <a:lvl6pPr marL="0" indent="0">
              <a:spcBef>
                <a:spcPts val="0"/>
              </a:spcBef>
              <a:buFontTx/>
              <a:buNone/>
              <a:defRPr sz="1600" b="1"/>
            </a:lvl6pPr>
            <a:lvl7pPr marL="0" indent="0">
              <a:spcBef>
                <a:spcPts val="0"/>
              </a:spcBef>
              <a:buFontTx/>
              <a:buNone/>
              <a:defRPr sz="1600" b="1"/>
            </a:lvl7pPr>
            <a:lvl8pPr marL="0" indent="0">
              <a:spcBef>
                <a:spcPts val="0"/>
              </a:spcBef>
              <a:buFontTx/>
              <a:buNone/>
              <a:defRPr sz="1600" b="1"/>
            </a:lvl8pPr>
            <a:lvl9pPr marL="0" indent="0">
              <a:spcBef>
                <a:spcPts val="0"/>
              </a:spcBef>
              <a:buFontTx/>
              <a:buNone/>
              <a:defRPr sz="1600" b="1"/>
            </a:lvl9pPr>
          </a:lstStyle>
          <a:p>
            <a:pPr lvl="0"/>
            <a:r>
              <a:rPr lang="en-US"/>
              <a:t>[Subtitle]</a:t>
            </a:r>
          </a:p>
        </p:txBody>
      </p:sp>
      <p:sp>
        <p:nvSpPr>
          <p:cNvPr id="15" name="Content Placeholder 13">
            <a:extLst>
              <a:ext uri="{FF2B5EF4-FFF2-40B4-BE49-F238E27FC236}">
                <a16:creationId xmlns:a16="http://schemas.microsoft.com/office/drawing/2014/main" id="{ABA13BFB-DABC-41BC-F712-51774CC8BA1C}"/>
              </a:ext>
            </a:extLst>
          </p:cNvPr>
          <p:cNvSpPr>
            <a:spLocks noGrp="1"/>
          </p:cNvSpPr>
          <p:nvPr>
            <p:ph sz="half" idx="21"/>
          </p:nvPr>
        </p:nvSpPr>
        <p:spPr>
          <a:xfrm>
            <a:off x="9144002" y="3474720"/>
            <a:ext cx="2499359" cy="2697480"/>
          </a:xfrm>
          <a:prstGeom prst="rect">
            <a:avLst/>
          </a:prstGeom>
        </p:spPr>
        <p:txBody>
          <a:bodyPr/>
          <a:lstStyle>
            <a:lvl1pPr marL="137157" indent="-137157">
              <a:defRPr sz="1300"/>
            </a:lvl1pPr>
            <a:lvl2pPr marL="274313" indent="-137157">
              <a:defRPr sz="1300"/>
            </a:lvl2pPr>
            <a:lvl3pPr marL="411470" indent="-137157">
              <a:defRPr sz="1300"/>
            </a:lvl3pPr>
            <a:lvl4pPr marL="548626" indent="-137157">
              <a:defRPr sz="1300"/>
            </a:lvl4pPr>
            <a:lvl5pPr marL="685783" indent="-137157">
              <a:defRPr sz="1300"/>
            </a:lvl5pPr>
            <a:lvl6pPr marL="822939" indent="-137157">
              <a:defRPr sz="1300"/>
            </a:lvl6pPr>
            <a:lvl7pPr marL="960096" indent="-137157">
              <a:defRPr sz="1300"/>
            </a:lvl7pPr>
            <a:lvl8pPr marL="1097253" indent="-137157">
              <a:defRPr sz="1300"/>
            </a:lvl8pPr>
            <a:lvl9pPr marL="1234409" indent="-137157">
              <a:defRPr sz="13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6" name="Date Placeholder 15">
            <a:extLst>
              <a:ext uri="{FF2B5EF4-FFF2-40B4-BE49-F238E27FC236}">
                <a16:creationId xmlns:a16="http://schemas.microsoft.com/office/drawing/2014/main" id="{6FA3AB29-95C5-BB81-8596-7248603E0DBA}"/>
              </a:ext>
            </a:extLst>
          </p:cNvPr>
          <p:cNvSpPr>
            <a:spLocks noGrp="1"/>
          </p:cNvSpPr>
          <p:nvPr>
            <p:ph type="dt" sz="half" idx="22"/>
          </p:nvPr>
        </p:nvSpPr>
        <p:spPr/>
        <p:txBody>
          <a:bodyPr/>
          <a:lstStyle/>
          <a:p>
            <a:fld id="{3BA0343D-C8D8-43CE-BB79-50DEA219DB07}" type="datetime3">
              <a:rPr lang="en-US" smtClean="0"/>
              <a:t>22 June 2026</a:t>
            </a:fld>
            <a:endParaRPr lang="en-US"/>
          </a:p>
        </p:txBody>
      </p:sp>
      <p:sp>
        <p:nvSpPr>
          <p:cNvPr id="17" name="Slide Number Placeholder 16">
            <a:extLst>
              <a:ext uri="{FF2B5EF4-FFF2-40B4-BE49-F238E27FC236}">
                <a16:creationId xmlns:a16="http://schemas.microsoft.com/office/drawing/2014/main" id="{F8249F74-522A-F15A-97B8-27047D5DEDAE}"/>
              </a:ext>
            </a:extLst>
          </p:cNvPr>
          <p:cNvSpPr>
            <a:spLocks noGrp="1"/>
          </p:cNvSpPr>
          <p:nvPr>
            <p:ph type="sldNum" sz="quarter" idx="2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60485997"/>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1786">
          <p15:clr>
            <a:srgbClr val="A4A3A4"/>
          </p15:clr>
        </p15:guide>
        <p15:guide id="3" orient="horz" pos="3888">
          <p15:clr>
            <a:srgbClr val="A4A3A4"/>
          </p15:clr>
        </p15:guide>
        <p15:guide id="4" orient="horz" pos="1930">
          <p15:clr>
            <a:srgbClr val="A4A3A4"/>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Section Header">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9" name="Text Placeholder 2">
            <a:extLst>
              <a:ext uri="{FF2B5EF4-FFF2-40B4-BE49-F238E27FC236}">
                <a16:creationId xmlns:a16="http://schemas.microsoft.com/office/drawing/2014/main" id="{B62121C3-FD56-A9B2-1088-141E0BDB4C18}"/>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B1DBADC8-E5B3-9DDB-F294-C14F7AA987B8}"/>
              </a:ext>
            </a:extLst>
          </p:cNvPr>
          <p:cNvSpPr>
            <a:spLocks noGrp="1"/>
          </p:cNvSpPr>
          <p:nvPr>
            <p:ph type="dt" sz="half" idx="12"/>
          </p:nvPr>
        </p:nvSpPr>
        <p:spPr/>
        <p:txBody>
          <a:bodyPr/>
          <a:lstStyle/>
          <a:p>
            <a:fld id="{453BD212-0B9F-4987-965F-AC83B2FC354F}" type="datetime3">
              <a:rPr lang="en-US" smtClean="0"/>
              <a:t>22 June 2026</a:t>
            </a:fld>
            <a:endParaRPr lang="en-US"/>
          </a:p>
        </p:txBody>
      </p:sp>
      <p:sp>
        <p:nvSpPr>
          <p:cNvPr id="6" name="Slide Number Placeholder 5">
            <a:extLst>
              <a:ext uri="{FF2B5EF4-FFF2-40B4-BE49-F238E27FC236}">
                <a16:creationId xmlns:a16="http://schemas.microsoft.com/office/drawing/2014/main" id="{4A7DADDA-8448-690C-2CAB-FA7E28471B81}"/>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3" name="Rectangle 15">
            <a:extLst>
              <a:ext uri="{FF2B5EF4-FFF2-40B4-BE49-F238E27FC236}">
                <a16:creationId xmlns:a16="http://schemas.microsoft.com/office/drawing/2014/main" id="{29767174-7781-C263-3756-CD54301026C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4" name="Rectangle 13">
            <a:extLst>
              <a:ext uri="{FF2B5EF4-FFF2-40B4-BE49-F238E27FC236}">
                <a16:creationId xmlns:a16="http://schemas.microsoft.com/office/drawing/2014/main" id="{D36F2182-1ACE-5AD5-681B-31F3C218704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baseline="0" dirty="0">
                <a:solidFill>
                  <a:srgbClr val="2DAA27"/>
                </a:solidFill>
                <a:latin typeface="+mn-lt"/>
                <a:cs typeface="Arial Bold" panose="020B0704020202020204" pitchFamily="34" charset="0"/>
              </a:rPr>
              <a:t>UNCLASSIFIED/GENERAL</a:t>
            </a:r>
          </a:p>
        </p:txBody>
      </p:sp>
      <p:pic>
        <p:nvPicPr>
          <p:cNvPr id="3" name="Picture 2">
            <a:extLst>
              <a:ext uri="{FF2B5EF4-FFF2-40B4-BE49-F238E27FC236}">
                <a16:creationId xmlns:a16="http://schemas.microsoft.com/office/drawing/2014/main" id="{9A0C2669-2091-19FC-7FA5-E8DD4A44F8CF}"/>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31131111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ection Header - Image">
    <p:bg>
      <p:bgPr>
        <a:solidFill>
          <a:schemeClr val="tx1"/>
        </a:solidFill>
        <a:effectLst/>
      </p:bgPr>
    </p:bg>
    <p:spTree>
      <p:nvGrpSpPr>
        <p:cNvPr id="1" name=""/>
        <p:cNvGrpSpPr/>
        <p:nvPr/>
      </p:nvGrpSpPr>
      <p:grpSpPr>
        <a:xfrm>
          <a:off x="0" y="0"/>
          <a:ext cx="0" cy="0"/>
          <a:chOff x="0" y="0"/>
          <a:chExt cx="0" cy="0"/>
        </a:xfrm>
      </p:grpSpPr>
      <p:sp>
        <p:nvSpPr>
          <p:cNvPr id="3" name="Picture Placeholder 1">
            <a:extLst>
              <a:ext uri="{FF2B5EF4-FFF2-40B4-BE49-F238E27FC236}">
                <a16:creationId xmlns:a16="http://schemas.microsoft.com/office/drawing/2014/main" id="{D68235BF-5094-B6AD-6429-61352C54DE99}"/>
              </a:ext>
            </a:extLst>
          </p:cNvPr>
          <p:cNvSpPr>
            <a:spLocks noGrp="1"/>
          </p:cNvSpPr>
          <p:nvPr>
            <p:ph type="pic" sz="quarter" idx="10"/>
          </p:nvPr>
        </p:nvSpPr>
        <p:spPr>
          <a:xfrm>
            <a:off x="0" y="228600"/>
            <a:ext cx="12192000" cy="6400800"/>
          </a:xfrm>
          <a:prstGeom prst="rect">
            <a:avLst/>
          </a:prstGeom>
          <a:solidFill>
            <a:srgbClr val="565557"/>
          </a:solidFill>
        </p:spPr>
        <p:txBody>
          <a:bodyPr anchor="ctr" anchorCtr="0"/>
          <a:lstStyle>
            <a:lvl1pPr marL="0" indent="0" algn="ctr">
              <a:buFontTx/>
              <a:buNone/>
              <a:defRPr sz="1000">
                <a:solidFill>
                  <a:srgbClr val="FFFFFF"/>
                </a:solidFill>
              </a:defRPr>
            </a:lvl1pPr>
          </a:lstStyle>
          <a:p>
            <a:r>
              <a:rPr lang="en-US" dirty="0"/>
              <a:t>Click icon to add picture</a:t>
            </a:r>
          </a:p>
        </p:txBody>
      </p:sp>
      <p:sp>
        <p:nvSpPr>
          <p:cNvPr id="2" name="Title 2"/>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3">
            <a:extLst>
              <a:ext uri="{FF2B5EF4-FFF2-40B4-BE49-F238E27FC236}">
                <a16:creationId xmlns:a16="http://schemas.microsoft.com/office/drawing/2014/main" id="{CADC6E9F-9E2F-3968-F76A-CD8240DB9C82}"/>
              </a:ext>
            </a:extLst>
          </p:cNvPr>
          <p:cNvSpPr>
            <a:spLocks noGrp="1"/>
          </p:cNvSpPr>
          <p:nvPr>
            <p:ph type="body" sz="quarter" idx="11" hasCustomPrompt="1"/>
          </p:nvPr>
        </p:nvSpPr>
        <p:spPr>
          <a:xfrm>
            <a:off x="548640" y="2148840"/>
            <a:ext cx="6795135" cy="91440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9B2EB74B-4EFA-464C-722C-FBCA5174031B}"/>
              </a:ext>
            </a:extLst>
          </p:cNvPr>
          <p:cNvSpPr>
            <a:spLocks noGrp="1"/>
          </p:cNvSpPr>
          <p:nvPr>
            <p:ph type="dt" sz="half" idx="12"/>
          </p:nvPr>
        </p:nvSpPr>
        <p:spPr/>
        <p:txBody>
          <a:bodyPr/>
          <a:lstStyle>
            <a:lvl1pPr>
              <a:defRPr>
                <a:solidFill>
                  <a:schemeClr val="bg1"/>
                </a:solidFill>
              </a:defRPr>
            </a:lvl1pPr>
          </a:lstStyle>
          <a:p>
            <a:fld id="{220AF9C2-5E8A-4308-AE6B-CA9B65007D0E}" type="datetime3">
              <a:rPr lang="en-US" smtClean="0"/>
              <a:t>22 June 2026</a:t>
            </a:fld>
            <a:endParaRPr lang="en-US"/>
          </a:p>
        </p:txBody>
      </p:sp>
      <p:sp>
        <p:nvSpPr>
          <p:cNvPr id="6" name="Slide Number Placeholder 5">
            <a:extLst>
              <a:ext uri="{FF2B5EF4-FFF2-40B4-BE49-F238E27FC236}">
                <a16:creationId xmlns:a16="http://schemas.microsoft.com/office/drawing/2014/main" id="{D8C19503-16E7-50C5-8995-F8E0DCB6B626}"/>
              </a:ext>
            </a:extLst>
          </p:cNvPr>
          <p:cNvSpPr>
            <a:spLocks noGrp="1"/>
          </p:cNvSpPr>
          <p:nvPr>
            <p:ph type="sldNum" sz="quarter" idx="13"/>
          </p:nvPr>
        </p:nvSpPr>
        <p:spPr/>
        <p:txBody>
          <a:bodyPr/>
          <a:lstStyle>
            <a:lvl1pPr>
              <a:defRPr>
                <a:solidFill>
                  <a:schemeClr val="bg1"/>
                </a:solidFill>
              </a:defRPr>
            </a:lvl1pPr>
          </a:lstStyle>
          <a:p>
            <a:fld id="{64E5BE4B-2FBF-4174-9E62-85FAD1CB43A6}" type="slidenum">
              <a:rPr lang="en-US" smtClean="0"/>
              <a:pPr/>
              <a:t>‹#›</a:t>
            </a:fld>
            <a:endParaRPr lang="en-US"/>
          </a:p>
        </p:txBody>
      </p:sp>
      <p:pic>
        <p:nvPicPr>
          <p:cNvPr id="7" name="Picture 6">
            <a:extLst>
              <a:ext uri="{FF2B5EF4-FFF2-40B4-BE49-F238E27FC236}">
                <a16:creationId xmlns:a16="http://schemas.microsoft.com/office/drawing/2014/main" id="{B8E613F9-1842-268A-DF27-3F9D76502705}"/>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207587952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ection Header - White 01">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0" y="411482"/>
            <a:ext cx="8231293"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2148840"/>
            <a:ext cx="6795135" cy="4023360"/>
          </a:xfrm>
          <a:prstGeom prst="rect">
            <a:avLst/>
          </a:prstGeom>
        </p:spPr>
        <p:txBody>
          <a:bodyPr/>
          <a:lstStyle>
            <a:lvl1pPr marL="0" indent="0">
              <a:spcBef>
                <a:spcPts val="0"/>
              </a:spcBef>
              <a:buFontTx/>
              <a:buNone/>
              <a:defRPr sz="28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subtitle]</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D8CC6170-ECB5-A830-2874-091E36410134}"/>
              </a:ext>
            </a:extLst>
          </p:cNvPr>
          <p:cNvSpPr>
            <a:spLocks noGrp="1"/>
          </p:cNvSpPr>
          <p:nvPr>
            <p:ph type="dt" sz="half" idx="12"/>
          </p:nvPr>
        </p:nvSpPr>
        <p:spPr/>
        <p:txBody>
          <a:bodyPr/>
          <a:lstStyle/>
          <a:p>
            <a:fld id="{FF31E861-D2AF-431D-860B-DCF67C218052}" type="datetime3">
              <a:rPr lang="en-US" smtClean="0"/>
              <a:t>22 June 2026</a:t>
            </a:fld>
            <a:endParaRPr lang="en-US"/>
          </a:p>
        </p:txBody>
      </p:sp>
      <p:sp>
        <p:nvSpPr>
          <p:cNvPr id="6" name="Slide Number Placeholder 5">
            <a:extLst>
              <a:ext uri="{FF2B5EF4-FFF2-40B4-BE49-F238E27FC236}">
                <a16:creationId xmlns:a16="http://schemas.microsoft.com/office/drawing/2014/main" id="{DCB1CE1D-5DB3-7DB4-A801-B688218E7EC6}"/>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91309816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Section Header - White 0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0"/>
            <a:ext cx="5365327" cy="914400"/>
          </a:xfrm>
        </p:spPr>
        <p:txBody>
          <a:bodyPr anchor="t" anchorCtr="0"/>
          <a:lstStyle>
            <a:lvl1pPr>
              <a:lnSpc>
                <a:spcPct val="90000"/>
              </a:lnSpc>
              <a:defRPr sz="2400" spc="0" baseline="0">
                <a:solidFill>
                  <a:schemeClr val="tx1"/>
                </a:solidFill>
              </a:defRPr>
            </a:lvl1pPr>
          </a:lstStyle>
          <a:p>
            <a:r>
              <a:rPr lang="en-US"/>
              <a:t>[Section title]</a:t>
            </a:r>
          </a:p>
        </p:txBody>
      </p:sp>
      <p:sp>
        <p:nvSpPr>
          <p:cNvPr id="4" name="Text Placeholder 2">
            <a:extLst>
              <a:ext uri="{FF2B5EF4-FFF2-40B4-BE49-F238E27FC236}">
                <a16:creationId xmlns:a16="http://schemas.microsoft.com/office/drawing/2014/main" id="{3EF29EDB-49B7-13CD-321C-E88CD44FB7C6}"/>
              </a:ext>
            </a:extLst>
          </p:cNvPr>
          <p:cNvSpPr>
            <a:spLocks noGrp="1"/>
          </p:cNvSpPr>
          <p:nvPr>
            <p:ph type="body" sz="quarter" idx="11" hasCustomPrompt="1"/>
          </p:nvPr>
        </p:nvSpPr>
        <p:spPr>
          <a:xfrm>
            <a:off x="548640" y="1600200"/>
            <a:ext cx="6795135" cy="4572000"/>
          </a:xfrm>
          <a:prstGeom prst="rect">
            <a:avLst/>
          </a:prstGeom>
        </p:spPr>
        <p:txBody>
          <a:bodyPr/>
          <a:lstStyle>
            <a:lvl1pPr marL="0" indent="0">
              <a:lnSpc>
                <a:spcPct val="90000"/>
              </a:lnSpc>
              <a:spcBef>
                <a:spcPts val="0"/>
              </a:spcBef>
              <a:buFontTx/>
              <a:buNone/>
              <a:defRPr sz="3600"/>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[Long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Date Placeholder 4">
            <a:extLst>
              <a:ext uri="{FF2B5EF4-FFF2-40B4-BE49-F238E27FC236}">
                <a16:creationId xmlns:a16="http://schemas.microsoft.com/office/drawing/2014/main" id="{23A978CF-9C5E-3CFC-1FBF-80FF0C14A03A}"/>
              </a:ext>
            </a:extLst>
          </p:cNvPr>
          <p:cNvSpPr>
            <a:spLocks noGrp="1"/>
          </p:cNvSpPr>
          <p:nvPr>
            <p:ph type="dt" sz="half" idx="12"/>
          </p:nvPr>
        </p:nvSpPr>
        <p:spPr/>
        <p:txBody>
          <a:bodyPr/>
          <a:lstStyle/>
          <a:p>
            <a:fld id="{D1DA25B2-AAF1-4C1F-AA38-12D5BFA7D4C8}" type="datetime3">
              <a:rPr lang="en-US" smtClean="0"/>
              <a:t>22 June 2026</a:t>
            </a:fld>
            <a:endParaRPr lang="en-US"/>
          </a:p>
        </p:txBody>
      </p:sp>
      <p:sp>
        <p:nvSpPr>
          <p:cNvPr id="6" name="Slide Number Placeholder 5">
            <a:extLst>
              <a:ext uri="{FF2B5EF4-FFF2-40B4-BE49-F238E27FC236}">
                <a16:creationId xmlns:a16="http://schemas.microsoft.com/office/drawing/2014/main" id="{A2496E61-43C3-4A10-6216-8AA17EF97B83}"/>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544620327"/>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ection Header - Half Image">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3" name="Date Placeholder 2">
            <a:extLst>
              <a:ext uri="{FF2B5EF4-FFF2-40B4-BE49-F238E27FC236}">
                <a16:creationId xmlns:a16="http://schemas.microsoft.com/office/drawing/2014/main" id="{3F98909E-3F3B-28FF-B01F-B77401FC0BCC}"/>
              </a:ext>
            </a:extLst>
          </p:cNvPr>
          <p:cNvSpPr>
            <a:spLocks noGrp="1"/>
          </p:cNvSpPr>
          <p:nvPr>
            <p:ph type="dt" sz="half" idx="12"/>
          </p:nvPr>
        </p:nvSpPr>
        <p:spPr/>
        <p:txBody>
          <a:bodyPr/>
          <a:lstStyle/>
          <a:p>
            <a:fld id="{A25C0F39-45D0-48E9-90B3-7FE8FCE561C8}" type="datetime3">
              <a:rPr lang="en-US" smtClean="0"/>
              <a:t>22 June 2026</a:t>
            </a:fld>
            <a:endParaRPr lang="en-US"/>
          </a:p>
        </p:txBody>
      </p:sp>
      <p:sp>
        <p:nvSpPr>
          <p:cNvPr id="4" name="Slide Number Placeholder 3">
            <a:extLst>
              <a:ext uri="{FF2B5EF4-FFF2-40B4-BE49-F238E27FC236}">
                <a16:creationId xmlns:a16="http://schemas.microsoft.com/office/drawing/2014/main" id="{FC4506F2-72D4-8024-72B5-E5E4464D05D0}"/>
              </a:ext>
            </a:extLst>
          </p:cNvPr>
          <p:cNvSpPr>
            <a:spLocks noGrp="1"/>
          </p:cNvSpPr>
          <p:nvPr>
            <p:ph type="sldNum" sz="quarter" idx="13"/>
          </p:nvPr>
        </p:nvSpPr>
        <p:spPr/>
        <p:txBody>
          <a:bodyPr/>
          <a:lstStyle/>
          <a:p>
            <a:fld id="{64E5BE4B-2FBF-4174-9E62-85FAD1CB43A6}" type="slidenum">
              <a:rPr lang="en-US" smtClean="0"/>
              <a:pPr/>
              <a:t>‹#›</a:t>
            </a:fld>
            <a:endParaRPr lang="en-US"/>
          </a:p>
        </p:txBody>
      </p:sp>
      <p:sp>
        <p:nvSpPr>
          <p:cNvPr id="10" name="Picture Placeholder 3">
            <a:extLst>
              <a:ext uri="{FF2B5EF4-FFF2-40B4-BE49-F238E27FC236}">
                <a16:creationId xmlns:a16="http://schemas.microsoft.com/office/drawing/2014/main" id="{6FB94CE1-6713-07D6-4B5A-4A8C98A3721E}"/>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14" name="Rectangle 15">
            <a:extLst>
              <a:ext uri="{FF2B5EF4-FFF2-40B4-BE49-F238E27FC236}">
                <a16:creationId xmlns:a16="http://schemas.microsoft.com/office/drawing/2014/main" id="{F827E20F-449C-FD35-0420-0D0665538DFA}"/>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5" name="Rectangle 14">
            <a:extLst>
              <a:ext uri="{FF2B5EF4-FFF2-40B4-BE49-F238E27FC236}">
                <a16:creationId xmlns:a16="http://schemas.microsoft.com/office/drawing/2014/main" id="{9B78D2D4-DCB9-0AD3-0C18-6C6757224CC2}"/>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5" name="Picture 4">
            <a:extLst>
              <a:ext uri="{FF2B5EF4-FFF2-40B4-BE49-F238E27FC236}">
                <a16:creationId xmlns:a16="http://schemas.microsoft.com/office/drawing/2014/main" id="{010600B0-1249-F5D8-D1B7-CC4F0AD64E01}"/>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360408289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Section Header - Half Image - White">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48642" y="411482"/>
            <a:ext cx="5365327" cy="1189037"/>
          </a:xfrm>
        </p:spPr>
        <p:txBody>
          <a:bodyPr anchor="t" anchorCtr="0"/>
          <a:lstStyle>
            <a:lvl1pPr>
              <a:lnSpc>
                <a:spcPct val="80000"/>
              </a:lnSpc>
              <a:defRPr sz="4000" spc="-100" baseline="0">
                <a:solidFill>
                  <a:schemeClr val="tx2"/>
                </a:solidFill>
              </a:defRPr>
            </a:lvl1pPr>
          </a:lstStyle>
          <a:p>
            <a:r>
              <a:rPr lang="en-US"/>
              <a:t>[Section title]</a:t>
            </a:r>
          </a:p>
        </p:txBody>
      </p:sp>
      <p:sp>
        <p:nvSpPr>
          <p:cNvPr id="7" name="Text Placeholder 2">
            <a:extLst>
              <a:ext uri="{FF2B5EF4-FFF2-40B4-BE49-F238E27FC236}">
                <a16:creationId xmlns:a16="http://schemas.microsoft.com/office/drawing/2014/main" id="{FD05FCA9-6234-AA37-16E9-CA72B744A81B}"/>
              </a:ext>
            </a:extLst>
          </p:cNvPr>
          <p:cNvSpPr>
            <a:spLocks noGrp="1"/>
          </p:cNvSpPr>
          <p:nvPr>
            <p:ph type="body" sz="quarter" idx="11" hasCustomPrompt="1"/>
          </p:nvPr>
        </p:nvSpPr>
        <p:spPr>
          <a:xfrm>
            <a:off x="548640" y="2148840"/>
            <a:ext cx="5365325" cy="4023360"/>
          </a:xfrm>
          <a:prstGeom prst="rect">
            <a:avLst/>
          </a:prstGeom>
        </p:spPr>
        <p:txBody>
          <a:bodyPr/>
          <a:lstStyle>
            <a:lvl1pPr marL="0" indent="0">
              <a:spcBef>
                <a:spcPts val="1000"/>
              </a:spcBef>
              <a:buFontTx/>
              <a:buNone/>
              <a:defRPr/>
            </a:lvl1pPr>
            <a:lvl2pPr marL="182875" indent="-182875">
              <a:spcBef>
                <a:spcPts val="1000"/>
              </a:spcBef>
              <a:buFont typeface="Arial" panose="020B0604020202020204" pitchFamily="34" charset="0"/>
              <a:buChar char="▪"/>
              <a:defRPr/>
            </a:lvl2pPr>
            <a:lvl3pPr marL="365751">
              <a:defRPr/>
            </a:lvl3pPr>
            <a:lvl4pPr marL="548626">
              <a:defRPr/>
            </a:lvl4pPr>
            <a:lvl5pPr marL="731502">
              <a:defRPr/>
            </a:lvl5pPr>
            <a:lvl6pPr marL="914377">
              <a:defRPr/>
            </a:lvl6pPr>
            <a:lvl7pPr marL="1097253">
              <a:defRPr/>
            </a:lvl7pPr>
            <a:lvl8pPr marL="1280128">
              <a:defRPr/>
            </a:lvl8pPr>
            <a:lvl9pPr marL="1463003">
              <a:defRPr/>
            </a:lvl9pPr>
          </a:lstStyle>
          <a:p>
            <a:pPr lvl="0"/>
            <a:r>
              <a:rPr lang="en-US"/>
              <a:t>[Optional section description]</a:t>
            </a:r>
          </a:p>
          <a:p>
            <a:pPr lvl="1"/>
            <a:r>
              <a:rPr lang="en-US"/>
              <a:t>Second level</a:t>
            </a:r>
          </a:p>
          <a:p>
            <a:pPr lvl="2"/>
            <a:r>
              <a:rPr lang="en-US"/>
              <a:t>Third level</a:t>
            </a:r>
          </a:p>
          <a:p>
            <a:pPr lvl="3"/>
            <a:r>
              <a:rPr lang="en-US"/>
              <a:t>Fourth level</a:t>
            </a:r>
          </a:p>
          <a:p>
            <a:pPr lvl="4"/>
            <a:r>
              <a:rPr lang="en-US"/>
              <a:t>Fifth level</a:t>
            </a:r>
          </a:p>
          <a:p>
            <a:pPr lvl="5"/>
            <a:r>
              <a:rPr lang="en-US"/>
              <a:t>Sixth level</a:t>
            </a:r>
          </a:p>
          <a:p>
            <a:pPr lvl="6"/>
            <a:r>
              <a:rPr lang="en-US"/>
              <a:t>Seventh level</a:t>
            </a:r>
          </a:p>
          <a:p>
            <a:pPr lvl="7"/>
            <a:r>
              <a:rPr lang="en-US"/>
              <a:t>Eighth level</a:t>
            </a:r>
          </a:p>
          <a:p>
            <a:pPr lvl="8"/>
            <a:r>
              <a:rPr lang="en-US"/>
              <a:t>Ninth level</a:t>
            </a:r>
          </a:p>
        </p:txBody>
      </p:sp>
      <p:sp>
        <p:nvSpPr>
          <p:cNvPr id="5" name="Picture Placeholder 3">
            <a:extLst>
              <a:ext uri="{FF2B5EF4-FFF2-40B4-BE49-F238E27FC236}">
                <a16:creationId xmlns:a16="http://schemas.microsoft.com/office/drawing/2014/main" id="{99F1DF14-7FE6-F760-F31F-7EF2AD60D9CA}"/>
              </a:ext>
            </a:extLst>
          </p:cNvPr>
          <p:cNvSpPr>
            <a:spLocks noGrp="1"/>
          </p:cNvSpPr>
          <p:nvPr>
            <p:ph type="pic" sz="quarter" idx="10"/>
          </p:nvPr>
        </p:nvSpPr>
        <p:spPr>
          <a:xfrm>
            <a:off x="6278038" y="1076325"/>
            <a:ext cx="5365748" cy="5095875"/>
          </a:xfrm>
          <a:prstGeom prst="rect">
            <a:avLst/>
          </a:prstGeom>
          <a:solidFill>
            <a:srgbClr val="D5D5D7"/>
          </a:solidFill>
        </p:spPr>
        <p:txBody>
          <a:bodyPr anchor="ctr" anchorCtr="0"/>
          <a:lstStyle>
            <a:lvl1pPr marL="0" indent="0" algn="ctr">
              <a:buFontTx/>
              <a:buNone/>
              <a:defRPr sz="1000">
                <a:solidFill>
                  <a:srgbClr val="221F20"/>
                </a:solidFill>
              </a:defRPr>
            </a:lvl1pPr>
          </a:lstStyle>
          <a:p>
            <a:r>
              <a:rPr lang="en-US"/>
              <a:t>Click icon to add picture</a:t>
            </a:r>
          </a:p>
        </p:txBody>
      </p:sp>
      <p:sp>
        <p:nvSpPr>
          <p:cNvPr id="3" name="Date Placeholder 2">
            <a:extLst>
              <a:ext uri="{FF2B5EF4-FFF2-40B4-BE49-F238E27FC236}">
                <a16:creationId xmlns:a16="http://schemas.microsoft.com/office/drawing/2014/main" id="{20223B66-3A13-0C9F-B944-AC25D742AF96}"/>
              </a:ext>
            </a:extLst>
          </p:cNvPr>
          <p:cNvSpPr>
            <a:spLocks noGrp="1"/>
          </p:cNvSpPr>
          <p:nvPr>
            <p:ph type="dt" sz="half" idx="12"/>
          </p:nvPr>
        </p:nvSpPr>
        <p:spPr/>
        <p:txBody>
          <a:bodyPr/>
          <a:lstStyle/>
          <a:p>
            <a:fld id="{9BAF1A3D-92FA-4F24-9781-74AFA516A230}" type="datetime3">
              <a:rPr lang="en-US" smtClean="0"/>
              <a:t>22 June 2026</a:t>
            </a:fld>
            <a:endParaRPr lang="en-US"/>
          </a:p>
        </p:txBody>
      </p:sp>
      <p:sp>
        <p:nvSpPr>
          <p:cNvPr id="4" name="Slide Number Placeholder 3">
            <a:extLst>
              <a:ext uri="{FF2B5EF4-FFF2-40B4-BE49-F238E27FC236}">
                <a16:creationId xmlns:a16="http://schemas.microsoft.com/office/drawing/2014/main" id="{131544B9-C835-CF1D-D28F-2122F2789519}"/>
              </a:ext>
            </a:extLst>
          </p:cNvPr>
          <p:cNvSpPr>
            <a:spLocks noGrp="1"/>
          </p:cNvSpPr>
          <p:nvPr>
            <p:ph type="sldNum" sz="quarter" idx="13"/>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3383597373"/>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15:guide id="1" orient="horz" pos="1354">
          <p15:clr>
            <a:srgbClr val="A4A3A4"/>
          </p15:clr>
        </p15:guide>
        <p15:guide id="2" orient="horz" pos="3888">
          <p15:clr>
            <a:srgbClr val="A4A3A4"/>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4379C0D1-24E4-F8B5-5008-90B631F4469A}"/>
              </a:ext>
            </a:extLst>
          </p:cNvPr>
          <p:cNvSpPr>
            <a:spLocks noGrp="1"/>
          </p:cNvSpPr>
          <p:nvPr>
            <p:ph type="dt" sz="half" idx="10"/>
          </p:nvPr>
        </p:nvSpPr>
        <p:spPr/>
        <p:txBody>
          <a:bodyPr/>
          <a:lstStyle/>
          <a:p>
            <a:fld id="{5719C672-856D-4617-A693-8FE15749A9B7}" type="datetime3">
              <a:rPr lang="en-US" smtClean="0"/>
              <a:t>22 June 2026</a:t>
            </a:fld>
            <a:endParaRPr lang="en-US"/>
          </a:p>
        </p:txBody>
      </p:sp>
      <p:sp>
        <p:nvSpPr>
          <p:cNvPr id="5" name="Slide Number Placeholder 4">
            <a:extLst>
              <a:ext uri="{FF2B5EF4-FFF2-40B4-BE49-F238E27FC236}">
                <a16:creationId xmlns:a16="http://schemas.microsoft.com/office/drawing/2014/main" id="{1FD0708B-B177-BDB5-031F-585D18C07E8A}"/>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1659679441"/>
      </p:ext>
    </p:extLst>
  </p:cSld>
  <p:clrMapOvr>
    <a:masterClrMapping/>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showMasterSp="0" preserve="1" userDrawn="1">
  <p:cSld name="Title Only - Black">
    <p:bg>
      <p:bgPr>
        <a:solidFill>
          <a:srgbClr val="221F20"/>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a:t>[Slide title]</a:t>
            </a:r>
          </a:p>
        </p:txBody>
      </p:sp>
      <p:sp>
        <p:nvSpPr>
          <p:cNvPr id="4" name="Date Placeholder 3">
            <a:extLst>
              <a:ext uri="{FF2B5EF4-FFF2-40B4-BE49-F238E27FC236}">
                <a16:creationId xmlns:a16="http://schemas.microsoft.com/office/drawing/2014/main" id="{53232747-3E71-8E75-327E-02C587769F40}"/>
              </a:ext>
            </a:extLst>
          </p:cNvPr>
          <p:cNvSpPr>
            <a:spLocks noGrp="1"/>
          </p:cNvSpPr>
          <p:nvPr>
            <p:ph type="dt" sz="half" idx="10"/>
          </p:nvPr>
        </p:nvSpPr>
        <p:spPr/>
        <p:txBody>
          <a:bodyPr/>
          <a:lstStyle/>
          <a:p>
            <a:fld id="{5F6C764D-A39E-4C03-B161-E0BC66E8883B}" type="datetime3">
              <a:rPr lang="en-US" smtClean="0"/>
              <a:t>22 June 2026</a:t>
            </a:fld>
            <a:endParaRPr lang="en-US"/>
          </a:p>
        </p:txBody>
      </p:sp>
      <p:sp>
        <p:nvSpPr>
          <p:cNvPr id="5" name="Slide Number Placeholder 4">
            <a:extLst>
              <a:ext uri="{FF2B5EF4-FFF2-40B4-BE49-F238E27FC236}">
                <a16:creationId xmlns:a16="http://schemas.microsoft.com/office/drawing/2014/main" id="{36282339-D15E-F6F1-894B-9E0056121556}"/>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2" name="Rectangle 15">
            <a:extLst>
              <a:ext uri="{FF2B5EF4-FFF2-40B4-BE49-F238E27FC236}">
                <a16:creationId xmlns:a16="http://schemas.microsoft.com/office/drawing/2014/main" id="{833783EA-3887-4D75-CFC6-A032432DD7A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sp>
        <p:nvSpPr>
          <p:cNvPr id="13" name="Rectangle 12">
            <a:extLst>
              <a:ext uri="{FF2B5EF4-FFF2-40B4-BE49-F238E27FC236}">
                <a16:creationId xmlns:a16="http://schemas.microsoft.com/office/drawing/2014/main" id="{AC42907C-64C3-CBB8-169A-BB3EFFC55BCC}"/>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i="0" u="none" strike="noStrike" cap="none" baseline="0" dirty="0">
                <a:solidFill>
                  <a:srgbClr val="2DAA27"/>
                </a:solidFill>
                <a:latin typeface="Arial"/>
                <a:ea typeface="Arial"/>
                <a:cs typeface="Arial Bold" panose="020B0704020202020204" pitchFamily="34" charset="0"/>
                <a:sym typeface="Arial"/>
              </a:rPr>
              <a:t>UNCLASSIFIED/GENERAL</a:t>
            </a:r>
          </a:p>
        </p:txBody>
      </p:sp>
      <p:pic>
        <p:nvPicPr>
          <p:cNvPr id="3" name="Picture 2">
            <a:extLst>
              <a:ext uri="{FF2B5EF4-FFF2-40B4-BE49-F238E27FC236}">
                <a16:creationId xmlns:a16="http://schemas.microsoft.com/office/drawing/2014/main" id="{444B3BC7-1721-F04F-32EA-9BA47104C8AA}"/>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4155485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1008">
          <p15:clr>
            <a:srgbClr val="A4A3A4"/>
          </p15:clr>
        </p15:guide>
        <p15:guide id="2" orient="horz" pos="3888">
          <p15:clr>
            <a:srgbClr val="A4A3A4"/>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663EDA0-A0A8-B169-0C67-503B7AD628A6}"/>
              </a:ext>
            </a:extLst>
          </p:cNvPr>
          <p:cNvSpPr>
            <a:spLocks noGrp="1"/>
          </p:cNvSpPr>
          <p:nvPr>
            <p:ph type="dt" sz="half" idx="10"/>
          </p:nvPr>
        </p:nvSpPr>
        <p:spPr/>
        <p:txBody>
          <a:bodyPr/>
          <a:lstStyle/>
          <a:p>
            <a:fld id="{6E3E33F9-20B7-4995-BE7D-165DBB597850}" type="datetime3">
              <a:rPr lang="en-US" smtClean="0"/>
              <a:t>22 June 2026</a:t>
            </a:fld>
            <a:endParaRPr lang="en-US"/>
          </a:p>
        </p:txBody>
      </p:sp>
      <p:sp>
        <p:nvSpPr>
          <p:cNvPr id="4" name="Slide Number Placeholder 3">
            <a:extLst>
              <a:ext uri="{FF2B5EF4-FFF2-40B4-BE49-F238E27FC236}">
                <a16:creationId xmlns:a16="http://schemas.microsoft.com/office/drawing/2014/main" id="{8ED91F9A-E3C3-E735-5763-000960145427}"/>
              </a:ext>
            </a:extLst>
          </p:cNvPr>
          <p:cNvSpPr>
            <a:spLocks noGrp="1"/>
          </p:cNvSpPr>
          <p:nvPr>
            <p:ph type="sldNum" sz="quarter" idx="11"/>
          </p:nvPr>
        </p:nvSpPr>
        <p:spPr/>
        <p:txBody>
          <a:bodyPr/>
          <a:lstStyle/>
          <a:p>
            <a:fld id="{64E5BE4B-2FBF-4174-9E62-85FAD1CB43A6}" type="slidenum">
              <a:rPr lang="en-US" smtClean="0"/>
              <a:pPr/>
              <a:t>‹#›</a:t>
            </a:fld>
            <a:endParaRPr lang="en-US"/>
          </a:p>
        </p:txBody>
      </p:sp>
    </p:spTree>
    <p:extLst>
      <p:ext uri="{BB962C8B-B14F-4D97-AF65-F5344CB8AC3E}">
        <p14:creationId xmlns:p14="http://schemas.microsoft.com/office/powerpoint/2010/main" val="2800782998"/>
      </p:ext>
    </p:extLst>
  </p:cSld>
  <p:clrMapOvr>
    <a:masterClrMapping/>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showMasterSp="0" preserve="1" userDrawn="1">
  <p:cSld name="Blank - Black">
    <p:bg>
      <p:bgPr>
        <a:solidFill>
          <a:srgbClr val="221F20"/>
        </a:solidFill>
        <a:effectLst/>
      </p:bgPr>
    </p:bg>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D4D7CC9F-EDC9-A6F7-DA66-4A306089A171}"/>
              </a:ext>
            </a:extLst>
          </p:cNvPr>
          <p:cNvSpPr>
            <a:spLocks noGrp="1"/>
          </p:cNvSpPr>
          <p:nvPr>
            <p:ph type="dt" sz="half" idx="10"/>
          </p:nvPr>
        </p:nvSpPr>
        <p:spPr/>
        <p:txBody>
          <a:bodyPr/>
          <a:lstStyle/>
          <a:p>
            <a:fld id="{CD41C263-3501-4369-A962-62B6BF915CDE}" type="datetime3">
              <a:rPr lang="en-US" smtClean="0"/>
              <a:t>22 June 2026</a:t>
            </a:fld>
            <a:endParaRPr lang="en-US"/>
          </a:p>
        </p:txBody>
      </p:sp>
      <p:sp>
        <p:nvSpPr>
          <p:cNvPr id="4" name="Slide Number Placeholder 3">
            <a:extLst>
              <a:ext uri="{FF2B5EF4-FFF2-40B4-BE49-F238E27FC236}">
                <a16:creationId xmlns:a16="http://schemas.microsoft.com/office/drawing/2014/main" id="{F09D9C3A-06B5-D7B7-AE0A-005090EAD783}"/>
              </a:ext>
            </a:extLst>
          </p:cNvPr>
          <p:cNvSpPr>
            <a:spLocks noGrp="1"/>
          </p:cNvSpPr>
          <p:nvPr>
            <p:ph type="sldNum" sz="quarter" idx="11"/>
          </p:nvPr>
        </p:nvSpPr>
        <p:spPr/>
        <p:txBody>
          <a:bodyPr/>
          <a:lstStyle/>
          <a:p>
            <a:fld id="{64E5BE4B-2FBF-4174-9E62-85FAD1CB43A6}" type="slidenum">
              <a:rPr lang="en-US" smtClean="0"/>
              <a:pPr/>
              <a:t>‹#›</a:t>
            </a:fld>
            <a:endParaRPr lang="en-US"/>
          </a:p>
        </p:txBody>
      </p:sp>
      <p:sp>
        <p:nvSpPr>
          <p:cNvPr id="11" name="Rectangle 15">
            <a:extLst>
              <a:ext uri="{FF2B5EF4-FFF2-40B4-BE49-F238E27FC236}">
                <a16:creationId xmlns:a16="http://schemas.microsoft.com/office/drawing/2014/main" id="{B76758EE-15B3-7721-5E75-E147C8870680}"/>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sp>
        <p:nvSpPr>
          <p:cNvPr id="12" name="Rectangle 11">
            <a:extLst>
              <a:ext uri="{FF2B5EF4-FFF2-40B4-BE49-F238E27FC236}">
                <a16:creationId xmlns:a16="http://schemas.microsoft.com/office/drawing/2014/main" id="{7CC5DC3A-1F9F-1C52-8FA1-007E776E4AAA}"/>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a:solidFill>
                  <a:schemeClr val="tx1"/>
                </a:solidFill>
                <a:latin typeface="+mn-lt"/>
                <a:cs typeface="Arial Bold" panose="020B0704020202020204" pitchFamily="34" charset="0"/>
              </a:rPr>
              <a:t>EDIT CONTROL STATEMENT UNDER &gt; VIEW &gt; SLIDE MASTER &gt; SCROLL TO TOP &gt; CHANGE HEADER AND FOOTER</a:t>
            </a:r>
          </a:p>
        </p:txBody>
      </p:sp>
      <p:pic>
        <p:nvPicPr>
          <p:cNvPr id="2" name="Picture 1">
            <a:extLst>
              <a:ext uri="{FF2B5EF4-FFF2-40B4-BE49-F238E27FC236}">
                <a16:creationId xmlns:a16="http://schemas.microsoft.com/office/drawing/2014/main" id="{69D1ED16-EB0F-ACBF-80D9-A9A76A8D7524}"/>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60615051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3888">
          <p15:clr>
            <a:srgbClr val="A4A3A4"/>
          </p15:clr>
        </p15:guide>
        <p15:guide id="2" orient="horz" pos="1008">
          <p15:clr>
            <a:srgbClr val="A4A3A4"/>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Thank You">
    <p:bg>
      <p:bgPr>
        <a:solidFill>
          <a:srgbClr val="221F20"/>
        </a:solidFill>
        <a:effectLst/>
      </p:bgPr>
    </p:bg>
    <p:spTree>
      <p:nvGrpSpPr>
        <p:cNvPr id="1" name=""/>
        <p:cNvGrpSpPr/>
        <p:nvPr/>
      </p:nvGrpSpPr>
      <p:grpSpPr>
        <a:xfrm>
          <a:off x="0" y="0"/>
          <a:ext cx="0" cy="0"/>
          <a:chOff x="0" y="0"/>
          <a:chExt cx="0" cy="0"/>
        </a:xfrm>
      </p:grpSpPr>
      <p:sp>
        <p:nvSpPr>
          <p:cNvPr id="7" name="TextBox">
            <a:extLst>
              <a:ext uri="{FF2B5EF4-FFF2-40B4-BE49-F238E27FC236}">
                <a16:creationId xmlns:a16="http://schemas.microsoft.com/office/drawing/2014/main" id="{9FBB499C-D22E-E02E-342C-293D573F4036}"/>
              </a:ext>
            </a:extLst>
          </p:cNvPr>
          <p:cNvSpPr txBox="1"/>
          <p:nvPr userDrawn="1"/>
        </p:nvSpPr>
        <p:spPr>
          <a:xfrm>
            <a:off x="548216" y="2148840"/>
            <a:ext cx="11094720" cy="1371600"/>
          </a:xfrm>
          <a:prstGeom prst="rect">
            <a:avLst/>
          </a:prstGeom>
          <a:noFill/>
        </p:spPr>
        <p:txBody>
          <a:bodyPr wrap="square" lIns="0" tIns="0" rIns="0" bIns="0" rtlCol="0">
            <a:noAutofit/>
          </a:bodyPr>
          <a:lstStyle/>
          <a:p>
            <a:pPr marL="0" indent="0">
              <a:lnSpc>
                <a:spcPct val="90000"/>
              </a:lnSpc>
              <a:spcBef>
                <a:spcPts val="0"/>
              </a:spcBef>
              <a:buSzPct val="100000"/>
              <a:buFontTx/>
              <a:buNone/>
            </a:pPr>
            <a:r>
              <a:rPr lang="en-US" sz="4800" cap="all" baseline="0">
                <a:solidFill>
                  <a:srgbClr val="FFCC01"/>
                </a:solidFill>
              </a:rPr>
              <a:t>THANK YOU.</a:t>
            </a:r>
          </a:p>
        </p:txBody>
      </p:sp>
      <p:sp>
        <p:nvSpPr>
          <p:cNvPr id="5" name="Text Placeholder 1">
            <a:extLst>
              <a:ext uri="{FF2B5EF4-FFF2-40B4-BE49-F238E27FC236}">
                <a16:creationId xmlns:a16="http://schemas.microsoft.com/office/drawing/2014/main" id="{900DDD06-33DA-C48B-4271-22D241C5EC75}"/>
              </a:ext>
            </a:extLst>
          </p:cNvPr>
          <p:cNvSpPr>
            <a:spLocks noGrp="1"/>
          </p:cNvSpPr>
          <p:nvPr>
            <p:ph type="body" sz="quarter" idx="10" hasCustomPrompt="1"/>
          </p:nvPr>
        </p:nvSpPr>
        <p:spPr>
          <a:xfrm>
            <a:off x="548219" y="4819415"/>
            <a:ext cx="5365749" cy="1371599"/>
          </a:xfrm>
          <a:prstGeom prst="rect">
            <a:avLst/>
          </a:prstGeom>
        </p:spPr>
        <p:txBody>
          <a:bodyPr anchor="b" anchorCtr="0"/>
          <a:lstStyle>
            <a:lvl1pPr marL="0" indent="0">
              <a:spcBef>
                <a:spcPts val="0"/>
              </a:spcBef>
              <a:buFontTx/>
              <a:buNone/>
              <a:defRPr sz="1200"/>
            </a:lvl1pPr>
            <a:lvl2pPr marL="0" indent="0">
              <a:spcBef>
                <a:spcPts val="0"/>
              </a:spcBef>
              <a:buFontTx/>
              <a:buNone/>
              <a:defRPr sz="1200"/>
            </a:lvl2pPr>
            <a:lvl3pPr marL="0" indent="0">
              <a:spcBef>
                <a:spcPts val="0"/>
              </a:spcBef>
              <a:buFontTx/>
              <a:buNone/>
              <a:defRPr sz="1200"/>
            </a:lvl3pPr>
            <a:lvl4pPr marL="0" indent="0">
              <a:spcBef>
                <a:spcPts val="0"/>
              </a:spcBef>
              <a:buFontTx/>
              <a:buNone/>
              <a:defRPr sz="1200"/>
            </a:lvl4pPr>
            <a:lvl5pPr marL="0" indent="0">
              <a:spcBef>
                <a:spcPts val="0"/>
              </a:spcBef>
              <a:buFontTx/>
              <a:buNone/>
              <a:defRPr sz="1200"/>
            </a:lvl5pPr>
            <a:lvl6pPr marL="0" indent="0">
              <a:spcBef>
                <a:spcPts val="0"/>
              </a:spcBef>
              <a:buFontTx/>
              <a:buNone/>
              <a:defRPr sz="1200"/>
            </a:lvl6pPr>
            <a:lvl7pPr marL="0" indent="0">
              <a:spcBef>
                <a:spcPts val="0"/>
              </a:spcBef>
              <a:buFontTx/>
              <a:buNone/>
              <a:defRPr sz="1200"/>
            </a:lvl7pPr>
            <a:lvl8pPr marL="0" indent="0">
              <a:spcBef>
                <a:spcPts val="0"/>
              </a:spcBef>
              <a:buFontTx/>
              <a:buNone/>
              <a:defRPr sz="1200"/>
            </a:lvl8pPr>
            <a:lvl9pPr marL="0" indent="0">
              <a:spcBef>
                <a:spcPts val="0"/>
              </a:spcBef>
              <a:buFontTx/>
              <a:buNone/>
              <a:defRPr sz="1200"/>
            </a:lvl9pPr>
          </a:lstStyle>
          <a:p>
            <a:pPr lvl="0"/>
            <a:r>
              <a:rPr lang="en-US"/>
              <a:t>[Optional contact information]</a:t>
            </a:r>
          </a:p>
        </p:txBody>
      </p:sp>
      <p:sp>
        <p:nvSpPr>
          <p:cNvPr id="2" name="Date Placeholder 1">
            <a:extLst>
              <a:ext uri="{FF2B5EF4-FFF2-40B4-BE49-F238E27FC236}">
                <a16:creationId xmlns:a16="http://schemas.microsoft.com/office/drawing/2014/main" id="{8D632A57-06FC-652E-6EE4-1F70D322E5B3}"/>
              </a:ext>
            </a:extLst>
          </p:cNvPr>
          <p:cNvSpPr>
            <a:spLocks noGrp="1"/>
          </p:cNvSpPr>
          <p:nvPr>
            <p:ph type="dt" sz="half" idx="11"/>
          </p:nvPr>
        </p:nvSpPr>
        <p:spPr/>
        <p:txBody>
          <a:bodyPr/>
          <a:lstStyle/>
          <a:p>
            <a:fld id="{B06F3EBE-B2E8-4992-9F00-9E4B44F057C0}" type="datetime3">
              <a:rPr lang="en-US" smtClean="0"/>
              <a:t>22 June 2026</a:t>
            </a:fld>
            <a:endParaRPr lang="en-US"/>
          </a:p>
        </p:txBody>
      </p:sp>
      <p:sp>
        <p:nvSpPr>
          <p:cNvPr id="4" name="Slide Number Placeholder 3">
            <a:extLst>
              <a:ext uri="{FF2B5EF4-FFF2-40B4-BE49-F238E27FC236}">
                <a16:creationId xmlns:a16="http://schemas.microsoft.com/office/drawing/2014/main" id="{69E1E829-FABB-578E-0154-2C87BBF4E6A0}"/>
              </a:ext>
            </a:extLst>
          </p:cNvPr>
          <p:cNvSpPr>
            <a:spLocks noGrp="1"/>
          </p:cNvSpPr>
          <p:nvPr>
            <p:ph type="sldNum" sz="quarter" idx="12"/>
          </p:nvPr>
        </p:nvSpPr>
        <p:spPr/>
        <p:txBody>
          <a:bodyPr/>
          <a:lstStyle/>
          <a:p>
            <a:fld id="{64E5BE4B-2FBF-4174-9E62-85FAD1CB43A6}" type="slidenum">
              <a:rPr lang="en-US" smtClean="0"/>
              <a:pPr/>
              <a:t>‹#›</a:t>
            </a:fld>
            <a:endParaRPr lang="en-US"/>
          </a:p>
        </p:txBody>
      </p:sp>
      <p:pic>
        <p:nvPicPr>
          <p:cNvPr id="6" name="Picture 5">
            <a:extLst>
              <a:ext uri="{FF2B5EF4-FFF2-40B4-BE49-F238E27FC236}">
                <a16:creationId xmlns:a16="http://schemas.microsoft.com/office/drawing/2014/main" id="{B3490B06-8AF4-4B9B-7F1E-C2E93EEF2F63}"/>
              </a:ext>
            </a:extLst>
          </p:cNvPr>
          <p:cNvPicPr>
            <a:picLocks noChangeAspect="1"/>
          </p:cNvPicPr>
          <p:nvPr userDrawn="1"/>
        </p:nvPicPr>
        <p:blipFill>
          <a:blip r:embed="rId2"/>
          <a:srcRect/>
          <a:stretch/>
        </p:blipFill>
        <p:spPr>
          <a:xfrm>
            <a:off x="10004616" y="411163"/>
            <a:ext cx="1629707" cy="478023"/>
          </a:xfrm>
          <a:prstGeom prst="rect">
            <a:avLst/>
          </a:prstGeom>
        </p:spPr>
      </p:pic>
    </p:spTree>
    <p:extLst>
      <p:ext uri="{BB962C8B-B14F-4D97-AF65-F5344CB8AC3E}">
        <p14:creationId xmlns:p14="http://schemas.microsoft.com/office/powerpoint/2010/main" val="1728499661"/>
      </p:ext>
    </p:extLst>
  </p:cSld>
  <p:clrMapOvr>
    <a:overrideClrMapping bg1="dk1" tx1="lt1" bg2="dk2" tx2="lt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showMasterSp="0" preserve="1" userDrawn="1">
  <p:cSld name="Logo">
    <p:bg>
      <p:bgPr>
        <a:solidFill>
          <a:srgbClr val="221F20"/>
        </a:solidFill>
        <a:effectLst/>
      </p:bgPr>
    </p:bg>
    <p:spTree>
      <p:nvGrpSpPr>
        <p:cNvPr id="1" name=""/>
        <p:cNvGrpSpPr/>
        <p:nvPr/>
      </p:nvGrpSpPr>
      <p:grpSpPr>
        <a:xfrm>
          <a:off x="0" y="0"/>
          <a:ext cx="0" cy="0"/>
          <a:chOff x="0" y="0"/>
          <a:chExt cx="0" cy="0"/>
        </a:xfrm>
      </p:grpSpPr>
      <p:pic>
        <p:nvPicPr>
          <p:cNvPr id="2" name="U.S. Army" descr="U.S. Army">
            <a:extLst>
              <a:ext uri="{FF2B5EF4-FFF2-40B4-BE49-F238E27FC236}">
                <a16:creationId xmlns:a16="http://schemas.microsoft.com/office/drawing/2014/main" id="{0B06A788-76BC-690C-D43E-FC2BDE0FB202}"/>
              </a:ext>
            </a:extLst>
          </p:cNvPr>
          <p:cNvPicPr>
            <a:picLocks noChangeAspect="1"/>
          </p:cNvPicPr>
          <p:nvPr userDrawn="1"/>
        </p:nvPicPr>
        <p:blipFill>
          <a:blip r:embed="rId2"/>
          <a:stretch>
            <a:fillRect/>
          </a:stretch>
        </p:blipFill>
        <p:spPr bwMode="black">
          <a:xfrm>
            <a:off x="2827020" y="2194560"/>
            <a:ext cx="6537960" cy="2468880"/>
          </a:xfrm>
          <a:prstGeom prst="rect">
            <a:avLst/>
          </a:prstGeom>
        </p:spPr>
      </p:pic>
    </p:spTree>
    <p:extLst>
      <p:ext uri="{BB962C8B-B14F-4D97-AF65-F5344CB8AC3E}">
        <p14:creationId xmlns:p14="http://schemas.microsoft.com/office/powerpoint/2010/main" val="1258681489"/>
      </p:ext>
    </p:extLst>
  </p:cSld>
  <p:clrMapOvr>
    <a:overrideClrMapping bg1="dk1" tx1="lt1" bg2="dk2" tx2="lt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reserve="1">
  <p:cSld name="1_Title Slide">
    <p:spTree>
      <p:nvGrpSpPr>
        <p:cNvPr id="1" name="Shape 56"/>
        <p:cNvGrpSpPr/>
        <p:nvPr/>
      </p:nvGrpSpPr>
      <p:grpSpPr>
        <a:xfrm>
          <a:off x="0" y="0"/>
          <a:ext cx="0" cy="0"/>
          <a:chOff x="0" y="0"/>
          <a:chExt cx="0" cy="0"/>
        </a:xfrm>
      </p:grpSpPr>
      <p:sp>
        <p:nvSpPr>
          <p:cNvPr id="57" name="Google Shape;57;p14"/>
          <p:cNvSpPr txBox="1">
            <a:spLocks noGrp="1"/>
          </p:cNvSpPr>
          <p:nvPr>
            <p:ph type="ctrTitle"/>
          </p:nvPr>
        </p:nvSpPr>
        <p:spPr>
          <a:xfrm>
            <a:off x="1524000" y="1122363"/>
            <a:ext cx="9144000" cy="23876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Play"/>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14"/>
          <p:cNvSpPr txBox="1">
            <a:spLocks noGrp="1"/>
          </p:cNvSpPr>
          <p:nvPr>
            <p:ph type="subTitle" idx="1"/>
          </p:nvPr>
        </p:nvSpPr>
        <p:spPr>
          <a:xfrm>
            <a:off x="1524000" y="3602037"/>
            <a:ext cx="9144000" cy="1655763"/>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1800"/>
              <a:buNone/>
              <a:defRPr sz="2400"/>
            </a:lvl1pPr>
            <a:lvl2pPr lvl="1" algn="ctr">
              <a:lnSpc>
                <a:spcPct val="90000"/>
              </a:lnSpc>
              <a:spcBef>
                <a:spcPts val="500"/>
              </a:spcBef>
              <a:spcAft>
                <a:spcPts val="0"/>
              </a:spcAft>
              <a:buClr>
                <a:schemeClr val="dk1"/>
              </a:buClr>
              <a:buSzPts val="1500"/>
              <a:buNone/>
              <a:defRPr sz="2000"/>
            </a:lvl2pPr>
            <a:lvl3pPr lvl="2" algn="ctr">
              <a:lnSpc>
                <a:spcPct val="90000"/>
              </a:lnSpc>
              <a:spcBef>
                <a:spcPts val="500"/>
              </a:spcBef>
              <a:spcAft>
                <a:spcPts val="0"/>
              </a:spcAft>
              <a:buClr>
                <a:schemeClr val="dk1"/>
              </a:buClr>
              <a:buSzPts val="1350"/>
              <a:buNone/>
              <a:defRPr sz="1800"/>
            </a:lvl3pPr>
            <a:lvl4pPr lvl="3" algn="ctr">
              <a:lnSpc>
                <a:spcPct val="90000"/>
              </a:lnSpc>
              <a:spcBef>
                <a:spcPts val="500"/>
              </a:spcBef>
              <a:spcAft>
                <a:spcPts val="0"/>
              </a:spcAft>
              <a:buClr>
                <a:schemeClr val="dk1"/>
              </a:buClr>
              <a:buSzPts val="1200"/>
              <a:buNone/>
              <a:defRPr sz="1600"/>
            </a:lvl4pPr>
            <a:lvl5pPr lvl="4" algn="ctr">
              <a:lnSpc>
                <a:spcPct val="90000"/>
              </a:lnSpc>
              <a:spcBef>
                <a:spcPts val="500"/>
              </a:spcBef>
              <a:spcAft>
                <a:spcPts val="0"/>
              </a:spcAft>
              <a:buClr>
                <a:schemeClr val="dk1"/>
              </a:buClr>
              <a:buSzPts val="1200"/>
              <a:buNone/>
              <a:defRPr sz="1600"/>
            </a:lvl5pPr>
            <a:lvl6pPr lvl="5" algn="ctr">
              <a:lnSpc>
                <a:spcPct val="90000"/>
              </a:lnSpc>
              <a:spcBef>
                <a:spcPts val="500"/>
              </a:spcBef>
              <a:spcAft>
                <a:spcPts val="0"/>
              </a:spcAft>
              <a:buClr>
                <a:schemeClr val="dk1"/>
              </a:buClr>
              <a:buSzPts val="1200"/>
              <a:buNone/>
              <a:defRPr sz="1600"/>
            </a:lvl6pPr>
            <a:lvl7pPr lvl="6" algn="ctr">
              <a:lnSpc>
                <a:spcPct val="90000"/>
              </a:lnSpc>
              <a:spcBef>
                <a:spcPts val="500"/>
              </a:spcBef>
              <a:spcAft>
                <a:spcPts val="0"/>
              </a:spcAft>
              <a:buClr>
                <a:schemeClr val="dk1"/>
              </a:buClr>
              <a:buSzPts val="1200"/>
              <a:buNone/>
              <a:defRPr sz="1600"/>
            </a:lvl7pPr>
            <a:lvl8pPr lvl="7" algn="ctr">
              <a:lnSpc>
                <a:spcPct val="90000"/>
              </a:lnSpc>
              <a:spcBef>
                <a:spcPts val="500"/>
              </a:spcBef>
              <a:spcAft>
                <a:spcPts val="0"/>
              </a:spcAft>
              <a:buClr>
                <a:schemeClr val="dk1"/>
              </a:buClr>
              <a:buSzPts val="1200"/>
              <a:buNone/>
              <a:defRPr sz="1600"/>
            </a:lvl8pPr>
            <a:lvl9pPr lvl="8" algn="ctr">
              <a:lnSpc>
                <a:spcPct val="90000"/>
              </a:lnSpc>
              <a:spcBef>
                <a:spcPts val="500"/>
              </a:spcBef>
              <a:spcAft>
                <a:spcPts val="0"/>
              </a:spcAft>
              <a:buClr>
                <a:schemeClr val="dk1"/>
              </a:buClr>
              <a:buSzPts val="1200"/>
              <a:buNone/>
              <a:defRPr sz="1600"/>
            </a:lvl9pPr>
          </a:lstStyle>
          <a:p>
            <a:endParaRPr/>
          </a:p>
        </p:txBody>
      </p:sp>
      <p:sp>
        <p:nvSpPr>
          <p:cNvPr id="59" name="Google Shape;59;p14"/>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14"/>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1" name="Google Shape;61;p14"/>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1910421057"/>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type="titleOnly" preserve="1">
  <p:cSld name="1_Title Only">
    <p:spTree>
      <p:nvGrpSpPr>
        <p:cNvPr id="1" name="Shape 62"/>
        <p:cNvGrpSpPr/>
        <p:nvPr/>
      </p:nvGrpSpPr>
      <p:grpSpPr>
        <a:xfrm>
          <a:off x="0" y="0"/>
          <a:ext cx="0" cy="0"/>
          <a:chOff x="0" y="0"/>
          <a:chExt cx="0" cy="0"/>
        </a:xfrm>
      </p:grpSpPr>
      <p:sp>
        <p:nvSpPr>
          <p:cNvPr id="63" name="Google Shape;63;p1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4" name="Google Shape;64;p15"/>
          <p:cNvSpPr txBox="1">
            <a:spLocks noGrp="1"/>
          </p:cNvSpPr>
          <p:nvPr>
            <p:ph type="dt" idx="10"/>
          </p:nvPr>
        </p:nvSpPr>
        <p:spPr>
          <a:xfrm>
            <a:off x="838200" y="6356351"/>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5" name="Google Shape;65;p15"/>
          <p:cNvSpPr txBox="1">
            <a:spLocks noGrp="1"/>
          </p:cNvSpPr>
          <p:nvPr>
            <p:ph type="ftr" idx="11"/>
          </p:nvPr>
        </p:nvSpPr>
        <p:spPr>
          <a:xfrm>
            <a:off x="4038600" y="6356351"/>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15"/>
          <p:cNvSpPr txBox="1">
            <a:spLocks noGrp="1"/>
          </p:cNvSpPr>
          <p:nvPr>
            <p:ph type="sldNum" idx="12"/>
          </p:nvPr>
        </p:nvSpPr>
        <p:spPr>
          <a:xfrm>
            <a:off x="8610600" y="6356351"/>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spcAft>
                <a:spcPts val="0"/>
              </a:spcAft>
              <a:buClr>
                <a:srgbClr val="757575"/>
              </a:buClr>
              <a:buSzPts val="900"/>
              <a:buFont typeface="Arial"/>
              <a:buNone/>
              <a:defRPr/>
            </a:lvl1pPr>
            <a:lvl2pPr marL="0" lvl="1" indent="0" algn="r">
              <a:spcBef>
                <a:spcPts val="0"/>
              </a:spcBef>
              <a:spcAft>
                <a:spcPts val="0"/>
              </a:spcAft>
              <a:buClr>
                <a:srgbClr val="757575"/>
              </a:buClr>
              <a:buSzPts val="900"/>
              <a:buFont typeface="Arial"/>
              <a:buNone/>
              <a:defRPr/>
            </a:lvl2pPr>
            <a:lvl3pPr marL="0" lvl="2" indent="0" algn="r">
              <a:spcBef>
                <a:spcPts val="0"/>
              </a:spcBef>
              <a:spcAft>
                <a:spcPts val="0"/>
              </a:spcAft>
              <a:buClr>
                <a:srgbClr val="757575"/>
              </a:buClr>
              <a:buSzPts val="900"/>
              <a:buFont typeface="Arial"/>
              <a:buNone/>
              <a:defRPr/>
            </a:lvl3pPr>
            <a:lvl4pPr marL="0" lvl="3" indent="0" algn="r">
              <a:spcBef>
                <a:spcPts val="0"/>
              </a:spcBef>
              <a:spcAft>
                <a:spcPts val="0"/>
              </a:spcAft>
              <a:buClr>
                <a:srgbClr val="757575"/>
              </a:buClr>
              <a:buSzPts val="900"/>
              <a:buFont typeface="Arial"/>
              <a:buNone/>
              <a:defRPr/>
            </a:lvl4pPr>
            <a:lvl5pPr marL="0" lvl="4" indent="0" algn="r">
              <a:spcBef>
                <a:spcPts val="0"/>
              </a:spcBef>
              <a:spcAft>
                <a:spcPts val="0"/>
              </a:spcAft>
              <a:buClr>
                <a:srgbClr val="757575"/>
              </a:buClr>
              <a:buSzPts val="900"/>
              <a:buFont typeface="Arial"/>
              <a:buNone/>
              <a:defRPr/>
            </a:lvl5pPr>
            <a:lvl6pPr marL="0" lvl="5" indent="0" algn="r">
              <a:spcBef>
                <a:spcPts val="0"/>
              </a:spcBef>
              <a:spcAft>
                <a:spcPts val="0"/>
              </a:spcAft>
              <a:buClr>
                <a:srgbClr val="757575"/>
              </a:buClr>
              <a:buSzPts val="900"/>
              <a:buFont typeface="Arial"/>
              <a:buNone/>
              <a:defRPr/>
            </a:lvl6pPr>
            <a:lvl7pPr marL="0" lvl="6" indent="0" algn="r">
              <a:spcBef>
                <a:spcPts val="0"/>
              </a:spcBef>
              <a:spcAft>
                <a:spcPts val="0"/>
              </a:spcAft>
              <a:buClr>
                <a:srgbClr val="757575"/>
              </a:buClr>
              <a:buSzPts val="900"/>
              <a:buFont typeface="Arial"/>
              <a:buNone/>
              <a:defRPr/>
            </a:lvl7pPr>
            <a:lvl8pPr marL="0" lvl="7" indent="0" algn="r">
              <a:spcBef>
                <a:spcPts val="0"/>
              </a:spcBef>
              <a:spcAft>
                <a:spcPts val="0"/>
              </a:spcAft>
              <a:buClr>
                <a:srgbClr val="757575"/>
              </a:buClr>
              <a:buSzPts val="900"/>
              <a:buFont typeface="Arial"/>
              <a:buNone/>
              <a:defRPr/>
            </a:lvl8pPr>
            <a:lvl9pPr marL="0" lvl="8" indent="0" algn="r">
              <a:spcBef>
                <a:spcPts val="0"/>
              </a:spcBef>
              <a:spcAft>
                <a:spcPts val="0"/>
              </a:spcAft>
              <a:buClr>
                <a:srgbClr val="757575"/>
              </a:buClr>
              <a:buSzPts val="900"/>
              <a:buFont typeface="Arial"/>
              <a:buNone/>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2372168914"/>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itle and two columns" type="twoColTx" preserve="1">
  <p:cSld name="Title and two columns">
    <p:spTree>
      <p:nvGrpSpPr>
        <p:cNvPr id="1" name="Shape 67"/>
        <p:cNvGrpSpPr/>
        <p:nvPr/>
      </p:nvGrpSpPr>
      <p:grpSpPr>
        <a:xfrm>
          <a:off x="0" y="0"/>
          <a:ext cx="0" cy="0"/>
          <a:chOff x="0" y="0"/>
          <a:chExt cx="0" cy="0"/>
        </a:xfrm>
      </p:grpSpPr>
      <p:sp>
        <p:nvSpPr>
          <p:cNvPr id="68" name="Google Shape;68;p16"/>
          <p:cNvSpPr txBox="1">
            <a:spLocks noGrp="1"/>
          </p:cNvSpPr>
          <p:nvPr>
            <p:ph type="title"/>
          </p:nvPr>
        </p:nvSpPr>
        <p:spPr>
          <a:xfrm>
            <a:off x="415633" y="667900"/>
            <a:ext cx="11360800" cy="831600"/>
          </a:xfrm>
          <a:prstGeom prst="rect">
            <a:avLst/>
          </a:prstGeom>
          <a:noFill/>
          <a:ln>
            <a:noFill/>
          </a:ln>
        </p:spPr>
        <p:txBody>
          <a:bodyPr spcFirstLastPara="1" wrap="square" lIns="91425" tIns="91425" rIns="91425" bIns="91425" anchor="t" anchorCtr="0">
            <a:normAutofit/>
          </a:bodyPr>
          <a:lstStyle>
            <a:lvl1pPr lvl="0" algn="l">
              <a:lnSpc>
                <a:spcPct val="90000"/>
              </a:lnSpc>
              <a:spcBef>
                <a:spcPts val="0"/>
              </a:spcBef>
              <a:spcAft>
                <a:spcPts val="0"/>
              </a:spcAft>
              <a:buClr>
                <a:schemeClr val="lt1"/>
              </a:buClr>
              <a:buSzPts val="2800"/>
              <a:buFont typeface="Play"/>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a:endParaRPr/>
          </a:p>
        </p:txBody>
      </p:sp>
      <p:sp>
        <p:nvSpPr>
          <p:cNvPr id="69" name="Google Shape;69;p16"/>
          <p:cNvSpPr txBox="1">
            <a:spLocks noGrp="1"/>
          </p:cNvSpPr>
          <p:nvPr>
            <p:ph type="body" idx="1"/>
          </p:nvPr>
        </p:nvSpPr>
        <p:spPr>
          <a:xfrm>
            <a:off x="4156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0" name="Google Shape;70;p16"/>
          <p:cNvSpPr txBox="1">
            <a:spLocks noGrp="1"/>
          </p:cNvSpPr>
          <p:nvPr>
            <p:ph type="body" idx="2"/>
          </p:nvPr>
        </p:nvSpPr>
        <p:spPr>
          <a:xfrm>
            <a:off x="6443200" y="2007600"/>
            <a:ext cx="5333200" cy="4101600"/>
          </a:xfrm>
          <a:prstGeom prst="rect">
            <a:avLst/>
          </a:prstGeom>
          <a:noFill/>
          <a:ln>
            <a:noFill/>
          </a:ln>
        </p:spPr>
        <p:txBody>
          <a:bodyPr spcFirstLastPara="1" wrap="square" lIns="91425" tIns="91425" rIns="91425" bIns="91425" anchor="t" anchorCtr="0">
            <a:normAutofit/>
          </a:bodyPr>
          <a:lstStyle>
            <a:lvl1pPr marL="609585" lvl="0" indent="-414856" algn="l">
              <a:lnSpc>
                <a:spcPct val="90000"/>
              </a:lnSpc>
              <a:spcBef>
                <a:spcPts val="0"/>
              </a:spcBef>
              <a:spcAft>
                <a:spcPts val="0"/>
              </a:spcAft>
              <a:buClr>
                <a:schemeClr val="dk1"/>
              </a:buClr>
              <a:buSzPts val="1300"/>
              <a:buChar char="●"/>
              <a:defRPr/>
            </a:lvl1pPr>
            <a:lvl2pPr marL="1219170" lvl="1" indent="-397923" algn="l">
              <a:lnSpc>
                <a:spcPct val="90000"/>
              </a:lnSpc>
              <a:spcBef>
                <a:spcPts val="0"/>
              </a:spcBef>
              <a:spcAft>
                <a:spcPts val="0"/>
              </a:spcAft>
              <a:buClr>
                <a:schemeClr val="dk1"/>
              </a:buClr>
              <a:buSzPts val="1100"/>
              <a:buChar char="○"/>
              <a:defRPr/>
            </a:lvl2pPr>
            <a:lvl3pPr marL="1828754" lvl="2" indent="-397923" algn="l">
              <a:lnSpc>
                <a:spcPct val="90000"/>
              </a:lnSpc>
              <a:spcBef>
                <a:spcPts val="0"/>
              </a:spcBef>
              <a:spcAft>
                <a:spcPts val="0"/>
              </a:spcAft>
              <a:buClr>
                <a:schemeClr val="dk1"/>
              </a:buClr>
              <a:buSzPts val="1100"/>
              <a:buChar char="■"/>
              <a:defRPr/>
            </a:lvl3pPr>
            <a:lvl4pPr marL="2438339" lvl="3" indent="-397923" algn="l">
              <a:lnSpc>
                <a:spcPct val="90000"/>
              </a:lnSpc>
              <a:spcBef>
                <a:spcPts val="0"/>
              </a:spcBef>
              <a:spcAft>
                <a:spcPts val="0"/>
              </a:spcAft>
              <a:buClr>
                <a:schemeClr val="dk1"/>
              </a:buClr>
              <a:buSzPts val="1100"/>
              <a:buChar char="●"/>
              <a:defRPr/>
            </a:lvl4pPr>
            <a:lvl5pPr marL="3047924" lvl="4" indent="-397923" algn="l">
              <a:lnSpc>
                <a:spcPct val="90000"/>
              </a:lnSpc>
              <a:spcBef>
                <a:spcPts val="0"/>
              </a:spcBef>
              <a:spcAft>
                <a:spcPts val="0"/>
              </a:spcAft>
              <a:buClr>
                <a:schemeClr val="dk1"/>
              </a:buClr>
              <a:buSzPts val="1100"/>
              <a:buChar char="○"/>
              <a:defRPr/>
            </a:lvl5pPr>
            <a:lvl6pPr marL="3657509" lvl="5" indent="-397923" algn="l">
              <a:lnSpc>
                <a:spcPct val="90000"/>
              </a:lnSpc>
              <a:spcBef>
                <a:spcPts val="0"/>
              </a:spcBef>
              <a:spcAft>
                <a:spcPts val="0"/>
              </a:spcAft>
              <a:buClr>
                <a:schemeClr val="dk1"/>
              </a:buClr>
              <a:buSzPts val="1100"/>
              <a:buChar char="■"/>
              <a:defRPr/>
            </a:lvl6pPr>
            <a:lvl7pPr marL="4267093" lvl="6" indent="-397923" algn="l">
              <a:lnSpc>
                <a:spcPct val="90000"/>
              </a:lnSpc>
              <a:spcBef>
                <a:spcPts val="0"/>
              </a:spcBef>
              <a:spcAft>
                <a:spcPts val="0"/>
              </a:spcAft>
              <a:buClr>
                <a:schemeClr val="dk1"/>
              </a:buClr>
              <a:buSzPts val="1100"/>
              <a:buChar char="●"/>
              <a:defRPr/>
            </a:lvl7pPr>
            <a:lvl8pPr marL="4876678" lvl="7" indent="-397923" algn="l">
              <a:lnSpc>
                <a:spcPct val="90000"/>
              </a:lnSpc>
              <a:spcBef>
                <a:spcPts val="0"/>
              </a:spcBef>
              <a:spcAft>
                <a:spcPts val="0"/>
              </a:spcAft>
              <a:buClr>
                <a:schemeClr val="dk1"/>
              </a:buClr>
              <a:buSzPts val="1100"/>
              <a:buChar char="○"/>
              <a:defRPr/>
            </a:lvl8pPr>
            <a:lvl9pPr marL="5486263" lvl="8" indent="-397923" algn="l">
              <a:lnSpc>
                <a:spcPct val="90000"/>
              </a:lnSpc>
              <a:spcBef>
                <a:spcPts val="0"/>
              </a:spcBef>
              <a:spcAft>
                <a:spcPts val="0"/>
              </a:spcAft>
              <a:buClr>
                <a:schemeClr val="dk1"/>
              </a:buClr>
              <a:buSzPts val="1100"/>
              <a:buChar char="■"/>
              <a:defRPr/>
            </a:lvl9pPr>
          </a:lstStyle>
          <a:p>
            <a:endParaRPr/>
          </a:p>
        </p:txBody>
      </p:sp>
      <p:sp>
        <p:nvSpPr>
          <p:cNvPr id="71" name="Google Shape;71;p16"/>
          <p:cNvSpPr txBox="1">
            <a:spLocks noGrp="1"/>
          </p:cNvSpPr>
          <p:nvPr>
            <p:ph type="sldNum" idx="12"/>
          </p:nvPr>
        </p:nvSpPr>
        <p:spPr>
          <a:xfrm>
            <a:off x="11296611" y="6217623"/>
            <a:ext cx="731600" cy="524800"/>
          </a:xfrm>
          <a:prstGeom prst="rect">
            <a:avLst/>
          </a:prstGeom>
          <a:noFill/>
          <a:ln>
            <a:noFill/>
          </a:ln>
        </p:spPr>
        <p:txBody>
          <a:bodyPr spcFirstLastPara="1" wrap="square" lIns="91425" tIns="91425" rIns="91425" bIns="91425" anchor="ctr" anchorCtr="0">
            <a:normAutofit/>
          </a:bodyPr>
          <a:lstStyle>
            <a:lvl1pPr marL="0" marR="0" lvl="0"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1pPr>
            <a:lvl2pPr marL="0" marR="0" lvl="1"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2pPr>
            <a:lvl3pPr marL="0" marR="0" lvl="2"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3pPr>
            <a:lvl4pPr marL="0" marR="0" lvl="3"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4pPr>
            <a:lvl5pPr marL="0" marR="0" lvl="4"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5pPr>
            <a:lvl6pPr marL="0" marR="0" lvl="5"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6pPr>
            <a:lvl7pPr marL="0" marR="0" lvl="6"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7pPr>
            <a:lvl8pPr marL="0" marR="0" lvl="7"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8pPr>
            <a:lvl9pPr marL="0" marR="0" lvl="8" indent="0" algn="r">
              <a:spcBef>
                <a:spcPts val="0"/>
              </a:spcBef>
              <a:spcAft>
                <a:spcPts val="0"/>
              </a:spcAft>
              <a:buClr>
                <a:srgbClr val="757575"/>
              </a:buClr>
              <a:buSzPts val="900"/>
              <a:buFont typeface="Arial"/>
              <a:buNone/>
              <a:defRPr sz="1200" b="0" i="0" u="none" strike="noStrike" cap="none">
                <a:solidFill>
                  <a:srgbClr val="757575"/>
                </a:solidFill>
                <a:latin typeface="Arial"/>
                <a:ea typeface="Arial"/>
                <a:cs typeface="Arial"/>
                <a:sym typeface="Arial"/>
              </a:defRPr>
            </a:lvl9pPr>
          </a:lstStyle>
          <a:p>
            <a:fld id="{00000000-1234-1234-1234-123412341234}" type="slidenum">
              <a:rPr lang="en" smtClean="0"/>
              <a:pPr/>
              <a:t>‹#›</a:t>
            </a:fld>
            <a:endParaRPr lang="en"/>
          </a:p>
        </p:txBody>
      </p:sp>
    </p:spTree>
    <p:extLst>
      <p:ext uri="{BB962C8B-B14F-4D97-AF65-F5344CB8AC3E}">
        <p14:creationId xmlns:p14="http://schemas.microsoft.com/office/powerpoint/2010/main" val="41592436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0CCE23-DF7C-6906-24C3-CF1C66F0AC5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C6F6F46-A4F4-9212-D5AE-2A768FC52103}"/>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A35690C-1D12-A35F-F15A-E42B5D4C1A9C}"/>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88C3D2B-FE52-0014-B507-BF942CF6ED0F}"/>
              </a:ext>
            </a:extLst>
          </p:cNvPr>
          <p:cNvSpPr>
            <a:spLocks noGrp="1"/>
          </p:cNvSpPr>
          <p:nvPr>
            <p:ph type="dt" sz="half" idx="10"/>
          </p:nvPr>
        </p:nvSpPr>
        <p:spPr/>
        <p:txBody>
          <a:bodyPr/>
          <a:lstStyle/>
          <a:p>
            <a:fld id="{AD3160A9-B1E4-4AE8-B854-46ED2C2068C2}" type="datetimeFigureOut">
              <a:rPr lang="en-US" smtClean="0"/>
              <a:t>22-Jun-26</a:t>
            </a:fld>
            <a:endParaRPr lang="en-US"/>
          </a:p>
        </p:txBody>
      </p:sp>
      <p:sp>
        <p:nvSpPr>
          <p:cNvPr id="6" name="Footer Placeholder 5">
            <a:extLst>
              <a:ext uri="{FF2B5EF4-FFF2-40B4-BE49-F238E27FC236}">
                <a16:creationId xmlns:a16="http://schemas.microsoft.com/office/drawing/2014/main" id="{C5D45E52-0AAB-5533-9208-A90B471410C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00B08A-6C74-4624-354A-9E8A77A7A9F1}"/>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702142136"/>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19991F-A102-D529-F5F3-F565450D345C}"/>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7E82BD4B-E36D-639B-C3EF-66780F5AD31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2E2C8D3-6873-2A71-0439-0476204F618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279A89A-D222-0EDC-DDB7-F83FD8CF4BB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E972DF1B-F1BF-14ED-1E9E-31E4D798C71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510DD9C-5FB3-3919-F6E2-64A9C39F559A}"/>
              </a:ext>
            </a:extLst>
          </p:cNvPr>
          <p:cNvSpPr>
            <a:spLocks noGrp="1"/>
          </p:cNvSpPr>
          <p:nvPr>
            <p:ph type="dt" sz="half" idx="10"/>
          </p:nvPr>
        </p:nvSpPr>
        <p:spPr/>
        <p:txBody>
          <a:bodyPr/>
          <a:lstStyle/>
          <a:p>
            <a:fld id="{AD3160A9-B1E4-4AE8-B854-46ED2C2068C2}" type="datetimeFigureOut">
              <a:rPr lang="en-US" smtClean="0"/>
              <a:t>22-Jun-26</a:t>
            </a:fld>
            <a:endParaRPr lang="en-US"/>
          </a:p>
        </p:txBody>
      </p:sp>
      <p:sp>
        <p:nvSpPr>
          <p:cNvPr id="8" name="Footer Placeholder 7">
            <a:extLst>
              <a:ext uri="{FF2B5EF4-FFF2-40B4-BE49-F238E27FC236}">
                <a16:creationId xmlns:a16="http://schemas.microsoft.com/office/drawing/2014/main" id="{036FC7C1-92D4-033D-4354-DFBADC84D65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0E4D3D73-AEE1-83F3-0176-B9104BAC2903}"/>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53307455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secHead">
  <p:cSld name="1_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5D8C2E-661D-51E2-ED90-348CF28AB4E8}"/>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F99564-2BF9-8DCD-A28E-9381CAF6CA49}"/>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A3C069-210D-286C-4C3D-4A1E6D372734}"/>
              </a:ext>
            </a:extLst>
          </p:cNvPr>
          <p:cNvSpPr>
            <a:spLocks noGrp="1"/>
          </p:cNvSpPr>
          <p:nvPr>
            <p:ph type="dt" sz="half" idx="10"/>
          </p:nvPr>
        </p:nvSpPr>
        <p:spPr/>
        <p:txBody>
          <a:bodyPr/>
          <a:lstStyle/>
          <a:p>
            <a:fld id="{AD3160A9-B1E4-4AE8-B854-46ED2C2068C2}" type="datetimeFigureOut">
              <a:rPr lang="en-US" smtClean="0"/>
              <a:t>22-Jun-26</a:t>
            </a:fld>
            <a:endParaRPr lang="en-US"/>
          </a:p>
        </p:txBody>
      </p:sp>
      <p:sp>
        <p:nvSpPr>
          <p:cNvPr id="5" name="Footer Placeholder 4">
            <a:extLst>
              <a:ext uri="{FF2B5EF4-FFF2-40B4-BE49-F238E27FC236}">
                <a16:creationId xmlns:a16="http://schemas.microsoft.com/office/drawing/2014/main" id="{987C136A-C674-A923-5AF9-6FA91140374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749792A-A4FA-3A54-7252-A8321589E8EB}"/>
              </a:ext>
            </a:extLst>
          </p:cNvPr>
          <p:cNvSpPr>
            <a:spLocks noGrp="1"/>
          </p:cNvSpPr>
          <p:nvPr>
            <p:ph type="sldNum" sz="quarter" idx="12"/>
          </p:nvPr>
        </p:nvSpPr>
        <p:spPr/>
        <p:txBody>
          <a:bodyPr/>
          <a:lstStyle/>
          <a:p>
            <a:fld id="{958A7335-5433-4415-8B36-CAD16441EE2E}" type="slidenum">
              <a:rPr lang="en-US" smtClean="0"/>
              <a:t>‹#›</a:t>
            </a:fld>
            <a:endParaRPr lang="en-US"/>
          </a:p>
        </p:txBody>
      </p:sp>
    </p:spTree>
    <p:extLst>
      <p:ext uri="{BB962C8B-B14F-4D97-AF65-F5344CB8AC3E}">
        <p14:creationId xmlns:p14="http://schemas.microsoft.com/office/powerpoint/2010/main" val="236441275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image" Target="../media/image2.png"/><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1.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theme" Target="../theme/theme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C170940C-8B04-CB4D-1B44-6768963C04C7}"/>
              </a:ext>
            </a:extLst>
          </p:cNvPr>
          <p:cNvPicPr>
            <a:picLocks noChangeAspect="1"/>
          </p:cNvPicPr>
          <p:nvPr userDrawn="1"/>
        </p:nvPicPr>
        <p:blipFill>
          <a:blip r:embed="rId38"/>
          <a:srcRect l="26274" t="67"/>
          <a:stretch>
            <a:fillRect/>
          </a:stretch>
        </p:blipFill>
        <p:spPr>
          <a:xfrm>
            <a:off x="10428515" y="411481"/>
            <a:ext cx="1214844" cy="477704"/>
          </a:xfrm>
          <a:prstGeom prst="rect">
            <a:avLst/>
          </a:prstGeom>
        </p:spPr>
      </p:pic>
      <p:sp>
        <p:nvSpPr>
          <p:cNvPr id="2" name="Title Placeholder 1"/>
          <p:cNvSpPr>
            <a:spLocks noGrp="1"/>
          </p:cNvSpPr>
          <p:nvPr>
            <p:ph type="title"/>
          </p:nvPr>
        </p:nvSpPr>
        <p:spPr>
          <a:xfrm>
            <a:off x="548640" y="411481"/>
            <a:ext cx="8231293" cy="914400"/>
          </a:xfrm>
          <a:prstGeom prst="rect">
            <a:avLst/>
          </a:prstGeom>
        </p:spPr>
        <p:txBody>
          <a:bodyPr vert="horz" lIns="0" tIns="0" rIns="0" bIns="0" rtlCol="0" anchor="t" anchorCtr="0">
            <a:noAutofit/>
          </a:bodyPr>
          <a:lstStyle/>
          <a:p>
            <a:r>
              <a:rPr lang="en-US"/>
              <a:t>[Slide title]</a:t>
            </a:r>
          </a:p>
        </p:txBody>
      </p:sp>
      <p:sp>
        <p:nvSpPr>
          <p:cNvPr id="3" name="Text Placeholder 2"/>
          <p:cNvSpPr>
            <a:spLocks noGrp="1"/>
          </p:cNvSpPr>
          <p:nvPr>
            <p:ph type="body" idx="1"/>
          </p:nvPr>
        </p:nvSpPr>
        <p:spPr>
          <a:xfrm>
            <a:off x="548639" y="1600199"/>
            <a:ext cx="11094720" cy="4572000"/>
          </a:xfrm>
          <a:prstGeom prst="rect">
            <a:avLst/>
          </a:prstGeom>
        </p:spPr>
        <p:txBody>
          <a:bodyPr vert="horz" lIns="0" tIns="0" rIns="0" bIns="0" spcCol="365760" rtlCol="0">
            <a:no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Rectangle 15">
            <a:extLst>
              <a:ext uri="{FF2B5EF4-FFF2-40B4-BE49-F238E27FC236}">
                <a16:creationId xmlns:a16="http://schemas.microsoft.com/office/drawing/2014/main" id="{A505B177-5D6D-67A3-C213-FBD8A41DB44D}"/>
              </a:ext>
            </a:extLst>
          </p:cNvPr>
          <p:cNvSpPr>
            <a:spLocks noChangeArrowheads="1"/>
          </p:cNvSpPr>
          <p:nvPr userDrawn="1"/>
        </p:nvSpPr>
        <p:spPr bwMode="auto">
          <a:xfrm>
            <a:off x="1386840" y="6657946"/>
            <a:ext cx="9418320" cy="200055"/>
          </a:xfrm>
          <a:prstGeom prst="rect">
            <a:avLst/>
          </a:prstGeom>
          <a:noFill/>
          <a:ln w="9525">
            <a:noFill/>
            <a:miter lim="800000"/>
            <a:headEnd/>
            <a:tailEnd/>
          </a:ln>
        </p:spPr>
        <p:txBody>
          <a:bodyPr wrap="square" lIns="0" rIns="0" anchor="b">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6" name="Rectangle 5">
            <a:extLst>
              <a:ext uri="{FF2B5EF4-FFF2-40B4-BE49-F238E27FC236}">
                <a16:creationId xmlns:a16="http://schemas.microsoft.com/office/drawing/2014/main" id="{B1B11D7F-02E5-4718-D558-9A38AEFE4A3F}"/>
              </a:ext>
            </a:extLst>
          </p:cNvPr>
          <p:cNvSpPr>
            <a:spLocks noChangeArrowheads="1"/>
          </p:cNvSpPr>
          <p:nvPr userDrawn="1"/>
        </p:nvSpPr>
        <p:spPr bwMode="auto">
          <a:xfrm>
            <a:off x="1386840" y="1"/>
            <a:ext cx="9418320" cy="200055"/>
          </a:xfrm>
          <a:prstGeom prst="rect">
            <a:avLst/>
          </a:prstGeom>
          <a:noFill/>
          <a:ln w="9525">
            <a:noFill/>
            <a:miter lim="800000"/>
            <a:headEnd/>
            <a:tailEnd/>
          </a:ln>
        </p:spPr>
        <p:txBody>
          <a:bodyPr wrap="square" anchor="t" anchorCtr="0">
            <a:spAutoFit/>
          </a:bodyPr>
          <a:lstStyle/>
          <a:p>
            <a:pPr algn="ctr">
              <a:defRPr/>
            </a:pPr>
            <a:r>
              <a:rPr lang="en-US" sz="700" b="1" dirty="0">
                <a:solidFill>
                  <a:srgbClr val="2DAA27"/>
                </a:solidFill>
                <a:latin typeface="+mn-lt"/>
                <a:cs typeface="Arial Bold" panose="020B0704020202020204" pitchFamily="34" charset="0"/>
              </a:rPr>
              <a:t>UNCLASSIFIED / GENERAL</a:t>
            </a:r>
          </a:p>
        </p:txBody>
      </p:sp>
      <p:sp>
        <p:nvSpPr>
          <p:cNvPr id="13" name="Date Placeholder 12">
            <a:extLst>
              <a:ext uri="{FF2B5EF4-FFF2-40B4-BE49-F238E27FC236}">
                <a16:creationId xmlns:a16="http://schemas.microsoft.com/office/drawing/2014/main" id="{B598B6A5-7EA2-1E58-A263-9A08F2A4D5DB}"/>
              </a:ext>
            </a:extLst>
          </p:cNvPr>
          <p:cNvSpPr>
            <a:spLocks noGrp="1"/>
          </p:cNvSpPr>
          <p:nvPr>
            <p:ph type="dt" sz="half" idx="2"/>
          </p:nvPr>
        </p:nvSpPr>
        <p:spPr>
          <a:xfrm>
            <a:off x="547688" y="6629400"/>
            <a:ext cx="823912" cy="228600"/>
          </a:xfrm>
          <a:prstGeom prst="rect">
            <a:avLst/>
          </a:prstGeom>
        </p:spPr>
        <p:txBody>
          <a:bodyPr vert="horz" lIns="0" tIns="45720" rIns="0" bIns="45720" rtlCol="0" anchor="b" anchorCtr="0"/>
          <a:lstStyle>
            <a:lvl1pPr algn="l">
              <a:defRPr sz="700" b="1">
                <a:solidFill>
                  <a:schemeClr val="tx1"/>
                </a:solidFill>
              </a:defRPr>
            </a:lvl1pPr>
          </a:lstStyle>
          <a:p>
            <a:fld id="{CABCB1B0-B6E5-4DD1-BB55-95C076D6C0C8}" type="datetime3">
              <a:rPr lang="en-US" smtClean="0"/>
              <a:t>22 June 2026</a:t>
            </a:fld>
            <a:endParaRPr lang="en-US"/>
          </a:p>
        </p:txBody>
      </p:sp>
      <p:sp>
        <p:nvSpPr>
          <p:cNvPr id="14" name="Slide Number Placeholder 13">
            <a:extLst>
              <a:ext uri="{FF2B5EF4-FFF2-40B4-BE49-F238E27FC236}">
                <a16:creationId xmlns:a16="http://schemas.microsoft.com/office/drawing/2014/main" id="{FFA4C418-D296-ED76-977B-4AA2E1E8237F}"/>
              </a:ext>
            </a:extLst>
          </p:cNvPr>
          <p:cNvSpPr>
            <a:spLocks noGrp="1"/>
          </p:cNvSpPr>
          <p:nvPr>
            <p:ph type="sldNum" sz="quarter" idx="4"/>
          </p:nvPr>
        </p:nvSpPr>
        <p:spPr>
          <a:xfrm>
            <a:off x="11210717" y="6629400"/>
            <a:ext cx="442001" cy="228600"/>
          </a:xfrm>
          <a:prstGeom prst="rect">
            <a:avLst/>
          </a:prstGeom>
        </p:spPr>
        <p:txBody>
          <a:bodyPr vert="horz" lIns="0" tIns="45720" rIns="0" bIns="45720" rtlCol="0" anchor="b" anchorCtr="0"/>
          <a:lstStyle>
            <a:lvl1pPr algn="r">
              <a:defRPr sz="700" b="1">
                <a:solidFill>
                  <a:schemeClr val="tx1"/>
                </a:solidFill>
              </a:defRPr>
            </a:lvl1pPr>
          </a:lstStyle>
          <a:p>
            <a:fld id="{64E5BE4B-2FBF-4174-9E62-85FAD1CB43A6}" type="slidenum">
              <a:rPr lang="en-US" smtClean="0"/>
              <a:pPr/>
              <a:t>‹#›</a:t>
            </a:fld>
            <a:endParaRPr lang="en-US"/>
          </a:p>
        </p:txBody>
      </p:sp>
      <p:pic>
        <p:nvPicPr>
          <p:cNvPr id="10" name="Picture 9" descr="A picture containing icon&#10;&#10;AI-generated content may be incorrect.">
            <a:extLst>
              <a:ext uri="{FF2B5EF4-FFF2-40B4-BE49-F238E27FC236}">
                <a16:creationId xmlns:a16="http://schemas.microsoft.com/office/drawing/2014/main" id="{84A6E5DC-D173-77B5-CFA6-9D4A8EBB00CD}"/>
              </a:ext>
            </a:extLst>
          </p:cNvPr>
          <p:cNvPicPr>
            <a:picLocks noChangeAspect="1"/>
          </p:cNvPicPr>
          <p:nvPr userDrawn="1"/>
        </p:nvPicPr>
        <p:blipFill>
          <a:blip r:embed="rId39"/>
          <a:stretch>
            <a:fillRect/>
          </a:stretch>
        </p:blipFill>
        <p:spPr>
          <a:xfrm>
            <a:off x="9926021" y="424087"/>
            <a:ext cx="502495" cy="477704"/>
          </a:xfrm>
          <a:prstGeom prst="rect">
            <a:avLst/>
          </a:prstGeom>
        </p:spPr>
      </p:pic>
    </p:spTree>
    <p:extLst>
      <p:ext uri="{BB962C8B-B14F-4D97-AF65-F5344CB8AC3E}">
        <p14:creationId xmlns:p14="http://schemas.microsoft.com/office/powerpoint/2010/main" val="180822757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Lst>
  <p:hf hdr="0"/>
  <p:txStyles>
    <p:titleStyle>
      <a:lvl1pPr algn="l" defTabSz="914377" rtl="0" eaLnBrk="1" latinLnBrk="0" hangingPunct="1">
        <a:lnSpc>
          <a:spcPct val="90000"/>
        </a:lnSpc>
        <a:spcBef>
          <a:spcPct val="0"/>
        </a:spcBef>
        <a:buNone/>
        <a:defRPr sz="3200" kern="1200" cap="all" baseline="0">
          <a:solidFill>
            <a:schemeClr val="tx1"/>
          </a:solidFill>
          <a:latin typeface="+mj-lt"/>
          <a:ea typeface="+mj-ea"/>
          <a:cs typeface="+mj-cs"/>
        </a:defRPr>
      </a:lvl1pPr>
    </p:titleStyle>
    <p:bodyStyle>
      <a:lvl1pPr marL="182875" indent="-182875" algn="l" defTabSz="914377" rtl="0" eaLnBrk="1" latinLnBrk="0" hangingPunct="1">
        <a:lnSpc>
          <a:spcPct val="95000"/>
        </a:lnSpc>
        <a:spcBef>
          <a:spcPts val="1000"/>
        </a:spcBef>
        <a:buFont typeface="Arial" panose="020B0604020202020204" pitchFamily="34" charset="0"/>
        <a:buChar char="▪"/>
        <a:defRPr sz="2400" kern="1200">
          <a:solidFill>
            <a:schemeClr val="tx1"/>
          </a:solidFill>
          <a:latin typeface="+mn-lt"/>
          <a:ea typeface="+mn-ea"/>
          <a:cs typeface="+mn-cs"/>
        </a:defRPr>
      </a:lvl1pPr>
      <a:lvl2pPr marL="365751" indent="-182875" algn="l" defTabSz="914377" rtl="0" eaLnBrk="1" latinLnBrk="0" hangingPunct="1">
        <a:lnSpc>
          <a:spcPct val="95000"/>
        </a:lnSpc>
        <a:spcBef>
          <a:spcPts val="500"/>
        </a:spcBef>
        <a:buFont typeface="Arial" panose="020B0604020202020204" pitchFamily="34" charset="0"/>
        <a:buChar char="–"/>
        <a:defRPr sz="2133" kern="1200">
          <a:solidFill>
            <a:schemeClr val="tx1"/>
          </a:solidFill>
          <a:latin typeface="+mn-lt"/>
          <a:ea typeface="+mn-ea"/>
          <a:cs typeface="+mn-cs"/>
        </a:defRPr>
      </a:lvl2pPr>
      <a:lvl3pPr marL="548626" indent="-182875" algn="l" defTabSz="914377" rtl="0" eaLnBrk="1" latinLnBrk="0" hangingPunct="1">
        <a:lnSpc>
          <a:spcPct val="95000"/>
        </a:lnSpc>
        <a:spcBef>
          <a:spcPts val="500"/>
        </a:spcBef>
        <a:buFont typeface="Arial" panose="020B0604020202020204" pitchFamily="34" charset="0"/>
        <a:buChar char="–"/>
        <a:defRPr sz="1867" kern="1200">
          <a:solidFill>
            <a:schemeClr val="tx1"/>
          </a:solidFill>
          <a:latin typeface="+mn-lt"/>
          <a:ea typeface="+mn-ea"/>
          <a:cs typeface="+mn-cs"/>
        </a:defRPr>
      </a:lvl3pPr>
      <a:lvl4pPr marL="731502"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4pPr>
      <a:lvl5pPr marL="914377"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5pPr>
      <a:lvl6pPr marL="109725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6pPr>
      <a:lvl7pPr marL="1280128"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7pPr>
      <a:lvl8pPr marL="1463003"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8pPr>
      <a:lvl9pPr marL="1645879" indent="-182875" algn="l" defTabSz="914377" rtl="0" eaLnBrk="1" latinLnBrk="0" hangingPunct="1">
        <a:lnSpc>
          <a:spcPct val="95000"/>
        </a:lnSpc>
        <a:spcBef>
          <a:spcPts val="500"/>
        </a:spcBef>
        <a:buFont typeface="Arial" panose="020B0604020202020204" pitchFamily="34" charset="0"/>
        <a:buChar char="–"/>
        <a:defRPr sz="1700" kern="1200">
          <a:solidFill>
            <a:schemeClr val="tx1"/>
          </a:solidFill>
          <a:latin typeface="+mn-lt"/>
          <a:ea typeface="+mn-ea"/>
          <a:cs typeface="+mn-cs"/>
        </a:defRPr>
      </a:lvl9pPr>
    </p:bodyStyle>
    <p:otherStyle>
      <a:defPPr>
        <a:defRPr lang="en-US"/>
      </a:defPPr>
      <a:lvl1pPr marL="0" algn="l" defTabSz="914377" rtl="0" eaLnBrk="1" latinLnBrk="0" hangingPunct="1">
        <a:defRPr sz="1700" kern="1200">
          <a:solidFill>
            <a:schemeClr val="tx1"/>
          </a:solidFill>
          <a:latin typeface="+mn-lt"/>
          <a:ea typeface="+mn-ea"/>
          <a:cs typeface="+mn-cs"/>
        </a:defRPr>
      </a:lvl1pPr>
      <a:lvl2pPr marL="457189" algn="l" defTabSz="914377" rtl="0" eaLnBrk="1" latinLnBrk="0" hangingPunct="1">
        <a:defRPr sz="1700" kern="1200">
          <a:solidFill>
            <a:schemeClr val="tx1"/>
          </a:solidFill>
          <a:latin typeface="+mn-lt"/>
          <a:ea typeface="+mn-ea"/>
          <a:cs typeface="+mn-cs"/>
        </a:defRPr>
      </a:lvl2pPr>
      <a:lvl3pPr marL="914377" algn="l" defTabSz="914377" rtl="0" eaLnBrk="1" latinLnBrk="0" hangingPunct="1">
        <a:defRPr sz="1700" kern="1200">
          <a:solidFill>
            <a:schemeClr val="tx1"/>
          </a:solidFill>
          <a:latin typeface="+mn-lt"/>
          <a:ea typeface="+mn-ea"/>
          <a:cs typeface="+mn-cs"/>
        </a:defRPr>
      </a:lvl3pPr>
      <a:lvl4pPr marL="1371566" algn="l" defTabSz="914377" rtl="0" eaLnBrk="1" latinLnBrk="0" hangingPunct="1">
        <a:defRPr sz="1700" kern="1200">
          <a:solidFill>
            <a:schemeClr val="tx1"/>
          </a:solidFill>
          <a:latin typeface="+mn-lt"/>
          <a:ea typeface="+mn-ea"/>
          <a:cs typeface="+mn-cs"/>
        </a:defRPr>
      </a:lvl4pPr>
      <a:lvl5pPr marL="1828754" algn="l" defTabSz="914377" rtl="0" eaLnBrk="1" latinLnBrk="0" hangingPunct="1">
        <a:defRPr sz="1700" kern="1200">
          <a:solidFill>
            <a:schemeClr val="tx1"/>
          </a:solidFill>
          <a:latin typeface="+mn-lt"/>
          <a:ea typeface="+mn-ea"/>
          <a:cs typeface="+mn-cs"/>
        </a:defRPr>
      </a:lvl5pPr>
      <a:lvl6pPr marL="2285943" algn="l" defTabSz="914377" rtl="0" eaLnBrk="1" latinLnBrk="0" hangingPunct="1">
        <a:defRPr sz="1700" kern="1200">
          <a:solidFill>
            <a:schemeClr val="tx1"/>
          </a:solidFill>
          <a:latin typeface="+mn-lt"/>
          <a:ea typeface="+mn-ea"/>
          <a:cs typeface="+mn-cs"/>
        </a:defRPr>
      </a:lvl6pPr>
      <a:lvl7pPr marL="2743131" algn="l" defTabSz="914377" rtl="0" eaLnBrk="1" latinLnBrk="0" hangingPunct="1">
        <a:defRPr sz="1700" kern="1200">
          <a:solidFill>
            <a:schemeClr val="tx1"/>
          </a:solidFill>
          <a:latin typeface="+mn-lt"/>
          <a:ea typeface="+mn-ea"/>
          <a:cs typeface="+mn-cs"/>
        </a:defRPr>
      </a:lvl7pPr>
      <a:lvl8pPr marL="3200320" algn="l" defTabSz="914377" rtl="0" eaLnBrk="1" latinLnBrk="0" hangingPunct="1">
        <a:defRPr sz="1700" kern="1200">
          <a:solidFill>
            <a:schemeClr val="tx1"/>
          </a:solidFill>
          <a:latin typeface="+mn-lt"/>
          <a:ea typeface="+mn-ea"/>
          <a:cs typeface="+mn-cs"/>
        </a:defRPr>
      </a:lvl8pPr>
      <a:lvl9pPr marL="3657509" algn="l" defTabSz="914377" rtl="0" eaLnBrk="1" latinLnBrk="0" hangingPunct="1">
        <a:defRPr sz="17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59">
          <p15:clr>
            <a:srgbClr val="F26B43"/>
          </p15:clr>
        </p15:guide>
        <p15:guide id="2" pos="345">
          <p15:clr>
            <a:srgbClr val="F26B43"/>
          </p15:clr>
        </p15:guide>
        <p15:guide id="3" pos="7335">
          <p15:clr>
            <a:srgbClr val="F26B43"/>
          </p15:clr>
        </p15:guide>
        <p15:guide id="4" orient="horz" pos="4061">
          <p15:clr>
            <a:srgbClr val="F26B43"/>
          </p15:clr>
        </p15:guide>
        <p15:guide id="6" pos="1018">
          <p15:clr>
            <a:srgbClr val="A4A3A4"/>
          </p15:clr>
        </p15:guide>
        <p15:guide id="7" pos="1248">
          <p15:clr>
            <a:srgbClr val="A4A3A4"/>
          </p15:clr>
        </p15:guide>
        <p15:guide id="8" pos="2148">
          <p15:clr>
            <a:srgbClr val="A4A3A4"/>
          </p15:clr>
        </p15:guide>
        <p15:guide id="9" pos="3052">
          <p15:clr>
            <a:srgbClr val="A4A3A4"/>
          </p15:clr>
        </p15:guide>
        <p15:guide id="10" pos="3954">
          <p15:clr>
            <a:srgbClr val="A4A3A4"/>
          </p15:clr>
        </p15:guide>
        <p15:guide id="11" pos="3724">
          <p15:clr>
            <a:srgbClr val="A4A3A4"/>
          </p15:clr>
        </p15:guide>
        <p15:guide id="12" pos="4858">
          <p15:clr>
            <a:srgbClr val="A4A3A4"/>
          </p15:clr>
        </p15:guide>
        <p15:guide id="13" pos="5784">
          <p15:clr>
            <a:srgbClr val="A4A3A4"/>
          </p15:clr>
        </p15:guide>
        <p15:guide id="14" pos="6660">
          <p15:clr>
            <a:srgbClr val="A4A3A4"/>
          </p15:clr>
        </p15:guide>
        <p15:guide id="15" pos="1920">
          <p15:clr>
            <a:srgbClr val="A4A3A4"/>
          </p15:clr>
        </p15:guide>
        <p15:guide id="16" pos="2822">
          <p15:clr>
            <a:srgbClr val="A4A3A4"/>
          </p15:clr>
        </p15:guide>
        <p15:guide id="17" pos="4626">
          <p15:clr>
            <a:srgbClr val="A4A3A4"/>
          </p15:clr>
        </p15:guide>
        <p15:guide id="18" pos="5530">
          <p15:clr>
            <a:srgbClr val="A4A3A4"/>
          </p15:clr>
        </p15:guide>
        <p15:guide id="19" pos="6434">
          <p15:clr>
            <a:srgbClr val="A4A3A4"/>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hyperlink" Target="https://docs.python-requests.org/en/latest/user/quickstart/#make-a-request" TargetMode="Externa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Text Placeholder 17">
            <a:extLst>
              <a:ext uri="{FF2B5EF4-FFF2-40B4-BE49-F238E27FC236}">
                <a16:creationId xmlns:a16="http://schemas.microsoft.com/office/drawing/2014/main" id="{65F5500D-28B8-98A1-9FED-BA7F0BF0D5C4}"/>
              </a:ext>
            </a:extLst>
          </p:cNvPr>
          <p:cNvSpPr>
            <a:spLocks noGrp="1"/>
          </p:cNvSpPr>
          <p:nvPr>
            <p:ph type="body" sz="quarter" idx="39"/>
          </p:nvPr>
        </p:nvSpPr>
        <p:spPr/>
        <p:txBody>
          <a:bodyPr/>
          <a:lstStyle/>
          <a:p>
            <a:endParaRPr lang="en-US"/>
          </a:p>
        </p:txBody>
      </p:sp>
      <p:sp>
        <p:nvSpPr>
          <p:cNvPr id="19" name="Text Placeholder 18">
            <a:extLst>
              <a:ext uri="{FF2B5EF4-FFF2-40B4-BE49-F238E27FC236}">
                <a16:creationId xmlns:a16="http://schemas.microsoft.com/office/drawing/2014/main" id="{936C4D34-CD8C-75DC-2CBA-33E832AD85C3}"/>
              </a:ext>
            </a:extLst>
          </p:cNvPr>
          <p:cNvSpPr>
            <a:spLocks noGrp="1"/>
          </p:cNvSpPr>
          <p:nvPr>
            <p:ph type="body" sz="quarter" idx="40"/>
          </p:nvPr>
        </p:nvSpPr>
        <p:spPr/>
        <p:txBody>
          <a:bodyPr/>
          <a:lstStyle/>
          <a:p>
            <a:endParaRPr lang="en-US"/>
          </a:p>
        </p:txBody>
      </p:sp>
      <p:sp>
        <p:nvSpPr>
          <p:cNvPr id="20" name="Text Placeholder 19">
            <a:extLst>
              <a:ext uri="{FF2B5EF4-FFF2-40B4-BE49-F238E27FC236}">
                <a16:creationId xmlns:a16="http://schemas.microsoft.com/office/drawing/2014/main" id="{E2AAC86D-9609-47C1-E663-FD838EC7210C}"/>
              </a:ext>
            </a:extLst>
          </p:cNvPr>
          <p:cNvSpPr>
            <a:spLocks noGrp="1"/>
          </p:cNvSpPr>
          <p:nvPr>
            <p:ph type="body" sz="quarter" idx="41"/>
          </p:nvPr>
        </p:nvSpPr>
        <p:spPr/>
        <p:txBody>
          <a:bodyPr/>
          <a:lstStyle/>
          <a:p>
            <a:endParaRPr lang="en-US"/>
          </a:p>
        </p:txBody>
      </p:sp>
      <p:sp>
        <p:nvSpPr>
          <p:cNvPr id="21" name="Text Placeholder 20">
            <a:extLst>
              <a:ext uri="{FF2B5EF4-FFF2-40B4-BE49-F238E27FC236}">
                <a16:creationId xmlns:a16="http://schemas.microsoft.com/office/drawing/2014/main" id="{F2A125FC-6ED4-CDE1-B776-A12BC62A8157}"/>
              </a:ext>
            </a:extLst>
          </p:cNvPr>
          <p:cNvSpPr>
            <a:spLocks noGrp="1"/>
          </p:cNvSpPr>
          <p:nvPr>
            <p:ph type="body" sz="quarter" idx="42"/>
          </p:nvPr>
        </p:nvSpPr>
        <p:spPr/>
        <p:txBody>
          <a:bodyPr/>
          <a:lstStyle/>
          <a:p>
            <a:endParaRPr lang="en-US"/>
          </a:p>
        </p:txBody>
      </p:sp>
      <p:sp>
        <p:nvSpPr>
          <p:cNvPr id="22" name="Text Placeholder 21">
            <a:extLst>
              <a:ext uri="{FF2B5EF4-FFF2-40B4-BE49-F238E27FC236}">
                <a16:creationId xmlns:a16="http://schemas.microsoft.com/office/drawing/2014/main" id="{B226ACE9-22F2-431A-34BB-DB6AB5EDCAEC}"/>
              </a:ext>
            </a:extLst>
          </p:cNvPr>
          <p:cNvSpPr>
            <a:spLocks noGrp="1"/>
          </p:cNvSpPr>
          <p:nvPr>
            <p:ph type="body" sz="quarter" idx="43"/>
          </p:nvPr>
        </p:nvSpPr>
        <p:spPr/>
        <p:txBody>
          <a:bodyPr/>
          <a:lstStyle/>
          <a:p>
            <a:endParaRPr lang="en-US"/>
          </a:p>
        </p:txBody>
      </p:sp>
      <p:sp>
        <p:nvSpPr>
          <p:cNvPr id="23" name="Text Placeholder 22">
            <a:extLst>
              <a:ext uri="{FF2B5EF4-FFF2-40B4-BE49-F238E27FC236}">
                <a16:creationId xmlns:a16="http://schemas.microsoft.com/office/drawing/2014/main" id="{ED1E44F9-3FA8-78D7-C7D8-6CE1576D5406}"/>
              </a:ext>
            </a:extLst>
          </p:cNvPr>
          <p:cNvSpPr>
            <a:spLocks noGrp="1"/>
          </p:cNvSpPr>
          <p:nvPr>
            <p:ph type="body" sz="quarter" idx="44"/>
          </p:nvPr>
        </p:nvSpPr>
        <p:spPr/>
        <p:txBody>
          <a:bodyPr/>
          <a:lstStyle/>
          <a:p>
            <a:endParaRPr lang="en-US"/>
          </a:p>
        </p:txBody>
      </p:sp>
      <p:sp>
        <p:nvSpPr>
          <p:cNvPr id="24" name="Text Placeholder 23">
            <a:extLst>
              <a:ext uri="{FF2B5EF4-FFF2-40B4-BE49-F238E27FC236}">
                <a16:creationId xmlns:a16="http://schemas.microsoft.com/office/drawing/2014/main" id="{8D5CF151-77B1-3CA0-4D12-98B22EB40794}"/>
              </a:ext>
            </a:extLst>
          </p:cNvPr>
          <p:cNvSpPr>
            <a:spLocks noGrp="1"/>
          </p:cNvSpPr>
          <p:nvPr>
            <p:ph type="body" sz="quarter" idx="45"/>
          </p:nvPr>
        </p:nvSpPr>
        <p:spPr/>
        <p:txBody>
          <a:bodyPr/>
          <a:lstStyle/>
          <a:p>
            <a:endParaRPr lang="en-US"/>
          </a:p>
        </p:txBody>
      </p:sp>
      <p:sp>
        <p:nvSpPr>
          <p:cNvPr id="25" name="Text Placeholder 24">
            <a:extLst>
              <a:ext uri="{FF2B5EF4-FFF2-40B4-BE49-F238E27FC236}">
                <a16:creationId xmlns:a16="http://schemas.microsoft.com/office/drawing/2014/main" id="{0743D0EB-7A13-782C-85D4-F6C964AC1F72}"/>
              </a:ext>
            </a:extLst>
          </p:cNvPr>
          <p:cNvSpPr>
            <a:spLocks noGrp="1"/>
          </p:cNvSpPr>
          <p:nvPr>
            <p:ph type="body" sz="quarter" idx="46"/>
          </p:nvPr>
        </p:nvSpPr>
        <p:spPr/>
        <p:txBody>
          <a:bodyPr/>
          <a:lstStyle/>
          <a:p>
            <a:endParaRPr lang="en-US"/>
          </a:p>
        </p:txBody>
      </p:sp>
      <p:sp>
        <p:nvSpPr>
          <p:cNvPr id="26" name="Text Placeholder 25">
            <a:extLst>
              <a:ext uri="{FF2B5EF4-FFF2-40B4-BE49-F238E27FC236}">
                <a16:creationId xmlns:a16="http://schemas.microsoft.com/office/drawing/2014/main" id="{7AF48BE3-7874-1456-5CF8-B69DBF29CA5A}"/>
              </a:ext>
            </a:extLst>
          </p:cNvPr>
          <p:cNvSpPr>
            <a:spLocks noGrp="1"/>
          </p:cNvSpPr>
          <p:nvPr>
            <p:ph type="body" sz="quarter" idx="47"/>
          </p:nvPr>
        </p:nvSpPr>
        <p:spPr/>
        <p:txBody>
          <a:bodyPr/>
          <a:lstStyle/>
          <a:p>
            <a:endParaRPr lang="en-US"/>
          </a:p>
        </p:txBody>
      </p:sp>
      <p:sp>
        <p:nvSpPr>
          <p:cNvPr id="27" name="Text Placeholder 26">
            <a:extLst>
              <a:ext uri="{FF2B5EF4-FFF2-40B4-BE49-F238E27FC236}">
                <a16:creationId xmlns:a16="http://schemas.microsoft.com/office/drawing/2014/main" id="{C00515FB-3BF3-47C8-7B16-8144A9949831}"/>
              </a:ext>
            </a:extLst>
          </p:cNvPr>
          <p:cNvSpPr>
            <a:spLocks noGrp="1"/>
          </p:cNvSpPr>
          <p:nvPr>
            <p:ph type="body" sz="quarter" idx="48"/>
          </p:nvPr>
        </p:nvSpPr>
        <p:spPr/>
        <p:txBody>
          <a:bodyPr/>
          <a:lstStyle/>
          <a:p>
            <a:endParaRPr lang="en-US"/>
          </a:p>
        </p:txBody>
      </p:sp>
      <p:sp>
        <p:nvSpPr>
          <p:cNvPr id="2" name="Title 1">
            <a:extLst>
              <a:ext uri="{FF2B5EF4-FFF2-40B4-BE49-F238E27FC236}">
                <a16:creationId xmlns:a16="http://schemas.microsoft.com/office/drawing/2014/main" id="{13F81ACD-6120-D6F0-670E-BB0ECB337F17}"/>
              </a:ext>
            </a:extLst>
          </p:cNvPr>
          <p:cNvSpPr>
            <a:spLocks noGrp="1"/>
          </p:cNvSpPr>
          <p:nvPr>
            <p:ph type="ctrTitle"/>
          </p:nvPr>
        </p:nvSpPr>
        <p:spPr>
          <a:xfrm>
            <a:off x="914401" y="2202820"/>
            <a:ext cx="6429375" cy="1325880"/>
          </a:xfrm>
        </p:spPr>
        <p:txBody>
          <a:bodyPr/>
          <a:lstStyle/>
          <a:p>
            <a:r>
              <a:rPr lang="en-US" dirty="0"/>
              <a:t>HTTP and APIs</a:t>
            </a:r>
          </a:p>
        </p:txBody>
      </p:sp>
      <p:sp>
        <p:nvSpPr>
          <p:cNvPr id="3" name="Subtitle 2">
            <a:extLst>
              <a:ext uri="{FF2B5EF4-FFF2-40B4-BE49-F238E27FC236}">
                <a16:creationId xmlns:a16="http://schemas.microsoft.com/office/drawing/2014/main" id="{BA03A6A7-B911-5528-D8B0-F857E7157562}"/>
              </a:ext>
            </a:extLst>
          </p:cNvPr>
          <p:cNvSpPr>
            <a:spLocks noGrp="1"/>
          </p:cNvSpPr>
          <p:nvPr>
            <p:ph type="subTitle" idx="1"/>
          </p:nvPr>
        </p:nvSpPr>
        <p:spPr>
          <a:xfrm>
            <a:off x="914402" y="3784732"/>
            <a:ext cx="3565524" cy="457200"/>
          </a:xfrm>
        </p:spPr>
        <p:txBody>
          <a:bodyPr/>
          <a:lstStyle/>
          <a:p>
            <a:r>
              <a:rPr lang="en-US" dirty="0"/>
              <a:t>AI2C Techs</a:t>
            </a:r>
          </a:p>
        </p:txBody>
      </p:sp>
      <p:sp>
        <p:nvSpPr>
          <p:cNvPr id="17" name="Text Placeholder 16">
            <a:extLst>
              <a:ext uri="{FF2B5EF4-FFF2-40B4-BE49-F238E27FC236}">
                <a16:creationId xmlns:a16="http://schemas.microsoft.com/office/drawing/2014/main" id="{B9C74AF3-C000-6F58-2776-39AB768B00A6}"/>
              </a:ext>
            </a:extLst>
          </p:cNvPr>
          <p:cNvSpPr>
            <a:spLocks noGrp="1"/>
          </p:cNvSpPr>
          <p:nvPr>
            <p:ph type="body" sz="quarter" idx="10"/>
          </p:nvPr>
        </p:nvSpPr>
        <p:spPr/>
        <p:txBody>
          <a:bodyPr/>
          <a:lstStyle/>
          <a:p>
            <a:endParaRPr lang="en-US"/>
          </a:p>
        </p:txBody>
      </p:sp>
    </p:spTree>
    <p:extLst>
      <p:ext uri="{BB962C8B-B14F-4D97-AF65-F5344CB8AC3E}">
        <p14:creationId xmlns:p14="http://schemas.microsoft.com/office/powerpoint/2010/main" val="40512282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CE610B-6F88-D983-B674-135072AE0D00}"/>
              </a:ext>
            </a:extLst>
          </p:cNvPr>
          <p:cNvSpPr>
            <a:spLocks noGrp="1"/>
          </p:cNvSpPr>
          <p:nvPr>
            <p:ph type="title"/>
          </p:nvPr>
        </p:nvSpPr>
        <p:spPr/>
        <p:txBody>
          <a:bodyPr/>
          <a:lstStyle/>
          <a:p>
            <a:r>
              <a:rPr lang="en-US" dirty="0" err="1"/>
              <a:t>HyperText</a:t>
            </a:r>
            <a:r>
              <a:rPr lang="en-US" dirty="0"/>
              <a:t> Transfer Protocol</a:t>
            </a:r>
          </a:p>
        </p:txBody>
      </p:sp>
      <p:sp>
        <p:nvSpPr>
          <p:cNvPr id="4" name="Content Placeholder 3">
            <a:extLst>
              <a:ext uri="{FF2B5EF4-FFF2-40B4-BE49-F238E27FC236}">
                <a16:creationId xmlns:a16="http://schemas.microsoft.com/office/drawing/2014/main" id="{86702865-14F7-75BA-971C-7F030292EED0}"/>
              </a:ext>
            </a:extLst>
          </p:cNvPr>
          <p:cNvSpPr>
            <a:spLocks noGrp="1"/>
          </p:cNvSpPr>
          <p:nvPr>
            <p:ph idx="1"/>
          </p:nvPr>
        </p:nvSpPr>
        <p:spPr/>
        <p:txBody>
          <a:bodyPr>
            <a:normAutofit/>
          </a:bodyPr>
          <a:lstStyle/>
          <a:p>
            <a:r>
              <a:rPr lang="en-US" dirty="0"/>
              <a:t>Specified in RFC 1945 (May 1996!)</a:t>
            </a:r>
          </a:p>
          <a:p>
            <a:r>
              <a:rPr lang="en-US" dirty="0"/>
              <a:t>Consists of clients, servers, requests, and responses</a:t>
            </a:r>
          </a:p>
          <a:p>
            <a:endParaRPr lang="en-US" dirty="0"/>
          </a:p>
          <a:p>
            <a:endParaRPr lang="en-US" dirty="0"/>
          </a:p>
          <a:p>
            <a:endParaRPr lang="en-US" dirty="0"/>
          </a:p>
          <a:p>
            <a:r>
              <a:rPr lang="en-US" dirty="0"/>
              <a:t>Improvements and modifications over time</a:t>
            </a:r>
          </a:p>
        </p:txBody>
      </p:sp>
    </p:spTree>
    <p:extLst>
      <p:ext uri="{BB962C8B-B14F-4D97-AF65-F5344CB8AC3E}">
        <p14:creationId xmlns:p14="http://schemas.microsoft.com/office/powerpoint/2010/main" val="370855087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3DFBA4-0899-E93F-4542-EB3DD0EC6E77}"/>
              </a:ext>
            </a:extLst>
          </p:cNvPr>
          <p:cNvSpPr>
            <a:spLocks noGrp="1"/>
          </p:cNvSpPr>
          <p:nvPr>
            <p:ph type="title"/>
          </p:nvPr>
        </p:nvSpPr>
        <p:spPr>
          <a:xfrm>
            <a:off x="548640" y="411481"/>
            <a:ext cx="8231293" cy="914400"/>
          </a:xfrm>
        </p:spPr>
        <p:txBody>
          <a:bodyPr/>
          <a:lstStyle/>
          <a:p>
            <a:r>
              <a:rPr lang="en-US" dirty="0"/>
              <a:t>The HTTP Protocol: Rules</a:t>
            </a:r>
          </a:p>
        </p:txBody>
      </p:sp>
      <p:sp>
        <p:nvSpPr>
          <p:cNvPr id="6" name="Content Placeholder 5">
            <a:extLst>
              <a:ext uri="{FF2B5EF4-FFF2-40B4-BE49-F238E27FC236}">
                <a16:creationId xmlns:a16="http://schemas.microsoft.com/office/drawing/2014/main" id="{745EF396-9221-44E1-86A4-5D17C59D303F}"/>
              </a:ext>
            </a:extLst>
          </p:cNvPr>
          <p:cNvSpPr>
            <a:spLocks noGrp="1"/>
          </p:cNvSpPr>
          <p:nvPr>
            <p:ph idx="1"/>
          </p:nvPr>
        </p:nvSpPr>
        <p:spPr>
          <a:xfrm>
            <a:off x="548640" y="1600199"/>
            <a:ext cx="11024925" cy="4572000"/>
          </a:xfrm>
        </p:spPr>
        <p:txBody>
          <a:bodyPr/>
          <a:lstStyle/>
          <a:p>
            <a:r>
              <a:rPr lang="en-US" dirty="0"/>
              <a:t>Client (i.e., browser) always initiates</a:t>
            </a:r>
          </a:p>
          <a:p>
            <a:r>
              <a:rPr lang="en-US" dirty="0"/>
              <a:t>Server responds, is always listening</a:t>
            </a:r>
          </a:p>
          <a:p>
            <a:r>
              <a:rPr lang="en-US" dirty="0"/>
              <a:t>One request, one response: Each HTTP exchange is complete</a:t>
            </a:r>
          </a:p>
          <a:p>
            <a:r>
              <a:rPr lang="en-US" dirty="0"/>
              <a:t>Stateless: Server doesn't remember previous requests (hence cookies needed)</a:t>
            </a:r>
          </a:p>
        </p:txBody>
      </p:sp>
      <p:sp>
        <p:nvSpPr>
          <p:cNvPr id="5" name="Footer Placeholder 4">
            <a:extLst>
              <a:ext uri="{FF2B5EF4-FFF2-40B4-BE49-F238E27FC236}">
                <a16:creationId xmlns:a16="http://schemas.microsoft.com/office/drawing/2014/main" id="{DB13F2E3-E2EB-EEAA-C805-29B02A2DE485}"/>
              </a:ext>
            </a:extLst>
          </p:cNvPr>
          <p:cNvSpPr>
            <a:spLocks noGrp="1"/>
          </p:cNvSpPr>
          <p:nvPr>
            <p:ph type="dt" sz="half" idx="10"/>
          </p:nvPr>
        </p:nvSpPr>
        <p:spPr>
          <a:xfrm>
            <a:off x="548640" y="6629400"/>
            <a:ext cx="822960" cy="228600"/>
          </a:xfrm>
        </p:spPr>
        <p:txBody>
          <a:bodyPr/>
          <a:lstStyle/>
          <a:p>
            <a:r>
              <a:rPr lang="en-US"/>
              <a:t>CY350: Computer Networks</a:t>
            </a:r>
            <a:endParaRPr lang="en-US" dirty="0"/>
          </a:p>
        </p:txBody>
      </p:sp>
      <p:sp>
        <p:nvSpPr>
          <p:cNvPr id="3" name="Date Placeholder 2">
            <a:extLst>
              <a:ext uri="{FF2B5EF4-FFF2-40B4-BE49-F238E27FC236}">
                <a16:creationId xmlns:a16="http://schemas.microsoft.com/office/drawing/2014/main" id="{25C6F924-DC1E-8F05-FCA3-DFE1F561E22E}"/>
              </a:ext>
            </a:extLst>
          </p:cNvPr>
          <p:cNvSpPr>
            <a:spLocks noGrp="1"/>
          </p:cNvSpPr>
          <p:nvPr>
            <p:ph type="sldNum" sz="quarter" idx="11"/>
          </p:nvPr>
        </p:nvSpPr>
        <p:spPr>
          <a:xfrm>
            <a:off x="11245104" y="6629400"/>
            <a:ext cx="399211" cy="228600"/>
          </a:xfrm>
        </p:spPr>
        <p:txBody>
          <a:bodyPr/>
          <a:lstStyle/>
          <a:p>
            <a:endParaRPr lang="en-US"/>
          </a:p>
        </p:txBody>
      </p:sp>
      <p:sp>
        <p:nvSpPr>
          <p:cNvPr id="4" name="Slide Number Placeholder 3">
            <a:extLst>
              <a:ext uri="{FF2B5EF4-FFF2-40B4-BE49-F238E27FC236}">
                <a16:creationId xmlns:a16="http://schemas.microsoft.com/office/drawing/2014/main" id="{C0D5835E-E76F-CE56-A9F3-246210D46B51}"/>
              </a:ext>
            </a:extLst>
          </p:cNvPr>
          <p:cNvSpPr>
            <a:spLocks noGrp="1"/>
          </p:cNvSpPr>
          <p:nvPr>
            <p:ph type="ftr" sz="quarter" idx="4294967295"/>
          </p:nvPr>
        </p:nvSpPr>
        <p:spPr>
          <a:xfrm>
            <a:off x="0" y="6356350"/>
            <a:ext cx="4114800" cy="365125"/>
          </a:xfrm>
          <a:prstGeom prst="rect">
            <a:avLst/>
          </a:prstGeom>
        </p:spPr>
        <p:txBody>
          <a:bodyPr/>
          <a:lstStyle/>
          <a:p>
            <a:fld id="{BE432D27-6A75-4E94-935C-DB475393A8B5}" type="slidenum">
              <a:rPr lang="en-US" smtClean="0"/>
              <a:pPr/>
              <a:t>3</a:t>
            </a:fld>
            <a:endParaRPr lang="en-US"/>
          </a:p>
        </p:txBody>
      </p:sp>
    </p:spTree>
    <p:extLst>
      <p:ext uri="{BB962C8B-B14F-4D97-AF65-F5344CB8AC3E}">
        <p14:creationId xmlns:p14="http://schemas.microsoft.com/office/powerpoint/2010/main" val="35326791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1FE45E-C85E-B620-26D8-24A63C4E8770}"/>
              </a:ext>
            </a:extLst>
          </p:cNvPr>
          <p:cNvSpPr>
            <a:spLocks noGrp="1"/>
          </p:cNvSpPr>
          <p:nvPr>
            <p:ph type="title"/>
          </p:nvPr>
        </p:nvSpPr>
        <p:spPr>
          <a:xfrm>
            <a:off x="839788" y="365125"/>
            <a:ext cx="10515600" cy="1325563"/>
          </a:xfrm>
        </p:spPr>
        <p:txBody>
          <a:bodyPr/>
          <a:lstStyle/>
          <a:p>
            <a:r>
              <a:rPr lang="en-US" dirty="0"/>
              <a:t>Examples</a:t>
            </a:r>
          </a:p>
        </p:txBody>
      </p:sp>
      <p:sp>
        <p:nvSpPr>
          <p:cNvPr id="5" name="Text Placeholder 4">
            <a:extLst>
              <a:ext uri="{FF2B5EF4-FFF2-40B4-BE49-F238E27FC236}">
                <a16:creationId xmlns:a16="http://schemas.microsoft.com/office/drawing/2014/main" id="{17D52994-45D3-B643-C17D-36AA72A9EE75}"/>
              </a:ext>
            </a:extLst>
          </p:cNvPr>
          <p:cNvSpPr>
            <a:spLocks noGrp="1"/>
          </p:cNvSpPr>
          <p:nvPr>
            <p:ph type="body" idx="1"/>
          </p:nvPr>
        </p:nvSpPr>
        <p:spPr>
          <a:xfrm>
            <a:off x="839788" y="1681163"/>
            <a:ext cx="5157787" cy="823912"/>
          </a:xfrm>
        </p:spPr>
        <p:txBody>
          <a:bodyPr/>
          <a:lstStyle/>
          <a:p>
            <a:r>
              <a:rPr lang="en-US" dirty="0"/>
              <a:t>Request</a:t>
            </a:r>
          </a:p>
        </p:txBody>
      </p:sp>
      <p:sp>
        <p:nvSpPr>
          <p:cNvPr id="6" name="Content Placeholder 5">
            <a:extLst>
              <a:ext uri="{FF2B5EF4-FFF2-40B4-BE49-F238E27FC236}">
                <a16:creationId xmlns:a16="http://schemas.microsoft.com/office/drawing/2014/main" id="{8475756D-21F1-034B-8FD3-FA2291E62496}"/>
              </a:ext>
            </a:extLst>
          </p:cNvPr>
          <p:cNvSpPr>
            <a:spLocks noGrp="1"/>
          </p:cNvSpPr>
          <p:nvPr>
            <p:ph sz="half" idx="2"/>
          </p:nvPr>
        </p:nvSpPr>
        <p:spPr>
          <a:xfrm>
            <a:off x="839788" y="2505075"/>
            <a:ext cx="5157787" cy="3684588"/>
          </a:xfrm>
        </p:spPr>
        <p:txBody>
          <a:bodyPr>
            <a:normAutofit/>
          </a:bodyPr>
          <a:lstStyle/>
          <a:p>
            <a:pPr marL="0" indent="0">
              <a:buNone/>
            </a:pPr>
            <a:r>
              <a:rPr lang="en-US" dirty="0"/>
              <a:t>GET /test HTTP/1.1\r\n</a:t>
            </a:r>
          </a:p>
          <a:p>
            <a:pPr marL="0" indent="0">
              <a:buNone/>
            </a:pPr>
            <a:r>
              <a:rPr lang="en-US" dirty="0"/>
              <a:t>Host: example.com\r\n</a:t>
            </a:r>
          </a:p>
          <a:p>
            <a:pPr marL="0" indent="0">
              <a:buNone/>
            </a:pPr>
            <a:r>
              <a:rPr lang="en-US" dirty="0"/>
              <a:t>Accept: */*\r\n</a:t>
            </a:r>
          </a:p>
          <a:p>
            <a:pPr marL="0" indent="0">
              <a:buNone/>
            </a:pPr>
            <a:r>
              <a:rPr lang="en-US" dirty="0"/>
              <a:t>\r\n</a:t>
            </a:r>
          </a:p>
          <a:p>
            <a:pPr marL="0" indent="0">
              <a:buNone/>
            </a:pPr>
            <a:r>
              <a:rPr lang="en-US" dirty="0"/>
              <a:t>{"param"="hello"}\r\n</a:t>
            </a:r>
          </a:p>
        </p:txBody>
      </p:sp>
      <p:sp>
        <p:nvSpPr>
          <p:cNvPr id="7" name="Text Placeholder 6">
            <a:extLst>
              <a:ext uri="{FF2B5EF4-FFF2-40B4-BE49-F238E27FC236}">
                <a16:creationId xmlns:a16="http://schemas.microsoft.com/office/drawing/2014/main" id="{9CD86912-9B87-13C6-250E-926BC57C5943}"/>
              </a:ext>
            </a:extLst>
          </p:cNvPr>
          <p:cNvSpPr>
            <a:spLocks noGrp="1"/>
          </p:cNvSpPr>
          <p:nvPr>
            <p:ph type="body" sz="quarter" idx="3"/>
          </p:nvPr>
        </p:nvSpPr>
        <p:spPr>
          <a:xfrm>
            <a:off x="6172200" y="1681163"/>
            <a:ext cx="5183188" cy="823912"/>
          </a:xfrm>
        </p:spPr>
        <p:txBody>
          <a:bodyPr/>
          <a:lstStyle/>
          <a:p>
            <a:r>
              <a:rPr lang="en-US" dirty="0"/>
              <a:t>Response</a:t>
            </a:r>
          </a:p>
        </p:txBody>
      </p:sp>
      <p:sp>
        <p:nvSpPr>
          <p:cNvPr id="8" name="Content Placeholder 7">
            <a:extLst>
              <a:ext uri="{FF2B5EF4-FFF2-40B4-BE49-F238E27FC236}">
                <a16:creationId xmlns:a16="http://schemas.microsoft.com/office/drawing/2014/main" id="{B0EAED91-6841-39BB-9F0C-96EFB627CDF1}"/>
              </a:ext>
            </a:extLst>
          </p:cNvPr>
          <p:cNvSpPr>
            <a:spLocks noGrp="1"/>
          </p:cNvSpPr>
          <p:nvPr>
            <p:ph sz="quarter" idx="4"/>
          </p:nvPr>
        </p:nvSpPr>
        <p:spPr>
          <a:xfrm>
            <a:off x="6172200" y="2505075"/>
            <a:ext cx="5183188" cy="3684588"/>
          </a:xfrm>
        </p:spPr>
        <p:txBody>
          <a:bodyPr>
            <a:normAutofit/>
          </a:bodyPr>
          <a:lstStyle/>
          <a:p>
            <a:pPr marL="0" indent="0">
              <a:buNone/>
            </a:pPr>
            <a:r>
              <a:rPr lang="en-US" dirty="0"/>
              <a:t>HTTP/1.1 404 Not Found\r\n</a:t>
            </a:r>
          </a:p>
          <a:p>
            <a:pPr marL="0" indent="0">
              <a:buNone/>
            </a:pPr>
            <a:r>
              <a:rPr lang="en-US" dirty="0"/>
              <a:t>Server: Apache/2.0.52\r\n</a:t>
            </a:r>
          </a:p>
          <a:p>
            <a:pPr marL="0" indent="0">
              <a:buNone/>
            </a:pPr>
            <a:r>
              <a:rPr lang="en-US" dirty="0"/>
              <a:t>Accept-Ranges: bytes\r\n</a:t>
            </a:r>
          </a:p>
          <a:p>
            <a:pPr marL="0" indent="0">
              <a:buNone/>
            </a:pPr>
            <a:r>
              <a:rPr lang="en-US" dirty="0"/>
              <a:t>Content-Length: 2652\r\n</a:t>
            </a:r>
          </a:p>
          <a:p>
            <a:pPr marL="0" indent="0">
              <a:buNone/>
            </a:pPr>
            <a:r>
              <a:rPr lang="en-US" dirty="0"/>
              <a:t>Content-Type: text/html;\r\n</a:t>
            </a:r>
          </a:p>
          <a:p>
            <a:pPr marL="0" indent="0">
              <a:buNone/>
            </a:pPr>
            <a:r>
              <a:rPr lang="en-US" dirty="0"/>
              <a:t>\r\n</a:t>
            </a:r>
          </a:p>
          <a:p>
            <a:pPr marL="0" indent="0">
              <a:buNone/>
            </a:pPr>
            <a:r>
              <a:rPr lang="en-US" dirty="0"/>
              <a:t>&lt;!doctype html&gt;&lt;html ...</a:t>
            </a:r>
          </a:p>
        </p:txBody>
      </p:sp>
      <p:sp>
        <p:nvSpPr>
          <p:cNvPr id="9" name="Rectangle 8">
            <a:extLst>
              <a:ext uri="{FF2B5EF4-FFF2-40B4-BE49-F238E27FC236}">
                <a16:creationId xmlns:a16="http://schemas.microsoft.com/office/drawing/2014/main" id="{652E747B-6627-69FF-7AF7-81253B1491C7}"/>
              </a:ext>
            </a:extLst>
          </p:cNvPr>
          <p:cNvSpPr/>
          <p:nvPr/>
        </p:nvSpPr>
        <p:spPr>
          <a:xfrm>
            <a:off x="148753" y="2450034"/>
            <a:ext cx="484903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CA6B932-8A9E-CA83-7114-4BB2D6357BAD}"/>
              </a:ext>
            </a:extLst>
          </p:cNvPr>
          <p:cNvSpPr/>
          <p:nvPr/>
        </p:nvSpPr>
        <p:spPr>
          <a:xfrm>
            <a:off x="5458940" y="2450034"/>
            <a:ext cx="6267716" cy="451786"/>
          </a:xfrm>
          <a:prstGeom prst="rect">
            <a:avLst/>
          </a:prstGeom>
          <a:noFill/>
          <a:ln w="381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TextBox 10">
            <a:extLst>
              <a:ext uri="{FF2B5EF4-FFF2-40B4-BE49-F238E27FC236}">
                <a16:creationId xmlns:a16="http://schemas.microsoft.com/office/drawing/2014/main" id="{DF2487E9-A0DA-EC32-0789-D984C87B6D80}"/>
              </a:ext>
            </a:extLst>
          </p:cNvPr>
          <p:cNvSpPr txBox="1"/>
          <p:nvPr/>
        </p:nvSpPr>
        <p:spPr>
          <a:xfrm>
            <a:off x="5458940" y="243076"/>
            <a:ext cx="3734382" cy="1384995"/>
          </a:xfrm>
          <a:prstGeom prst="rect">
            <a:avLst/>
          </a:prstGeom>
          <a:noFill/>
        </p:spPr>
        <p:txBody>
          <a:bodyPr wrap="square" rtlCol="0">
            <a:spAutoFit/>
          </a:bodyPr>
          <a:lstStyle/>
          <a:p>
            <a:r>
              <a:rPr lang="en-US" sz="2800" dirty="0">
                <a:solidFill>
                  <a:schemeClr val="accent2"/>
                </a:solidFill>
              </a:rPr>
              <a:t>Line</a:t>
            </a:r>
          </a:p>
          <a:p>
            <a:r>
              <a:rPr lang="en-US" sz="2800" dirty="0">
                <a:solidFill>
                  <a:schemeClr val="accent4"/>
                </a:solidFill>
              </a:rPr>
              <a:t>Headers</a:t>
            </a:r>
          </a:p>
          <a:p>
            <a:r>
              <a:rPr lang="en-US" sz="2800" dirty="0">
                <a:solidFill>
                  <a:schemeClr val="accent6"/>
                </a:solidFill>
              </a:rPr>
              <a:t>Body</a:t>
            </a:r>
          </a:p>
        </p:txBody>
      </p:sp>
      <p:sp>
        <p:nvSpPr>
          <p:cNvPr id="12" name="Rectangle 11">
            <a:extLst>
              <a:ext uri="{FF2B5EF4-FFF2-40B4-BE49-F238E27FC236}">
                <a16:creationId xmlns:a16="http://schemas.microsoft.com/office/drawing/2014/main" id="{D4E3EA7B-9D77-B0F1-067B-31AF0993092D}"/>
              </a:ext>
            </a:extLst>
          </p:cNvPr>
          <p:cNvSpPr/>
          <p:nvPr/>
        </p:nvSpPr>
        <p:spPr>
          <a:xfrm>
            <a:off x="148753" y="2965673"/>
            <a:ext cx="4849036" cy="88560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1DC5F60D-007E-66AF-6FF1-0FA7F7F81DD0}"/>
              </a:ext>
            </a:extLst>
          </p:cNvPr>
          <p:cNvSpPr/>
          <p:nvPr/>
        </p:nvSpPr>
        <p:spPr>
          <a:xfrm>
            <a:off x="5458940" y="2961276"/>
            <a:ext cx="6267716" cy="1804953"/>
          </a:xfrm>
          <a:prstGeom prst="rect">
            <a:avLst/>
          </a:prstGeom>
          <a:noFill/>
          <a:ln w="381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1E7A659-8B15-8C2D-9F6D-48A69DA0398F}"/>
              </a:ext>
            </a:extLst>
          </p:cNvPr>
          <p:cNvSpPr/>
          <p:nvPr/>
        </p:nvSpPr>
        <p:spPr>
          <a:xfrm>
            <a:off x="148753" y="4339541"/>
            <a:ext cx="484903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3AB2022-825F-1557-CD1D-486187F74DDF}"/>
              </a:ext>
            </a:extLst>
          </p:cNvPr>
          <p:cNvSpPr/>
          <p:nvPr/>
        </p:nvSpPr>
        <p:spPr>
          <a:xfrm>
            <a:off x="5458940" y="5315926"/>
            <a:ext cx="6267716" cy="510667"/>
          </a:xfrm>
          <a:prstGeom prst="rect">
            <a:avLst/>
          </a:prstGeom>
          <a:noFill/>
          <a:ln w="38100">
            <a:solidFill>
              <a:schemeClr val="accent6"/>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3080422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3"/>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p:bldP spid="12" grpId="0" animBg="1"/>
      <p:bldP spid="13" grpId="0" animBg="1"/>
      <p:bldP spid="14" grpId="0" animBg="1"/>
      <p:bldP spid="15"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6CACA3-FE80-8946-CC46-CB715FEB115C}"/>
              </a:ext>
            </a:extLst>
          </p:cNvPr>
          <p:cNvSpPr>
            <a:spLocks noGrp="1"/>
          </p:cNvSpPr>
          <p:nvPr>
            <p:ph type="title"/>
          </p:nvPr>
        </p:nvSpPr>
        <p:spPr>
          <a:xfrm>
            <a:off x="839788" y="365125"/>
            <a:ext cx="10515600" cy="1325563"/>
          </a:xfrm>
        </p:spPr>
        <p:txBody>
          <a:bodyPr/>
          <a:lstStyle/>
          <a:p>
            <a:r>
              <a:rPr lang="en-US" dirty="0"/>
              <a:t>Methods and Codes</a:t>
            </a:r>
          </a:p>
        </p:txBody>
      </p:sp>
      <p:sp>
        <p:nvSpPr>
          <p:cNvPr id="3" name="Text Placeholder 2">
            <a:extLst>
              <a:ext uri="{FF2B5EF4-FFF2-40B4-BE49-F238E27FC236}">
                <a16:creationId xmlns:a16="http://schemas.microsoft.com/office/drawing/2014/main" id="{0141AB30-5A23-E470-BA58-A56B1EDB6387}"/>
              </a:ext>
            </a:extLst>
          </p:cNvPr>
          <p:cNvSpPr>
            <a:spLocks noGrp="1"/>
          </p:cNvSpPr>
          <p:nvPr>
            <p:ph type="body" idx="1"/>
          </p:nvPr>
        </p:nvSpPr>
        <p:spPr>
          <a:xfrm>
            <a:off x="839787" y="449468"/>
            <a:ext cx="5157787" cy="823912"/>
          </a:xfrm>
        </p:spPr>
        <p:txBody>
          <a:bodyPr/>
          <a:lstStyle/>
          <a:p>
            <a:r>
              <a:rPr lang="en-US" dirty="0"/>
              <a:t>Request Methods</a:t>
            </a:r>
          </a:p>
        </p:txBody>
      </p:sp>
      <p:sp>
        <p:nvSpPr>
          <p:cNvPr id="4" name="Content Placeholder 3">
            <a:extLst>
              <a:ext uri="{FF2B5EF4-FFF2-40B4-BE49-F238E27FC236}">
                <a16:creationId xmlns:a16="http://schemas.microsoft.com/office/drawing/2014/main" id="{AD089FC8-7D5F-E8E5-C510-EF80D54B5BA4}"/>
              </a:ext>
            </a:extLst>
          </p:cNvPr>
          <p:cNvSpPr>
            <a:spLocks noGrp="1"/>
          </p:cNvSpPr>
          <p:nvPr>
            <p:ph sz="half" idx="2"/>
          </p:nvPr>
        </p:nvSpPr>
        <p:spPr>
          <a:xfrm>
            <a:off x="836612" y="1364354"/>
            <a:ext cx="5157787" cy="3684588"/>
          </a:xfrm>
        </p:spPr>
        <p:txBody>
          <a:bodyPr>
            <a:normAutofit/>
          </a:bodyPr>
          <a:lstStyle/>
          <a:p>
            <a:pPr marL="0" indent="0">
              <a:buNone/>
            </a:pPr>
            <a:r>
              <a:rPr lang="en-US" sz="2000" dirty="0"/>
              <a:t> Method  = "GET”;</a:t>
            </a:r>
          </a:p>
          <a:p>
            <a:pPr marL="0" indent="0">
              <a:buNone/>
            </a:pPr>
            <a:r>
              <a:rPr lang="en-US" sz="2000" dirty="0"/>
              <a:t>                | "HEAD";</a:t>
            </a:r>
          </a:p>
          <a:p>
            <a:pPr marL="0" indent="0">
              <a:buNone/>
            </a:pPr>
            <a:r>
              <a:rPr lang="en-US" sz="2000" dirty="0"/>
              <a:t>                | "POST"; </a:t>
            </a:r>
          </a:p>
          <a:p>
            <a:pPr marL="0" indent="0">
              <a:buNone/>
            </a:pPr>
            <a:r>
              <a:rPr lang="en-US" sz="2000" dirty="0"/>
              <a:t>                | extension-method</a:t>
            </a:r>
          </a:p>
        </p:txBody>
      </p:sp>
      <p:sp>
        <p:nvSpPr>
          <p:cNvPr id="5" name="Text Placeholder 4">
            <a:extLst>
              <a:ext uri="{FF2B5EF4-FFF2-40B4-BE49-F238E27FC236}">
                <a16:creationId xmlns:a16="http://schemas.microsoft.com/office/drawing/2014/main" id="{D46D43BE-7077-09FB-350A-CAED42AE5D9E}"/>
              </a:ext>
            </a:extLst>
          </p:cNvPr>
          <p:cNvSpPr>
            <a:spLocks noGrp="1"/>
          </p:cNvSpPr>
          <p:nvPr>
            <p:ph type="body" sz="quarter" idx="3"/>
          </p:nvPr>
        </p:nvSpPr>
        <p:spPr>
          <a:xfrm>
            <a:off x="6169024" y="456817"/>
            <a:ext cx="5183188" cy="823912"/>
          </a:xfrm>
        </p:spPr>
        <p:txBody>
          <a:bodyPr/>
          <a:lstStyle/>
          <a:p>
            <a:r>
              <a:rPr lang="en-US" dirty="0"/>
              <a:t>Response Status Code</a:t>
            </a:r>
          </a:p>
        </p:txBody>
      </p:sp>
      <p:sp>
        <p:nvSpPr>
          <p:cNvPr id="6" name="Content Placeholder 5">
            <a:extLst>
              <a:ext uri="{FF2B5EF4-FFF2-40B4-BE49-F238E27FC236}">
                <a16:creationId xmlns:a16="http://schemas.microsoft.com/office/drawing/2014/main" id="{3146DB02-E8A2-2CCF-D3F0-29E5A2395ACE}"/>
              </a:ext>
            </a:extLst>
          </p:cNvPr>
          <p:cNvSpPr>
            <a:spLocks noGrp="1"/>
          </p:cNvSpPr>
          <p:nvPr>
            <p:ph sz="quarter" idx="4"/>
          </p:nvPr>
        </p:nvSpPr>
        <p:spPr>
          <a:xfrm>
            <a:off x="6169024" y="1359570"/>
            <a:ext cx="6198822" cy="5367802"/>
          </a:xfrm>
        </p:spPr>
        <p:txBody>
          <a:bodyPr>
            <a:normAutofit/>
          </a:bodyPr>
          <a:lstStyle/>
          <a:p>
            <a:pPr marL="0" indent="0">
              <a:buNone/>
            </a:pPr>
            <a:r>
              <a:rPr lang="en-US" sz="1400" dirty="0"/>
              <a:t> Status-Code= "200"   ; OK</a:t>
            </a:r>
          </a:p>
          <a:p>
            <a:pPr marL="0" indent="0">
              <a:buNone/>
            </a:pPr>
            <a:r>
              <a:rPr lang="en-US" sz="1400" dirty="0"/>
              <a:t>                      | "201"   ; Created</a:t>
            </a:r>
          </a:p>
          <a:p>
            <a:pPr marL="0" indent="0">
              <a:buNone/>
            </a:pPr>
            <a:r>
              <a:rPr lang="en-US" sz="1400" dirty="0"/>
              <a:t>                      | "202"   ; Accepted</a:t>
            </a:r>
          </a:p>
          <a:p>
            <a:pPr marL="0" indent="0">
              <a:buNone/>
            </a:pPr>
            <a:r>
              <a:rPr lang="en-US" sz="1400" dirty="0"/>
              <a:t>                      | "204"   ; No Content</a:t>
            </a:r>
          </a:p>
          <a:p>
            <a:pPr marL="0" indent="0">
              <a:buNone/>
            </a:pPr>
            <a:r>
              <a:rPr lang="en-US" sz="1400" dirty="0"/>
              <a:t>                      | "301"   ; Moved Permanently</a:t>
            </a:r>
          </a:p>
          <a:p>
            <a:pPr marL="0" indent="0">
              <a:buNone/>
            </a:pPr>
            <a:r>
              <a:rPr lang="en-US" sz="1400" dirty="0"/>
              <a:t>                      | "302"   ; Moved Temporarily</a:t>
            </a:r>
          </a:p>
          <a:p>
            <a:pPr marL="0" indent="0">
              <a:buNone/>
            </a:pPr>
            <a:r>
              <a:rPr lang="en-US" sz="1400" dirty="0"/>
              <a:t>                      | "304"   ; Not Modified</a:t>
            </a:r>
          </a:p>
          <a:p>
            <a:pPr marL="0" indent="0">
              <a:buNone/>
            </a:pPr>
            <a:r>
              <a:rPr lang="en-US" sz="1400" dirty="0"/>
              <a:t>                      | "400"   ; Bad Request</a:t>
            </a:r>
          </a:p>
          <a:p>
            <a:pPr marL="0" indent="0">
              <a:buNone/>
            </a:pPr>
            <a:r>
              <a:rPr lang="en-US" sz="1400" dirty="0"/>
              <a:t>                      | "401"   ; Unauthorized</a:t>
            </a:r>
          </a:p>
          <a:p>
            <a:pPr marL="0" indent="0">
              <a:buNone/>
            </a:pPr>
            <a:r>
              <a:rPr lang="en-US" sz="1400" dirty="0"/>
              <a:t>                      | "403"   ; Forbidden</a:t>
            </a:r>
          </a:p>
          <a:p>
            <a:pPr marL="0" indent="0">
              <a:buNone/>
            </a:pPr>
            <a:r>
              <a:rPr lang="en-US" sz="1400" dirty="0"/>
              <a:t>                      | "404"   ; Not Found</a:t>
            </a:r>
          </a:p>
          <a:p>
            <a:pPr marL="0" indent="0">
              <a:buNone/>
            </a:pPr>
            <a:r>
              <a:rPr lang="en-US" sz="1400" dirty="0"/>
              <a:t>                      | "500"   ; Internal Server Error</a:t>
            </a:r>
          </a:p>
          <a:p>
            <a:pPr marL="0" indent="0">
              <a:buNone/>
            </a:pPr>
            <a:r>
              <a:rPr lang="en-US" sz="1400" dirty="0"/>
              <a:t>                      | "501"   ; Not Implemented</a:t>
            </a:r>
          </a:p>
          <a:p>
            <a:pPr marL="0" indent="0">
              <a:buNone/>
            </a:pPr>
            <a:r>
              <a:rPr lang="en-US" sz="1400" dirty="0"/>
              <a:t>                      | "502"   ; Bad Gateway</a:t>
            </a:r>
          </a:p>
          <a:p>
            <a:pPr marL="0" indent="0">
              <a:buNone/>
            </a:pPr>
            <a:r>
              <a:rPr lang="en-US" sz="1400" dirty="0"/>
              <a:t>                      | "503"   ; Service Unavailable</a:t>
            </a:r>
          </a:p>
          <a:p>
            <a:pPr marL="0" indent="0">
              <a:buNone/>
            </a:pPr>
            <a:r>
              <a:rPr lang="en-US" sz="1400" dirty="0"/>
              <a:t>                      | extension-code</a:t>
            </a:r>
          </a:p>
        </p:txBody>
      </p:sp>
      <p:sp>
        <p:nvSpPr>
          <p:cNvPr id="8" name="TextBox 7">
            <a:extLst>
              <a:ext uri="{FF2B5EF4-FFF2-40B4-BE49-F238E27FC236}">
                <a16:creationId xmlns:a16="http://schemas.microsoft.com/office/drawing/2014/main" id="{FE9412AF-9C6E-C04B-8587-D9201265E2A3}"/>
              </a:ext>
            </a:extLst>
          </p:cNvPr>
          <p:cNvSpPr txBox="1"/>
          <p:nvPr/>
        </p:nvSpPr>
        <p:spPr>
          <a:xfrm>
            <a:off x="473868" y="6358040"/>
            <a:ext cx="11047412" cy="369332"/>
          </a:xfrm>
          <a:prstGeom prst="rect">
            <a:avLst/>
          </a:prstGeom>
          <a:noFill/>
        </p:spPr>
        <p:txBody>
          <a:bodyPr wrap="square" rtlCol="0">
            <a:spAutoFit/>
          </a:bodyPr>
          <a:lstStyle/>
          <a:p>
            <a:r>
              <a:rPr lang="en-US" dirty="0"/>
              <a:t>https://developer.mozilla.org/en-US/docs/Web/HTTP/Reference/Status</a:t>
            </a:r>
          </a:p>
        </p:txBody>
      </p:sp>
    </p:spTree>
    <p:extLst>
      <p:ext uri="{BB962C8B-B14F-4D97-AF65-F5344CB8AC3E}">
        <p14:creationId xmlns:p14="http://schemas.microsoft.com/office/powerpoint/2010/main" val="154307384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5E46C3C-2508-617F-DFFD-69D8C1A562D3}"/>
              </a:ext>
            </a:extLst>
          </p:cNvPr>
          <p:cNvSpPr>
            <a:spLocks noGrp="1"/>
          </p:cNvSpPr>
          <p:nvPr>
            <p:ph type="title"/>
          </p:nvPr>
        </p:nvSpPr>
        <p:spPr>
          <a:xfrm>
            <a:off x="548640" y="411481"/>
            <a:ext cx="8231293" cy="914400"/>
          </a:xfrm>
        </p:spPr>
        <p:txBody>
          <a:bodyPr/>
          <a:lstStyle/>
          <a:p>
            <a:r>
              <a:rPr lang="en-US" dirty="0"/>
              <a:t>HTTP Tools</a:t>
            </a:r>
          </a:p>
        </p:txBody>
      </p:sp>
      <p:sp>
        <p:nvSpPr>
          <p:cNvPr id="3" name="Content Placeholder 2">
            <a:extLst>
              <a:ext uri="{FF2B5EF4-FFF2-40B4-BE49-F238E27FC236}">
                <a16:creationId xmlns:a16="http://schemas.microsoft.com/office/drawing/2014/main" id="{ABEE76AF-6801-3ED8-C63E-EF4D8270B203}"/>
              </a:ext>
            </a:extLst>
          </p:cNvPr>
          <p:cNvSpPr>
            <a:spLocks noGrp="1"/>
          </p:cNvSpPr>
          <p:nvPr>
            <p:ph idx="1"/>
          </p:nvPr>
        </p:nvSpPr>
        <p:spPr>
          <a:xfrm>
            <a:off x="548640" y="1600199"/>
            <a:ext cx="11024925" cy="4572000"/>
          </a:xfrm>
        </p:spPr>
        <p:txBody>
          <a:bodyPr>
            <a:normAutofit/>
          </a:bodyPr>
          <a:lstStyle/>
          <a:p>
            <a:r>
              <a:rPr lang="en-US" dirty="0"/>
              <a:t>telnet</a:t>
            </a:r>
          </a:p>
          <a:p>
            <a:r>
              <a:rPr lang="en-US" dirty="0" err="1"/>
              <a:t>wget</a:t>
            </a:r>
            <a:endParaRPr lang="en-US" dirty="0"/>
          </a:p>
          <a:p>
            <a:r>
              <a:rPr lang="en-US" dirty="0"/>
              <a:t>curl</a:t>
            </a:r>
          </a:p>
          <a:p>
            <a:r>
              <a:rPr lang="en-US" dirty="0"/>
              <a:t>postman</a:t>
            </a:r>
          </a:p>
          <a:p>
            <a:r>
              <a:rPr lang="en-US" dirty="0"/>
              <a:t>requests</a:t>
            </a:r>
          </a:p>
          <a:p>
            <a:r>
              <a:rPr lang="en-US" dirty="0"/>
              <a:t>Wireshark</a:t>
            </a:r>
          </a:p>
          <a:p>
            <a:r>
              <a:rPr lang="en-US" dirty="0"/>
              <a:t>Browser (dev tools too!)</a:t>
            </a:r>
          </a:p>
          <a:p>
            <a:endParaRPr lang="en-US" dirty="0"/>
          </a:p>
          <a:p>
            <a:r>
              <a:rPr lang="en-US" dirty="0"/>
              <a:t>Demo</a:t>
            </a:r>
          </a:p>
        </p:txBody>
      </p:sp>
    </p:spTree>
    <p:extLst>
      <p:ext uri="{BB962C8B-B14F-4D97-AF65-F5344CB8AC3E}">
        <p14:creationId xmlns:p14="http://schemas.microsoft.com/office/powerpoint/2010/main" val="20127621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CC739B-ABD3-1B66-CBCA-E60B87CBD537}"/>
              </a:ext>
            </a:extLst>
          </p:cNvPr>
          <p:cNvSpPr>
            <a:spLocks noGrp="1"/>
          </p:cNvSpPr>
          <p:nvPr>
            <p:ph type="title"/>
          </p:nvPr>
        </p:nvSpPr>
        <p:spPr>
          <a:xfrm>
            <a:off x="548640" y="411481"/>
            <a:ext cx="8231293" cy="914400"/>
          </a:xfrm>
        </p:spPr>
        <p:txBody>
          <a:bodyPr/>
          <a:lstStyle/>
          <a:p>
            <a:r>
              <a:rPr lang="en-US" dirty="0"/>
              <a:t>In python</a:t>
            </a:r>
          </a:p>
        </p:txBody>
      </p:sp>
      <p:sp>
        <p:nvSpPr>
          <p:cNvPr id="3" name="Content Placeholder 2">
            <a:extLst>
              <a:ext uri="{FF2B5EF4-FFF2-40B4-BE49-F238E27FC236}">
                <a16:creationId xmlns:a16="http://schemas.microsoft.com/office/drawing/2014/main" id="{7FEEDE65-D283-D0B6-5E49-938319C07FBD}"/>
              </a:ext>
            </a:extLst>
          </p:cNvPr>
          <p:cNvSpPr>
            <a:spLocks noGrp="1"/>
          </p:cNvSpPr>
          <p:nvPr>
            <p:ph idx="1"/>
          </p:nvPr>
        </p:nvSpPr>
        <p:spPr>
          <a:xfrm>
            <a:off x="548640" y="1600199"/>
            <a:ext cx="11024925" cy="4572000"/>
          </a:xfrm>
        </p:spPr>
        <p:txBody>
          <a:bodyPr/>
          <a:lstStyle/>
          <a:p>
            <a:r>
              <a:rPr lang="en-US" dirty="0"/>
              <a:t>Uses the requests library </a:t>
            </a:r>
          </a:p>
          <a:p>
            <a:r>
              <a:rPr lang="en-US" dirty="0">
                <a:hlinkClick r:id="rId2"/>
              </a:rPr>
              <a:t>https://docs.python-requests.org/en/latest/user/quickstart/#make-a-request</a:t>
            </a:r>
            <a:endParaRPr lang="en-US" dirty="0"/>
          </a:p>
          <a:p>
            <a:endParaRPr lang="en-US" dirty="0"/>
          </a:p>
          <a:p>
            <a:r>
              <a:rPr lang="en-US" dirty="0"/>
              <a:t>Demo</a:t>
            </a:r>
          </a:p>
        </p:txBody>
      </p:sp>
    </p:spTree>
    <p:extLst>
      <p:ext uri="{BB962C8B-B14F-4D97-AF65-F5344CB8AC3E}">
        <p14:creationId xmlns:p14="http://schemas.microsoft.com/office/powerpoint/2010/main" val="11571627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4D9E38-6DAD-E4D7-9B8A-2000494494F0}"/>
              </a:ext>
            </a:extLst>
          </p:cNvPr>
          <p:cNvSpPr>
            <a:spLocks noGrp="1"/>
          </p:cNvSpPr>
          <p:nvPr>
            <p:ph type="title"/>
          </p:nvPr>
        </p:nvSpPr>
        <p:spPr/>
        <p:txBody>
          <a:bodyPr/>
          <a:lstStyle/>
          <a:p>
            <a:r>
              <a:rPr lang="en-US" dirty="0"/>
              <a:t>More Than Text</a:t>
            </a:r>
          </a:p>
        </p:txBody>
      </p:sp>
      <p:sp>
        <p:nvSpPr>
          <p:cNvPr id="3" name="Content Placeholder 2">
            <a:extLst>
              <a:ext uri="{FF2B5EF4-FFF2-40B4-BE49-F238E27FC236}">
                <a16:creationId xmlns:a16="http://schemas.microsoft.com/office/drawing/2014/main" id="{9A27DC0E-A2EB-AAA5-26E5-80B2C604BDF2}"/>
              </a:ext>
            </a:extLst>
          </p:cNvPr>
          <p:cNvSpPr>
            <a:spLocks noGrp="1"/>
          </p:cNvSpPr>
          <p:nvPr>
            <p:ph idx="1"/>
          </p:nvPr>
        </p:nvSpPr>
        <p:spPr/>
        <p:txBody>
          <a:bodyPr/>
          <a:lstStyle/>
          <a:p>
            <a:r>
              <a:rPr lang="en-US" dirty="0"/>
              <a:t>Have you ever seen an image online?</a:t>
            </a:r>
          </a:p>
          <a:p>
            <a:r>
              <a:rPr lang="en-US" dirty="0"/>
              <a:t>Have you ever seen a video?</a:t>
            </a:r>
          </a:p>
          <a:p>
            <a:r>
              <a:rPr lang="en-US" dirty="0"/>
              <a:t>Other formats??</a:t>
            </a:r>
          </a:p>
          <a:p>
            <a:endParaRPr lang="en-US" dirty="0"/>
          </a:p>
        </p:txBody>
      </p:sp>
      <p:sp>
        <p:nvSpPr>
          <p:cNvPr id="4" name="Date Placeholder 3">
            <a:extLst>
              <a:ext uri="{FF2B5EF4-FFF2-40B4-BE49-F238E27FC236}">
                <a16:creationId xmlns:a16="http://schemas.microsoft.com/office/drawing/2014/main" id="{BA21DF7F-179D-93A4-A34C-19AFA15CC350}"/>
              </a:ext>
            </a:extLst>
          </p:cNvPr>
          <p:cNvSpPr>
            <a:spLocks noGrp="1"/>
          </p:cNvSpPr>
          <p:nvPr>
            <p:ph type="dt" sz="half" idx="10"/>
          </p:nvPr>
        </p:nvSpPr>
        <p:spPr/>
        <p:txBody>
          <a:bodyPr/>
          <a:lstStyle/>
          <a:p>
            <a:fld id="{AD622D1A-DF83-41A8-85FF-04D90BF831D3}" type="datetime3">
              <a:rPr lang="en-US" smtClean="0"/>
              <a:t>22 June 2026</a:t>
            </a:fld>
            <a:endParaRPr lang="en-US"/>
          </a:p>
        </p:txBody>
      </p:sp>
      <p:sp>
        <p:nvSpPr>
          <p:cNvPr id="5" name="Slide Number Placeholder 4">
            <a:extLst>
              <a:ext uri="{FF2B5EF4-FFF2-40B4-BE49-F238E27FC236}">
                <a16:creationId xmlns:a16="http://schemas.microsoft.com/office/drawing/2014/main" id="{B3F49F5A-5999-7FEE-3F3E-C8FE162C0607}"/>
              </a:ext>
            </a:extLst>
          </p:cNvPr>
          <p:cNvSpPr>
            <a:spLocks noGrp="1"/>
          </p:cNvSpPr>
          <p:nvPr>
            <p:ph type="sldNum" sz="quarter" idx="11"/>
          </p:nvPr>
        </p:nvSpPr>
        <p:spPr/>
        <p:txBody>
          <a:bodyPr/>
          <a:lstStyle/>
          <a:p>
            <a:fld id="{64E5BE4B-2FBF-4174-9E62-85FAD1CB43A6}" type="slidenum">
              <a:rPr lang="en-US" smtClean="0"/>
              <a:pPr/>
              <a:t>8</a:t>
            </a:fld>
            <a:endParaRPr lang="en-US"/>
          </a:p>
        </p:txBody>
      </p:sp>
    </p:spTree>
    <p:extLst>
      <p:ext uri="{BB962C8B-B14F-4D97-AF65-F5344CB8AC3E}">
        <p14:creationId xmlns:p14="http://schemas.microsoft.com/office/powerpoint/2010/main" val="26227152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D93320-3E63-D43F-8353-454E919E51F8}"/>
              </a:ext>
            </a:extLst>
          </p:cNvPr>
          <p:cNvSpPr>
            <a:spLocks noGrp="1"/>
          </p:cNvSpPr>
          <p:nvPr>
            <p:ph type="title"/>
          </p:nvPr>
        </p:nvSpPr>
        <p:spPr/>
        <p:txBody>
          <a:bodyPr/>
          <a:lstStyle/>
          <a:p>
            <a:r>
              <a:rPr lang="en-US" dirty="0"/>
              <a:t>Encoding Text</a:t>
            </a:r>
          </a:p>
        </p:txBody>
      </p:sp>
      <p:sp>
        <p:nvSpPr>
          <p:cNvPr id="3" name="Content Placeholder 2">
            <a:extLst>
              <a:ext uri="{FF2B5EF4-FFF2-40B4-BE49-F238E27FC236}">
                <a16:creationId xmlns:a16="http://schemas.microsoft.com/office/drawing/2014/main" id="{AA901D3A-6F2F-A254-2420-040EC3411AEA}"/>
              </a:ext>
            </a:extLst>
          </p:cNvPr>
          <p:cNvSpPr>
            <a:spLocks noGrp="1"/>
          </p:cNvSpPr>
          <p:nvPr>
            <p:ph idx="1"/>
          </p:nvPr>
        </p:nvSpPr>
        <p:spPr/>
        <p:txBody>
          <a:bodyPr/>
          <a:lstStyle/>
          <a:p>
            <a:r>
              <a:rPr lang="en-US" dirty="0"/>
              <a:t>Remember all data is binary</a:t>
            </a:r>
          </a:p>
          <a:p>
            <a:r>
              <a:rPr lang="en-US" dirty="0"/>
              <a:t>Computer must represent data consistently</a:t>
            </a:r>
          </a:p>
          <a:p>
            <a:r>
              <a:rPr lang="en-US" dirty="0"/>
              <a:t>An encoding specifies the data representation</a:t>
            </a:r>
          </a:p>
          <a:p>
            <a:endParaRPr lang="en-US" dirty="0"/>
          </a:p>
          <a:p>
            <a:endParaRPr lang="en-US" dirty="0"/>
          </a:p>
        </p:txBody>
      </p:sp>
      <p:sp>
        <p:nvSpPr>
          <p:cNvPr id="4" name="Date Placeholder 3">
            <a:extLst>
              <a:ext uri="{FF2B5EF4-FFF2-40B4-BE49-F238E27FC236}">
                <a16:creationId xmlns:a16="http://schemas.microsoft.com/office/drawing/2014/main" id="{25A4AFED-28E0-462A-17C6-7EB8DBEC3ED1}"/>
              </a:ext>
            </a:extLst>
          </p:cNvPr>
          <p:cNvSpPr>
            <a:spLocks noGrp="1"/>
          </p:cNvSpPr>
          <p:nvPr>
            <p:ph type="dt" sz="half" idx="10"/>
          </p:nvPr>
        </p:nvSpPr>
        <p:spPr/>
        <p:txBody>
          <a:bodyPr/>
          <a:lstStyle/>
          <a:p>
            <a:fld id="{AD622D1A-DF83-41A8-85FF-04D90BF831D3}" type="datetime3">
              <a:rPr lang="en-US" smtClean="0"/>
              <a:t>22 June 2026</a:t>
            </a:fld>
            <a:endParaRPr lang="en-US"/>
          </a:p>
        </p:txBody>
      </p:sp>
      <p:sp>
        <p:nvSpPr>
          <p:cNvPr id="5" name="Slide Number Placeholder 4">
            <a:extLst>
              <a:ext uri="{FF2B5EF4-FFF2-40B4-BE49-F238E27FC236}">
                <a16:creationId xmlns:a16="http://schemas.microsoft.com/office/drawing/2014/main" id="{5C026297-B7AE-DE85-62A2-3FA449FB2059}"/>
              </a:ext>
            </a:extLst>
          </p:cNvPr>
          <p:cNvSpPr>
            <a:spLocks noGrp="1"/>
          </p:cNvSpPr>
          <p:nvPr>
            <p:ph type="sldNum" sz="quarter" idx="11"/>
          </p:nvPr>
        </p:nvSpPr>
        <p:spPr/>
        <p:txBody>
          <a:bodyPr/>
          <a:lstStyle/>
          <a:p>
            <a:fld id="{64E5BE4B-2FBF-4174-9E62-85FAD1CB43A6}" type="slidenum">
              <a:rPr lang="en-US" smtClean="0"/>
              <a:pPr/>
              <a:t>9</a:t>
            </a:fld>
            <a:endParaRPr lang="en-US"/>
          </a:p>
        </p:txBody>
      </p:sp>
      <p:graphicFrame>
        <p:nvGraphicFramePr>
          <p:cNvPr id="8" name="Table 7">
            <a:extLst>
              <a:ext uri="{FF2B5EF4-FFF2-40B4-BE49-F238E27FC236}">
                <a16:creationId xmlns:a16="http://schemas.microsoft.com/office/drawing/2014/main" id="{9B09FF67-D76C-EDEB-DEB6-C8DC018CC54B}"/>
              </a:ext>
            </a:extLst>
          </p:cNvPr>
          <p:cNvGraphicFramePr>
            <a:graphicFrameLocks noGrp="1"/>
          </p:cNvGraphicFramePr>
          <p:nvPr>
            <p:extLst>
              <p:ext uri="{D42A27DB-BD31-4B8C-83A1-F6EECF244321}">
                <p14:modId xmlns:p14="http://schemas.microsoft.com/office/powerpoint/2010/main" val="3374590313"/>
              </p:ext>
            </p:extLst>
          </p:nvPr>
        </p:nvGraphicFramePr>
        <p:xfrm>
          <a:off x="259508" y="3547989"/>
          <a:ext cx="11093448" cy="2270760"/>
        </p:xfrm>
        <a:graphic>
          <a:graphicData uri="http://schemas.openxmlformats.org/drawingml/2006/table">
            <a:tbl>
              <a:tblPr bandRow="1">
                <a:tableStyleId>{9D7B26C5-4107-4FEC-AEDC-1716B250A1EF}</a:tableStyleId>
              </a:tblPr>
              <a:tblGrid>
                <a:gridCol w="1663076">
                  <a:extLst>
                    <a:ext uri="{9D8B030D-6E8A-4147-A177-3AD203B41FA5}">
                      <a16:colId xmlns:a16="http://schemas.microsoft.com/office/drawing/2014/main" val="2605838210"/>
                    </a:ext>
                  </a:extLst>
                </a:gridCol>
                <a:gridCol w="3883648">
                  <a:extLst>
                    <a:ext uri="{9D8B030D-6E8A-4147-A177-3AD203B41FA5}">
                      <a16:colId xmlns:a16="http://schemas.microsoft.com/office/drawing/2014/main" val="1110831575"/>
                    </a:ext>
                  </a:extLst>
                </a:gridCol>
                <a:gridCol w="2773362">
                  <a:extLst>
                    <a:ext uri="{9D8B030D-6E8A-4147-A177-3AD203B41FA5}">
                      <a16:colId xmlns:a16="http://schemas.microsoft.com/office/drawing/2014/main" val="1054237498"/>
                    </a:ext>
                  </a:extLst>
                </a:gridCol>
                <a:gridCol w="2773362">
                  <a:extLst>
                    <a:ext uri="{9D8B030D-6E8A-4147-A177-3AD203B41FA5}">
                      <a16:colId xmlns:a16="http://schemas.microsoft.com/office/drawing/2014/main" val="2552619271"/>
                    </a:ext>
                  </a:extLst>
                </a:gridCol>
              </a:tblGrid>
              <a:tr h="350520">
                <a:tc>
                  <a:txBody>
                    <a:bodyPr/>
                    <a:lstStyle/>
                    <a:p>
                      <a:pPr algn="ctr">
                        <a:buNone/>
                      </a:pPr>
                      <a:r>
                        <a:rPr lang="en-US" sz="1700" b="1" dirty="0">
                          <a:effectLst/>
                        </a:rPr>
                        <a:t>Character</a:t>
                      </a:r>
                    </a:p>
                  </a:txBody>
                  <a:tcPr anchor="ctr"/>
                </a:tc>
                <a:tc>
                  <a:txBody>
                    <a:bodyPr/>
                    <a:lstStyle/>
                    <a:p>
                      <a:pPr algn="l">
                        <a:buNone/>
                      </a:pPr>
                      <a:r>
                        <a:rPr lang="en-US" sz="1700" b="1" dirty="0">
                          <a:effectLst/>
                        </a:rPr>
                        <a:t>UTF-8 (Binary)</a:t>
                      </a:r>
                    </a:p>
                  </a:txBody>
                  <a:tcPr anchor="ctr"/>
                </a:tc>
                <a:tc>
                  <a:txBody>
                    <a:bodyPr/>
                    <a:lstStyle/>
                    <a:p>
                      <a:pPr algn="l">
                        <a:buNone/>
                      </a:pPr>
                      <a:r>
                        <a:rPr lang="en-US" sz="1700" b="1" dirty="0">
                          <a:effectLst/>
                        </a:rPr>
                        <a:t>Windows-1252 (Binary)</a:t>
                      </a:r>
                    </a:p>
                  </a:txBody>
                  <a:tcPr anchor="ctr"/>
                </a:tc>
                <a:tc>
                  <a:txBody>
                    <a:bodyPr/>
                    <a:lstStyle/>
                    <a:p>
                      <a:pPr algn="l">
                        <a:buNone/>
                      </a:pPr>
                      <a:r>
                        <a:rPr lang="en-US" sz="1700" b="1" dirty="0">
                          <a:effectLst/>
                        </a:rPr>
                        <a:t>UTF-16LE (Binary)</a:t>
                      </a:r>
                    </a:p>
                  </a:txBody>
                  <a:tcPr anchor="ctr"/>
                </a:tc>
                <a:extLst>
                  <a:ext uri="{0D108BD9-81ED-4DB2-BD59-A6C34878D82A}">
                    <a16:rowId xmlns:a16="http://schemas.microsoft.com/office/drawing/2014/main" val="2801382232"/>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A</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01000001 00000000</a:t>
                      </a:r>
                    </a:p>
                  </a:txBody>
                  <a:tcPr anchor="ctr"/>
                </a:tc>
                <a:extLst>
                  <a:ext uri="{0D108BD9-81ED-4DB2-BD59-A6C34878D82A}">
                    <a16:rowId xmlns:a16="http://schemas.microsoft.com/office/drawing/2014/main" val="2255597038"/>
                  </a:ext>
                </a:extLst>
              </a:tr>
              <a:tr h="350520">
                <a:tc>
                  <a:txBody>
                    <a:bodyPr/>
                    <a:lstStyle/>
                    <a:p>
                      <a:pPr algn="ctr">
                        <a:buNone/>
                      </a:pPr>
                      <a:r>
                        <a:rPr lang="en-US" sz="1700" dirty="0">
                          <a:effectLst/>
                          <a:latin typeface="Courier New" panose="02070309020205020404" pitchFamily="49" charset="0"/>
                          <a:cs typeface="Courier New" panose="02070309020205020404" pitchFamily="49" charset="0"/>
                        </a:rPr>
                        <a:t>é</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11000011 10101001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11101001</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00101001 00000110</a:t>
                      </a:r>
                    </a:p>
                  </a:txBody>
                  <a:tcPr anchor="ctr"/>
                </a:tc>
                <a:extLst>
                  <a:ext uri="{0D108BD9-81ED-4DB2-BD59-A6C34878D82A}">
                    <a16:rowId xmlns:a16="http://schemas.microsoft.com/office/drawing/2014/main" val="696482109"/>
                  </a:ext>
                </a:extLst>
              </a:tr>
              <a:tr h="609600">
                <a:tc>
                  <a:txBody>
                    <a:bodyPr/>
                    <a:lstStyle/>
                    <a:p>
                      <a:pPr algn="ctr">
                        <a:buNone/>
                      </a:pPr>
                      <a:r>
                        <a:rPr lang="en-US" sz="170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11100010 10000010 10101100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10000000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00001010 00100000</a:t>
                      </a:r>
                    </a:p>
                  </a:txBody>
                  <a:tcPr anchor="ctr"/>
                </a:tc>
                <a:extLst>
                  <a:ext uri="{0D108BD9-81ED-4DB2-BD59-A6C34878D82A}">
                    <a16:rowId xmlns:a16="http://schemas.microsoft.com/office/drawing/2014/main" val="222122572"/>
                  </a:ext>
                </a:extLst>
              </a:tr>
              <a:tr h="609600">
                <a:tc>
                  <a:txBody>
                    <a:bodyPr/>
                    <a:lstStyle/>
                    <a:p>
                      <a:pPr algn="ctr">
                        <a:buNone/>
                      </a:pPr>
                      <a:r>
                        <a:rPr lang="en-US" sz="1700" dirty="0">
                          <a:effectLst/>
                          <a:latin typeface="Courier New" panose="02070309020205020404" pitchFamily="49" charset="0"/>
                          <a:cs typeface="Courier New" panose="02070309020205020404" pitchFamily="49" charset="0"/>
                        </a:rPr>
                        <a:t>"</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11100010 10000000 10011100</a:t>
                      </a:r>
                    </a:p>
                  </a:txBody>
                  <a:tcPr anchor="ctr"/>
                </a:tc>
                <a:tc>
                  <a:txBody>
                    <a:bodyPr/>
                    <a:lstStyle/>
                    <a:p>
                      <a:pPr algn="l">
                        <a:buNone/>
                      </a:pPr>
                      <a:r>
                        <a:rPr lang="en-US" sz="1700">
                          <a:effectLst/>
                          <a:latin typeface="Courier New" panose="02070309020205020404" pitchFamily="49" charset="0"/>
                          <a:cs typeface="Courier New" panose="02070309020205020404" pitchFamily="49" charset="0"/>
                        </a:rPr>
                        <a:t>10010100</a:t>
                      </a:r>
                    </a:p>
                  </a:txBody>
                  <a:tcPr anchor="ctr"/>
                </a:tc>
                <a:tc>
                  <a:txBody>
                    <a:bodyPr/>
                    <a:lstStyle/>
                    <a:p>
                      <a:pPr algn="l">
                        <a:buNone/>
                      </a:pPr>
                      <a:r>
                        <a:rPr lang="en-US" sz="1700" dirty="0">
                          <a:effectLst/>
                          <a:latin typeface="Courier New" panose="02070309020205020404" pitchFamily="49" charset="0"/>
                          <a:cs typeface="Courier New" panose="02070309020205020404" pitchFamily="49" charset="0"/>
                        </a:rPr>
                        <a:t>01000000 01001111</a:t>
                      </a:r>
                    </a:p>
                  </a:txBody>
                  <a:tcPr anchor="ctr"/>
                </a:tc>
                <a:extLst>
                  <a:ext uri="{0D108BD9-81ED-4DB2-BD59-A6C34878D82A}">
                    <a16:rowId xmlns:a16="http://schemas.microsoft.com/office/drawing/2014/main" val="2434604165"/>
                  </a:ext>
                </a:extLst>
              </a:tr>
            </a:tbl>
          </a:graphicData>
        </a:graphic>
      </p:graphicFrame>
    </p:spTree>
    <p:extLst>
      <p:ext uri="{BB962C8B-B14F-4D97-AF65-F5344CB8AC3E}">
        <p14:creationId xmlns:p14="http://schemas.microsoft.com/office/powerpoint/2010/main" val="41307182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4F08CA-D795-8DD2-5A17-357D299D6CE4}"/>
              </a:ext>
            </a:extLst>
          </p:cNvPr>
          <p:cNvSpPr>
            <a:spLocks noGrp="1"/>
          </p:cNvSpPr>
          <p:nvPr>
            <p:ph type="title"/>
          </p:nvPr>
        </p:nvSpPr>
        <p:spPr/>
        <p:txBody>
          <a:bodyPr/>
          <a:lstStyle/>
          <a:p>
            <a:r>
              <a:rPr lang="en-US" dirty="0"/>
              <a:t>Base64 Encoding</a:t>
            </a:r>
          </a:p>
        </p:txBody>
      </p:sp>
      <p:sp>
        <p:nvSpPr>
          <p:cNvPr id="3" name="Content Placeholder 2">
            <a:extLst>
              <a:ext uri="{FF2B5EF4-FFF2-40B4-BE49-F238E27FC236}">
                <a16:creationId xmlns:a16="http://schemas.microsoft.com/office/drawing/2014/main" id="{4EFF6918-E014-7E4F-ADD7-66181B6A7BBC}"/>
              </a:ext>
            </a:extLst>
          </p:cNvPr>
          <p:cNvSpPr>
            <a:spLocks noGrp="1"/>
          </p:cNvSpPr>
          <p:nvPr>
            <p:ph idx="1"/>
          </p:nvPr>
        </p:nvSpPr>
        <p:spPr/>
        <p:txBody>
          <a:bodyPr/>
          <a:lstStyle/>
          <a:p>
            <a:r>
              <a:rPr lang="en-US" dirty="0"/>
              <a:t>Common HTTP encoding type</a:t>
            </a:r>
          </a:p>
          <a:p>
            <a:r>
              <a:rPr lang="en-US" dirty="0"/>
              <a:t>Converts every 6 bits into a character (2^6 options…)</a:t>
            </a:r>
          </a:p>
          <a:p>
            <a:pPr lvl="1"/>
            <a:r>
              <a:rPr lang="en-US" dirty="0"/>
              <a:t>A-Z</a:t>
            </a:r>
          </a:p>
          <a:p>
            <a:pPr lvl="1"/>
            <a:r>
              <a:rPr lang="en-US" dirty="0"/>
              <a:t>a-z</a:t>
            </a:r>
          </a:p>
          <a:p>
            <a:pPr lvl="1"/>
            <a:r>
              <a:rPr lang="en-US" dirty="0"/>
              <a:t>0-9</a:t>
            </a:r>
          </a:p>
          <a:p>
            <a:pPr lvl="1"/>
            <a:r>
              <a:rPr lang="en-US" dirty="0"/>
              <a:t>/+</a:t>
            </a:r>
          </a:p>
          <a:p>
            <a:r>
              <a:rPr lang="en-US" dirty="0"/>
              <a:t>Every 3 bytes </a:t>
            </a:r>
            <a:r>
              <a:rPr lang="en-US" dirty="0">
                <a:sym typeface="Wingdings" panose="05000000000000000000" pitchFamily="2" charset="2"/>
              </a:rPr>
              <a:t> 4 characters</a:t>
            </a:r>
            <a:endParaRPr lang="en-US" dirty="0"/>
          </a:p>
        </p:txBody>
      </p:sp>
      <p:sp>
        <p:nvSpPr>
          <p:cNvPr id="4" name="Date Placeholder 3">
            <a:extLst>
              <a:ext uri="{FF2B5EF4-FFF2-40B4-BE49-F238E27FC236}">
                <a16:creationId xmlns:a16="http://schemas.microsoft.com/office/drawing/2014/main" id="{5739DEC8-5A35-75D5-9638-F56804F12339}"/>
              </a:ext>
            </a:extLst>
          </p:cNvPr>
          <p:cNvSpPr>
            <a:spLocks noGrp="1"/>
          </p:cNvSpPr>
          <p:nvPr>
            <p:ph type="dt" sz="half" idx="10"/>
          </p:nvPr>
        </p:nvSpPr>
        <p:spPr/>
        <p:txBody>
          <a:bodyPr/>
          <a:lstStyle/>
          <a:p>
            <a:fld id="{AD622D1A-DF83-41A8-85FF-04D90BF831D3}" type="datetime3">
              <a:rPr lang="en-US" smtClean="0"/>
              <a:t>22 June 2026</a:t>
            </a:fld>
            <a:endParaRPr lang="en-US"/>
          </a:p>
        </p:txBody>
      </p:sp>
      <p:sp>
        <p:nvSpPr>
          <p:cNvPr id="5" name="Slide Number Placeholder 4">
            <a:extLst>
              <a:ext uri="{FF2B5EF4-FFF2-40B4-BE49-F238E27FC236}">
                <a16:creationId xmlns:a16="http://schemas.microsoft.com/office/drawing/2014/main" id="{CE6EEC28-5E34-E95E-9F52-6396E99760B3}"/>
              </a:ext>
            </a:extLst>
          </p:cNvPr>
          <p:cNvSpPr>
            <a:spLocks noGrp="1"/>
          </p:cNvSpPr>
          <p:nvPr>
            <p:ph type="sldNum" sz="quarter" idx="11"/>
          </p:nvPr>
        </p:nvSpPr>
        <p:spPr/>
        <p:txBody>
          <a:bodyPr/>
          <a:lstStyle/>
          <a:p>
            <a:fld id="{64E5BE4B-2FBF-4174-9E62-85FAD1CB43A6}" type="slidenum">
              <a:rPr lang="en-US" smtClean="0"/>
              <a:pPr/>
              <a:t>10</a:t>
            </a:fld>
            <a:endParaRPr lang="en-US"/>
          </a:p>
        </p:txBody>
      </p:sp>
    </p:spTree>
    <p:extLst>
      <p:ext uri="{BB962C8B-B14F-4D97-AF65-F5344CB8AC3E}">
        <p14:creationId xmlns:p14="http://schemas.microsoft.com/office/powerpoint/2010/main" val="316655779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16FF68-343E-F5F9-5A0C-85A025592E37}"/>
              </a:ext>
            </a:extLst>
          </p:cNvPr>
          <p:cNvSpPr>
            <a:spLocks noGrp="1"/>
          </p:cNvSpPr>
          <p:nvPr>
            <p:ph type="title"/>
          </p:nvPr>
        </p:nvSpPr>
        <p:spPr/>
        <p:txBody>
          <a:bodyPr/>
          <a:lstStyle/>
          <a:p>
            <a:r>
              <a:rPr lang="en-US" dirty="0"/>
              <a:t>Python Base64</a:t>
            </a:r>
          </a:p>
        </p:txBody>
      </p:sp>
      <p:sp>
        <p:nvSpPr>
          <p:cNvPr id="3" name="Content Placeholder 2">
            <a:extLst>
              <a:ext uri="{FF2B5EF4-FFF2-40B4-BE49-F238E27FC236}">
                <a16:creationId xmlns:a16="http://schemas.microsoft.com/office/drawing/2014/main" id="{3F545E95-C6A3-0E44-4BBF-21D1BEBD1591}"/>
              </a:ext>
            </a:extLst>
          </p:cNvPr>
          <p:cNvSpPr>
            <a:spLocks noGrp="1"/>
          </p:cNvSpPr>
          <p:nvPr>
            <p:ph idx="1"/>
          </p:nvPr>
        </p:nvSpPr>
        <p:spPr/>
        <p:txBody>
          <a:bodyPr/>
          <a:lstStyle/>
          <a:p>
            <a:r>
              <a:rPr lang="en-US" dirty="0"/>
              <a:t>Demo converting an image and some text</a:t>
            </a:r>
          </a:p>
        </p:txBody>
      </p:sp>
      <p:sp>
        <p:nvSpPr>
          <p:cNvPr id="4" name="Date Placeholder 3">
            <a:extLst>
              <a:ext uri="{FF2B5EF4-FFF2-40B4-BE49-F238E27FC236}">
                <a16:creationId xmlns:a16="http://schemas.microsoft.com/office/drawing/2014/main" id="{E72DAAB4-2CBE-DFF4-64DD-920615A57A26}"/>
              </a:ext>
            </a:extLst>
          </p:cNvPr>
          <p:cNvSpPr>
            <a:spLocks noGrp="1"/>
          </p:cNvSpPr>
          <p:nvPr>
            <p:ph type="dt" sz="half" idx="10"/>
          </p:nvPr>
        </p:nvSpPr>
        <p:spPr/>
        <p:txBody>
          <a:bodyPr/>
          <a:lstStyle/>
          <a:p>
            <a:fld id="{AD622D1A-DF83-41A8-85FF-04D90BF831D3}" type="datetime3">
              <a:rPr lang="en-US" smtClean="0"/>
              <a:t>22 June 2026</a:t>
            </a:fld>
            <a:endParaRPr lang="en-US"/>
          </a:p>
        </p:txBody>
      </p:sp>
      <p:sp>
        <p:nvSpPr>
          <p:cNvPr id="5" name="Slide Number Placeholder 4">
            <a:extLst>
              <a:ext uri="{FF2B5EF4-FFF2-40B4-BE49-F238E27FC236}">
                <a16:creationId xmlns:a16="http://schemas.microsoft.com/office/drawing/2014/main" id="{7C0D0253-A895-1EE1-2013-EFC76909B4BD}"/>
              </a:ext>
            </a:extLst>
          </p:cNvPr>
          <p:cNvSpPr>
            <a:spLocks noGrp="1"/>
          </p:cNvSpPr>
          <p:nvPr>
            <p:ph type="sldNum" sz="quarter" idx="11"/>
          </p:nvPr>
        </p:nvSpPr>
        <p:spPr/>
        <p:txBody>
          <a:bodyPr/>
          <a:lstStyle/>
          <a:p>
            <a:fld id="{64E5BE4B-2FBF-4174-9E62-85FAD1CB43A6}" type="slidenum">
              <a:rPr lang="en-US" smtClean="0"/>
              <a:pPr/>
              <a:t>11</a:t>
            </a:fld>
            <a:endParaRPr lang="en-US"/>
          </a:p>
        </p:txBody>
      </p:sp>
    </p:spTree>
    <p:extLst>
      <p:ext uri="{BB962C8B-B14F-4D97-AF65-F5344CB8AC3E}">
        <p14:creationId xmlns:p14="http://schemas.microsoft.com/office/powerpoint/2010/main" val="262620555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28906434-F997-27C3-919F-CE7837F349C1}"/>
              </a:ext>
            </a:extLst>
          </p:cNvPr>
          <p:cNvSpPr>
            <a:spLocks noGrp="1"/>
          </p:cNvSpPr>
          <p:nvPr>
            <p:ph type="title"/>
          </p:nvPr>
        </p:nvSpPr>
        <p:spPr/>
        <p:txBody>
          <a:bodyPr/>
          <a:lstStyle/>
          <a:p>
            <a:r>
              <a:rPr lang="en-US" dirty="0"/>
              <a:t>Hands-On #1</a:t>
            </a:r>
          </a:p>
        </p:txBody>
      </p:sp>
      <p:sp>
        <p:nvSpPr>
          <p:cNvPr id="7" name="Text Placeholder 6">
            <a:extLst>
              <a:ext uri="{FF2B5EF4-FFF2-40B4-BE49-F238E27FC236}">
                <a16:creationId xmlns:a16="http://schemas.microsoft.com/office/drawing/2014/main" id="{BAC52DAE-CBD8-631B-0394-8D79FD504D44}"/>
              </a:ext>
            </a:extLst>
          </p:cNvPr>
          <p:cNvSpPr>
            <a:spLocks noGrp="1"/>
          </p:cNvSpPr>
          <p:nvPr>
            <p:ph type="body" idx="1"/>
          </p:nvPr>
        </p:nvSpPr>
        <p:spPr/>
        <p:txBody>
          <a:bodyPr/>
          <a:lstStyle/>
          <a:p>
            <a:endParaRPr lang="en-US"/>
          </a:p>
        </p:txBody>
      </p:sp>
      <p:sp>
        <p:nvSpPr>
          <p:cNvPr id="4" name="Date Placeholder 3">
            <a:extLst>
              <a:ext uri="{FF2B5EF4-FFF2-40B4-BE49-F238E27FC236}">
                <a16:creationId xmlns:a16="http://schemas.microsoft.com/office/drawing/2014/main" id="{D09924F4-6F02-D811-576D-4B2CB7D71CDF}"/>
              </a:ext>
            </a:extLst>
          </p:cNvPr>
          <p:cNvSpPr>
            <a:spLocks noGrp="1"/>
          </p:cNvSpPr>
          <p:nvPr>
            <p:ph type="dt" sz="half" idx="10"/>
          </p:nvPr>
        </p:nvSpPr>
        <p:spPr/>
        <p:txBody>
          <a:bodyPr/>
          <a:lstStyle/>
          <a:p>
            <a:fld id="{AD622D1A-DF83-41A8-85FF-04D90BF831D3}" type="datetime3">
              <a:rPr lang="en-US" smtClean="0"/>
              <a:t>22 June 2026</a:t>
            </a:fld>
            <a:endParaRPr lang="en-US"/>
          </a:p>
        </p:txBody>
      </p:sp>
      <p:sp>
        <p:nvSpPr>
          <p:cNvPr id="5" name="Slide Number Placeholder 4">
            <a:extLst>
              <a:ext uri="{FF2B5EF4-FFF2-40B4-BE49-F238E27FC236}">
                <a16:creationId xmlns:a16="http://schemas.microsoft.com/office/drawing/2014/main" id="{CA5BB809-B6F6-9BC1-E54D-7C07B20D75D3}"/>
              </a:ext>
            </a:extLst>
          </p:cNvPr>
          <p:cNvSpPr>
            <a:spLocks noGrp="1"/>
          </p:cNvSpPr>
          <p:nvPr>
            <p:ph type="sldNum" sz="quarter" idx="12"/>
          </p:nvPr>
        </p:nvSpPr>
        <p:spPr/>
        <p:txBody>
          <a:bodyPr/>
          <a:lstStyle/>
          <a:p>
            <a:fld id="{64E5BE4B-2FBF-4174-9E62-85FAD1CB43A6}" type="slidenum">
              <a:rPr lang="en-US" smtClean="0"/>
              <a:pPr/>
              <a:t>12</a:t>
            </a:fld>
            <a:endParaRPr lang="en-US"/>
          </a:p>
        </p:txBody>
      </p:sp>
    </p:spTree>
    <p:extLst>
      <p:ext uri="{BB962C8B-B14F-4D97-AF65-F5344CB8AC3E}">
        <p14:creationId xmlns:p14="http://schemas.microsoft.com/office/powerpoint/2010/main" val="367431204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B83039-C858-2C3F-18AB-3CC2B675614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B3A3F6-B67E-54C5-6D85-E9992D53577A}"/>
              </a:ext>
            </a:extLst>
          </p:cNvPr>
          <p:cNvSpPr>
            <a:spLocks noGrp="1"/>
          </p:cNvSpPr>
          <p:nvPr>
            <p:ph type="title"/>
          </p:nvPr>
        </p:nvSpPr>
        <p:spPr>
          <a:xfrm>
            <a:off x="548640" y="411481"/>
            <a:ext cx="8231293" cy="914400"/>
          </a:xfrm>
        </p:spPr>
        <p:txBody>
          <a:bodyPr/>
          <a:lstStyle/>
          <a:p>
            <a:r>
              <a:rPr lang="en-US" dirty="0"/>
              <a:t>Authentication</a:t>
            </a:r>
          </a:p>
        </p:txBody>
      </p:sp>
      <p:sp>
        <p:nvSpPr>
          <p:cNvPr id="3" name="Content Placeholder 2">
            <a:extLst>
              <a:ext uri="{FF2B5EF4-FFF2-40B4-BE49-F238E27FC236}">
                <a16:creationId xmlns:a16="http://schemas.microsoft.com/office/drawing/2014/main" id="{98819479-A671-7093-4EDE-E094D956DBB4}"/>
              </a:ext>
            </a:extLst>
          </p:cNvPr>
          <p:cNvSpPr>
            <a:spLocks noGrp="1"/>
          </p:cNvSpPr>
          <p:nvPr>
            <p:ph idx="1"/>
          </p:nvPr>
        </p:nvSpPr>
        <p:spPr>
          <a:xfrm>
            <a:off x="548640" y="1600199"/>
            <a:ext cx="11024925" cy="4572000"/>
          </a:xfrm>
        </p:spPr>
        <p:txBody>
          <a:bodyPr/>
          <a:lstStyle/>
          <a:p>
            <a:endParaRPr lang="en-US" dirty="0"/>
          </a:p>
        </p:txBody>
      </p:sp>
    </p:spTree>
    <p:extLst>
      <p:ext uri="{BB962C8B-B14F-4D97-AF65-F5344CB8AC3E}">
        <p14:creationId xmlns:p14="http://schemas.microsoft.com/office/powerpoint/2010/main" val="414598923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694CC769-791B-48CC-8DD8-3E436EE0B1A3}"/>
              </a:ext>
            </a:extLst>
          </p:cNvPr>
          <p:cNvSpPr>
            <a:spLocks noGrp="1"/>
          </p:cNvSpPr>
          <p:nvPr>
            <p:ph type="title"/>
          </p:nvPr>
        </p:nvSpPr>
        <p:spPr>
          <a:xfrm>
            <a:off x="831850" y="1709738"/>
            <a:ext cx="10515600" cy="2852737"/>
          </a:xfrm>
        </p:spPr>
        <p:txBody>
          <a:bodyPr/>
          <a:lstStyle/>
          <a:p>
            <a:r>
              <a:rPr lang="en-US" dirty="0"/>
              <a:t>Questions</a:t>
            </a:r>
          </a:p>
        </p:txBody>
      </p:sp>
      <p:sp>
        <p:nvSpPr>
          <p:cNvPr id="3" name="Text Placeholder 2">
            <a:extLst>
              <a:ext uri="{FF2B5EF4-FFF2-40B4-BE49-F238E27FC236}">
                <a16:creationId xmlns:a16="http://schemas.microsoft.com/office/drawing/2014/main" id="{3F777F8E-CCD2-E251-54C3-3AC716544F37}"/>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276679044"/>
      </p:ext>
    </p:extLst>
  </p:cSld>
  <p:clrMapOvr>
    <a:masterClrMapping/>
  </p:clrMapOvr>
</p:sld>
</file>

<file path=ppt/theme/theme1.xml><?xml version="1.0" encoding="utf-8"?>
<a:theme xmlns:a="http://schemas.openxmlformats.org/drawingml/2006/main" name="US Army 2023 AFC DEVCOM Logo">
  <a:themeElements>
    <a:clrScheme name="US Army Color Palette">
      <a:dk1>
        <a:srgbClr val="000000"/>
      </a:dk1>
      <a:lt1>
        <a:srgbClr val="FFFFFF"/>
      </a:lt1>
      <a:dk2>
        <a:srgbClr val="221F20"/>
      </a:dk2>
      <a:lt2>
        <a:srgbClr val="FFCC01"/>
      </a:lt2>
      <a:accent1>
        <a:srgbClr val="221F20"/>
      </a:accent1>
      <a:accent2>
        <a:srgbClr val="FFCC01"/>
      </a:accent2>
      <a:accent3>
        <a:srgbClr val="727365"/>
      </a:accent3>
      <a:accent4>
        <a:srgbClr val="D5D5D7"/>
      </a:accent4>
      <a:accent5>
        <a:srgbClr val="565557"/>
      </a:accent5>
      <a:accent6>
        <a:srgbClr val="BFB8A6"/>
      </a:accent6>
      <a:hlink>
        <a:srgbClr val="565557"/>
      </a:hlink>
      <a:folHlink>
        <a:srgbClr val="305B6E"/>
      </a:folHlink>
    </a:clrScheme>
    <a:fontScheme name="US Army 2023 Fonts">
      <a:majorFont>
        <a:latin typeface="Arial"/>
        <a:ea typeface=""/>
        <a:cs typeface=""/>
      </a:majorFont>
      <a:minorFont>
        <a:latin typeface="Arial"/>
        <a:ea typeface=""/>
        <a:cs typeface=""/>
      </a:minorFont>
    </a:fontScheme>
    <a:fmtScheme name="US Army 2023 Effects">
      <a:fillStyleLst>
        <a:solidFill>
          <a:schemeClr val="phClr"/>
        </a:solidFill>
        <a:solidFill>
          <a:schemeClr val="phClr"/>
        </a:solidFill>
        <a:solidFill>
          <a:schemeClr val="phClr"/>
        </a:solidFill>
      </a:fillStyleLst>
      <a:lnStyleLst>
        <a:ln w="12700" cap="flat" cmpd="sng" algn="ctr">
          <a:solidFill>
            <a:schemeClr val="phClr"/>
          </a:solidFill>
          <a:prstDash val="solid"/>
        </a:ln>
        <a:ln w="12700" cap="flat" cmpd="sng" algn="ctr">
          <a:solidFill>
            <a:schemeClr val="phClr"/>
          </a:solidFill>
          <a:prstDash val="solid"/>
        </a:ln>
        <a:ln w="12700" cap="flat" cmpd="sng" algn="ctr">
          <a:solidFill>
            <a:schemeClr val="phClr"/>
          </a:solidFill>
          <a:prstDash val="solid"/>
        </a:ln>
      </a:lnStyleLst>
      <a:effectStyleLst>
        <a:effectStyle>
          <a:effectLst/>
        </a:effectStyle>
        <a:effectStyle>
          <a:effectLst/>
        </a:effectStyle>
        <a:effectStyle>
          <a:effectLst>
            <a:outerShdw blurRad="127000" dist="63500" dir="2700000" algn="br" rotWithShape="0">
              <a:srgbClr val="000000">
                <a:alpha val="25000"/>
              </a:srgbClr>
            </a:outerShdw>
          </a:effectLst>
        </a:effectStyle>
      </a:effectStyleLst>
      <a:bgFillStyleLst>
        <a:solidFill>
          <a:schemeClr val="phClr"/>
        </a:solidFill>
        <a:solidFill>
          <a:schemeClr val="phClr"/>
        </a:solidFill>
        <a:solidFill>
          <a:schemeClr val="phClr"/>
        </a:solidFill>
      </a:bgFillStyleLst>
    </a:fmtScheme>
  </a:themeElements>
  <a:objectDefaults>
    <a:spDef>
      <a:spPr>
        <a:ln>
          <a:noFill/>
          <a:miter/>
        </a:ln>
      </a:spPr>
      <a:bodyPr/>
      <a:lstStyle>
        <a:defPPr algn="ctr">
          <a:lnSpc>
            <a:spcPct val="95000"/>
          </a:lnSpc>
          <a:defRPr sz="1700"/>
        </a:defPPr>
      </a:lstStyle>
      <a:style>
        <a:lnRef idx="0">
          <a:schemeClr val="accent1"/>
        </a:lnRef>
        <a:fillRef idx="1">
          <a:schemeClr val="accent1"/>
        </a:fillRef>
        <a:effectRef idx="0">
          <a:srgbClr val="000000"/>
        </a:effectRef>
        <a:fontRef idx="minor">
          <a:srgbClr val="FFFFFF"/>
        </a:fontRef>
      </a:style>
    </a:spDef>
    <a:lnDef>
      <a:spPr>
        <a:ln w="12700" cap="flat">
          <a:miter/>
        </a:ln>
      </a:spPr>
      <a:bodyPr/>
      <a:lstStyle/>
      <a:style>
        <a:lnRef idx="1">
          <a:schemeClr val="accent1"/>
        </a:lnRef>
        <a:fillRef idx="0">
          <a:schemeClr val="accent1"/>
        </a:fillRef>
        <a:effectRef idx="0">
          <a:srgbClr val="000000"/>
        </a:effectRef>
        <a:fontRef idx="minor">
          <a:srgbClr val="FFFFFF"/>
        </a:fontRef>
      </a:style>
    </a:lnDef>
    <a:txDef>
      <a:spPr>
        <a:noFill/>
      </a:spPr>
      <a:bodyPr wrap="square" lIns="0" tIns="0" rIns="0" bIns="0" rtlCol="0">
        <a:noAutofit/>
      </a:bodyPr>
      <a:lstStyle>
        <a:defPPr marL="182880" indent="-182880">
          <a:lnSpc>
            <a:spcPct val="95000"/>
          </a:lnSpc>
          <a:spcBef>
            <a:spcPts val="1000"/>
          </a:spcBef>
          <a:buSzPct val="100000"/>
          <a:buFont typeface="Arial"/>
          <a:buChar char="▪"/>
          <a:defRPr sz="1700"/>
        </a:defPPr>
      </a:lstStyle>
    </a:txDef>
  </a:objectDefaults>
  <a:extraClrSchemeLst/>
  <a:custClrLst>
    <a:custClr name="Army Black">
      <a:srgbClr val="221F20"/>
    </a:custClr>
    <a:custClr name="Army Gold">
      <a:srgbClr val="FFCC01"/>
    </a:custClr>
    <a:custClr name="White">
      <a:srgbClr val="FFFFFF"/>
    </a:custClr>
    <a:custClr name="Army Green">
      <a:srgbClr val="2F372F"/>
    </a:custClr>
    <a:custClr name="Tan">
      <a:srgbClr val="F1E4C7"/>
    </a:custClr>
    <a:custClr name="Field 01">
      <a:srgbClr val="727365"/>
    </a:custClr>
    <a:custClr name="Field 02">
      <a:srgbClr val="BFB8A6"/>
    </a:custClr>
    <a:custClr name="Gray 01">
      <a:srgbClr val="565557"/>
    </a:custClr>
    <a:custClr name="Gray 02">
      <a:srgbClr val="D5D5D7"/>
    </a:custClr>
    <a:custClr name="Highlight Orange">
      <a:srgbClr val="F16521"/>
    </a:custClr>
    <a:custClr name="Highlight Green">
      <a:srgbClr val="2DAA27"/>
    </a:custClr>
    <a:custClr name="Highlight Red">
      <a:srgbClr val="CF0000"/>
    </a:custClr>
  </a:custClrLst>
  <a:extLst>
    <a:ext uri="{05A4C25C-085E-4340-85A3-A5531E510DB2}">
      <thm15:themeFamily xmlns:thm15="http://schemas.microsoft.com/office/thememl/2012/main" name="US Army PowerPoint 16x9 12Feb2023" id="{3EB2FCAD-453B-4F97-9379-31EB449BB4A1}" vid="{CCBAEC26-5D3F-44DD-9C13-DB69982D462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270</TotalTime>
  <Words>691</Words>
  <Application>Microsoft Office PowerPoint</Application>
  <PresentationFormat>Widescreen</PresentationFormat>
  <Paragraphs>144</Paragraphs>
  <Slides>14</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14</vt:i4>
      </vt:variant>
    </vt:vector>
  </HeadingPairs>
  <TitlesOfParts>
    <vt:vector size="21" baseType="lpstr">
      <vt:lpstr>Aptos</vt:lpstr>
      <vt:lpstr>Arial</vt:lpstr>
      <vt:lpstr>Arial Bold</vt:lpstr>
      <vt:lpstr>Courier New</vt:lpstr>
      <vt:lpstr>Play</vt:lpstr>
      <vt:lpstr>Wingdings</vt:lpstr>
      <vt:lpstr>US Army 2023 AFC DEVCOM Logo</vt:lpstr>
      <vt:lpstr>HTTP and APIs</vt:lpstr>
      <vt:lpstr>HyperText Transfer Protocol</vt:lpstr>
      <vt:lpstr>The HTTP Protocol: Rules</vt:lpstr>
      <vt:lpstr>Examples</vt:lpstr>
      <vt:lpstr>Methods and Codes</vt:lpstr>
      <vt:lpstr>HTTP Tools</vt:lpstr>
      <vt:lpstr>In python</vt:lpstr>
      <vt:lpstr>More Than Text</vt:lpstr>
      <vt:lpstr>Encoding Text</vt:lpstr>
      <vt:lpstr>Base64 Encoding</vt:lpstr>
      <vt:lpstr>Python Base64</vt:lpstr>
      <vt:lpstr>Hands-On #1</vt:lpstr>
      <vt:lpstr>Authentication</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Ethan Shafer</dc:creator>
  <cp:lastModifiedBy>Ethan Shafer</cp:lastModifiedBy>
  <cp:revision>192</cp:revision>
  <dcterms:created xsi:type="dcterms:W3CDTF">2025-09-17T14:29:17Z</dcterms:created>
  <dcterms:modified xsi:type="dcterms:W3CDTF">2026-06-23T02:37:49Z</dcterms:modified>
</cp:coreProperties>
</file>