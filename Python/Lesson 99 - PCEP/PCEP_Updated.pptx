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27"/>
  </p:notesMasterIdLst>
  <p:sldIdLst>
    <p:sldId id="256" r:id="rId6"/>
    <p:sldId id="278" r:id="rId7"/>
    <p:sldId id="279" r:id="rId8"/>
    <p:sldId id="260" r:id="rId9"/>
    <p:sldId id="261" r:id="rId10"/>
    <p:sldId id="280" r:id="rId11"/>
    <p:sldId id="281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FFCC01"/>
                </a:solidFill>
              </a:defRPr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CC01"/>
                </a:solidFill>
              </a:rPr>
              <a:t>PCEP 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Review Questions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23 </a:t>
            </a:r>
            <a:r>
              <a:rPr lang="en-US" dirty="0">
                <a:solidFill>
                  <a:schemeClr val="tx1"/>
                </a:solidFill>
              </a:rPr>
              <a:t>DEC 2025</a:t>
            </a:r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1F59-B885-F1A2-59BB-641F5C61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D3363-3A9B-4768-D43F-8CF537C7A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9980C6E-7859-4333-728C-D4719779DD25}"/>
              </a:ext>
            </a:extLst>
          </p:cNvPr>
          <p:cNvPicPr>
            <a:picLocks/>
          </p:cNvPicPr>
          <p:nvPr/>
        </p:nvPicPr>
        <p:blipFill>
          <a:blip r:embed="rId2"/>
          <a:srcRect t="932" r="3792" b="24286"/>
          <a:stretch>
            <a:fillRect/>
          </a:stretch>
        </p:blipFill>
        <p:spPr>
          <a:xfrm>
            <a:off x="162803" y="902596"/>
            <a:ext cx="10084783" cy="56220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9053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E4D00-494D-D447-BD60-FF3F15C5C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2604DF-6B8E-ED06-5380-9E7D4ACA88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061" b="-933"/>
          <a:stretch>
            <a:fillRect/>
          </a:stretch>
        </p:blipFill>
        <p:spPr>
          <a:xfrm>
            <a:off x="357351" y="683483"/>
            <a:ext cx="8913335" cy="58784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168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28EB3C-A88F-3A5C-FD0B-DED3CB72434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r="23225"/>
          <a:stretch>
            <a:fillRect/>
          </a:stretch>
        </p:blipFill>
        <p:spPr>
          <a:xfrm>
            <a:off x="388883" y="874748"/>
            <a:ext cx="8590420" cy="566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0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C84D8EF-C560-6B19-0046-1878E15D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D622D1A-DF83-41A8-85FF-04D90BF831D3}" type="datetime3">
              <a:rPr lang="en-US" smtClean="0"/>
              <a:pPr>
                <a:spcAft>
                  <a:spcPts val="600"/>
                </a:spcAft>
              </a:pPr>
              <a:t>23 December 2025</a:t>
            </a:fld>
            <a:endParaRPr lang="en-U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F3D7C7D7-EDE4-713E-8FC5-18F7698F16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64E5BE4B-2FBF-4174-9E62-85FAD1CB43A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C0AEFF-BE39-EFF6-8D3A-2D0EEC0A5D6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r="18998" b="-2"/>
          <a:stretch>
            <a:fillRect/>
          </a:stretch>
        </p:blipFill>
        <p:spPr>
          <a:xfrm>
            <a:off x="283779" y="566573"/>
            <a:ext cx="8785225" cy="59118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1947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71D9C-D741-6100-D99F-1AA465B4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0455726-93E8-A49C-8A6E-C972CB11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D622D1A-DF83-41A8-85FF-04D90BF831D3}" type="datetime3">
              <a:rPr lang="en-US" smtClean="0"/>
              <a:pPr>
                <a:spcAft>
                  <a:spcPts val="600"/>
                </a:spcAft>
              </a:pPr>
              <a:t>23 December 2025</a:t>
            </a:fld>
            <a:endParaRPr lang="en-U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FEB11D83-3407-9F5C-1889-3E030A0A56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64E5BE4B-2FBF-4174-9E62-85FAD1CB43A6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44FAA0D-B279-E6DB-DBC5-B8D73D8E9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25"/>
          <a:stretch>
            <a:fillRect/>
          </a:stretch>
        </p:blipFill>
        <p:spPr>
          <a:xfrm>
            <a:off x="173612" y="228600"/>
            <a:ext cx="9443917" cy="6400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1826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E0553-1852-4B3F-9EE6-233D16AB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5ED0AC3-727F-EAE1-177E-E43C0309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D622D1A-DF83-41A8-85FF-04D90BF831D3}" type="datetime3">
              <a:rPr lang="en-US" smtClean="0"/>
              <a:pPr>
                <a:spcAft>
                  <a:spcPts val="600"/>
                </a:spcAft>
              </a:pPr>
              <a:t>23 December 2025</a:t>
            </a:fld>
            <a:endParaRPr lang="en-U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625CF80-1BED-D0F1-1CAD-0A11DC77A0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64E5BE4B-2FBF-4174-9E62-85FAD1CB43A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DFB57-4611-E45B-B94B-9D35BAD9DA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82"/>
          <a:stretch>
            <a:fillRect/>
          </a:stretch>
        </p:blipFill>
        <p:spPr>
          <a:xfrm>
            <a:off x="123093" y="913072"/>
            <a:ext cx="12087793" cy="52754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8946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7946D6-FD97-80F8-7E09-4B2AADA09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13" r="3228"/>
          <a:stretch>
            <a:fillRect/>
          </a:stretch>
        </p:blipFill>
        <p:spPr>
          <a:xfrm>
            <a:off x="275542" y="953728"/>
            <a:ext cx="10176148" cy="521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1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1E9612-E3FB-0AC9-4B67-A6C43F9DC1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310" b="2"/>
          <a:stretch>
            <a:fillRect/>
          </a:stretch>
        </p:blipFill>
        <p:spPr>
          <a:xfrm>
            <a:off x="359462" y="643757"/>
            <a:ext cx="7534099" cy="4937236"/>
          </a:xfrm>
          <a:prstGeom prst="rect">
            <a:avLst/>
          </a:prstGeom>
          <a:noFill/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F12B50D-DE10-2B00-D543-5CCE55E0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AD622D1A-DF83-41A8-85FF-04D90BF831D3}" type="datetime3">
              <a:rPr lang="en-US" smtClean="0"/>
              <a:pPr>
                <a:spcAft>
                  <a:spcPts val="600"/>
                </a:spcAft>
              </a:pPr>
              <a:t>23 December 2025</a:t>
            </a:fld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20C7587A-5022-F772-8C4E-2C85C12B8A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4E5BE4B-2FBF-4174-9E62-85FAD1CB43A6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6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E2D840-8686-8104-2D35-49EB5C69C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62" y="945532"/>
            <a:ext cx="10876515" cy="484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29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451F82-5F27-72F7-7ADB-00362D432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93" y="676778"/>
            <a:ext cx="9324218" cy="581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3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9C29AB-4F72-1109-08C2-DD9F1CD82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5" y="954306"/>
            <a:ext cx="11126037" cy="545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56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A8AEB7-E6FA-8B5E-276E-C3125A00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6"/>
          <a:stretch>
            <a:fillRect/>
          </a:stretch>
        </p:blipFill>
        <p:spPr>
          <a:xfrm>
            <a:off x="211128" y="987972"/>
            <a:ext cx="10625037" cy="54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05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B7E189-F5F8-B47A-8CB7-C11305396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58" y="958759"/>
            <a:ext cx="11071492" cy="517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91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D1BF50-EF21-B969-5D8A-118AED72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8" y="954306"/>
            <a:ext cx="11289371" cy="516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48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D8BAFC-01ED-3C9A-FAD0-8F6706B2A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82" y="1040609"/>
            <a:ext cx="10181180" cy="53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37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FBE11E-64A8-BBD1-A877-A19A85015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16" y="1145628"/>
            <a:ext cx="11825568" cy="511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6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541D5A-951A-8707-D866-D1254029B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688" y="1075690"/>
            <a:ext cx="10905066" cy="53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37D98-A29B-5A0C-A65B-713F36C7C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664" y="643466"/>
            <a:ext cx="818250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40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08472-846C-F559-BDD0-FAE225CFE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52" y="1324303"/>
            <a:ext cx="11816420" cy="484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80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DC4F5879-4C25-46E3-E0D7-4B80FF0F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D622D1A-DF83-41A8-85FF-04D90BF831D3}" type="datetime3">
              <a:rPr lang="en-US" smtClean="0"/>
              <a:pPr>
                <a:spcAft>
                  <a:spcPts val="600"/>
                </a:spcAft>
              </a:pPr>
              <a:t>23 December 2025</a:t>
            </a:fld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517E3A44-5C6F-F40C-1EA2-08682D7B2E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64E5BE4B-2FBF-4174-9E62-85FAD1CB43A6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07376B-1549-4D53-8AB0-337936BC12E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57351" y="1066662"/>
            <a:ext cx="9201580" cy="50608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4147543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</TotalTime>
  <Words>18</Words>
  <Application>Microsoft Office PowerPoint</Application>
  <PresentationFormat>Widescreen</PresentationFormat>
  <Paragraphs>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Arial Bold</vt:lpstr>
      <vt:lpstr>US Army 2023 AFC DEVCOM Logo</vt:lpstr>
      <vt:lpstr>PCEP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Adriana Canedo</cp:lastModifiedBy>
  <cp:revision>29</cp:revision>
  <dcterms:created xsi:type="dcterms:W3CDTF">2024-10-01T14:45:26Z</dcterms:created>
  <dcterms:modified xsi:type="dcterms:W3CDTF">2025-12-23T16:30:37Z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