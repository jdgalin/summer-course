
<file path=[Content_Types].xml><?xml version="1.0" encoding="utf-8"?>
<Types xmlns="http://schemas.openxmlformats.org/package/2006/content-types">
  <Default Extension="emf" ContentType="image/x-emf"/>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5" r:id="rId1"/>
  </p:sldMasterIdLst>
  <p:notesMasterIdLst>
    <p:notesMasterId r:id="rId16"/>
  </p:notesMasterIdLst>
  <p:sldIdLst>
    <p:sldId id="271" r:id="rId2"/>
    <p:sldId id="257" r:id="rId3"/>
    <p:sldId id="258" r:id="rId4"/>
    <p:sldId id="259" r:id="rId5"/>
    <p:sldId id="260" r:id="rId6"/>
    <p:sldId id="262" r:id="rId7"/>
    <p:sldId id="261" r:id="rId8"/>
    <p:sldId id="264" r:id="rId9"/>
    <p:sldId id="270" r:id="rId10"/>
    <p:sldId id="268" r:id="rId11"/>
    <p:sldId id="269" r:id="rId12"/>
    <p:sldId id="265" r:id="rId13"/>
    <p:sldId id="266" r:id="rId14"/>
    <p:sldId id="267"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601"/>
    <p:restoredTop sz="89194" autoAdjust="0"/>
  </p:normalViewPr>
  <p:slideViewPr>
    <p:cSldViewPr snapToGrid="0">
      <p:cViewPr varScale="1">
        <p:scale>
          <a:sx n="88" d="100"/>
          <a:sy n="88" d="100"/>
        </p:scale>
        <p:origin x="80" y="7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D2F5B96-EC90-4B10-91AC-E32DA21E81E1}" type="datetimeFigureOut">
              <a:rPr lang="en-US" smtClean="0"/>
              <a:t>05-May-26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E457D5F-ED05-449E-97D0-205DAB987247}" type="slidenum">
              <a:rPr lang="en-US" smtClean="0"/>
              <a:t>‹#›</a:t>
            </a:fld>
            <a:endParaRPr lang="en-US"/>
          </a:p>
        </p:txBody>
      </p:sp>
    </p:spTree>
    <p:extLst>
      <p:ext uri="{BB962C8B-B14F-4D97-AF65-F5344CB8AC3E}">
        <p14:creationId xmlns:p14="http://schemas.microsoft.com/office/powerpoint/2010/main" val="6065143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https://en.wikipedia.org/wiki/Executable_and_Linkable_Format</a:t>
            </a:r>
          </a:p>
          <a:p>
            <a:r>
              <a:rPr lang="en-US" dirty="0"/>
              <a:t>https://en.wikipedia.org/wiki/Portable_Executable</a:t>
            </a:r>
          </a:p>
        </p:txBody>
      </p:sp>
      <p:sp>
        <p:nvSpPr>
          <p:cNvPr id="4" name="Slide Number Placeholder 3"/>
          <p:cNvSpPr>
            <a:spLocks noGrp="1"/>
          </p:cNvSpPr>
          <p:nvPr>
            <p:ph type="sldNum" sz="quarter" idx="5"/>
          </p:nvPr>
        </p:nvSpPr>
        <p:spPr/>
        <p:txBody>
          <a:bodyPr/>
          <a:lstStyle/>
          <a:p>
            <a:fld id="{BE457D5F-ED05-449E-97D0-205DAB987247}" type="slidenum">
              <a:rPr lang="en-US" smtClean="0"/>
              <a:t>2</a:t>
            </a:fld>
            <a:endParaRPr lang="en-US"/>
          </a:p>
        </p:txBody>
      </p:sp>
    </p:spTree>
    <p:extLst>
      <p:ext uri="{BB962C8B-B14F-4D97-AF65-F5344CB8AC3E}">
        <p14:creationId xmlns:p14="http://schemas.microsoft.com/office/powerpoint/2010/main" val="24857198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https://www.gnu.org/software/sed/manual/sed.html</a:t>
            </a:r>
          </a:p>
        </p:txBody>
      </p:sp>
      <p:sp>
        <p:nvSpPr>
          <p:cNvPr id="4" name="Slide Number Placeholder 3"/>
          <p:cNvSpPr>
            <a:spLocks noGrp="1"/>
          </p:cNvSpPr>
          <p:nvPr>
            <p:ph type="sldNum" sz="quarter" idx="5"/>
          </p:nvPr>
        </p:nvSpPr>
        <p:spPr/>
        <p:txBody>
          <a:bodyPr/>
          <a:lstStyle/>
          <a:p>
            <a:fld id="{BE457D5F-ED05-449E-97D0-205DAB987247}" type="slidenum">
              <a:rPr lang="en-US" smtClean="0"/>
              <a:t>7</a:t>
            </a:fld>
            <a:endParaRPr lang="en-US"/>
          </a:p>
        </p:txBody>
      </p:sp>
    </p:spTree>
    <p:extLst>
      <p:ext uri="{BB962C8B-B14F-4D97-AF65-F5344CB8AC3E}">
        <p14:creationId xmlns:p14="http://schemas.microsoft.com/office/powerpoint/2010/main" val="37856389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E457D5F-ED05-449E-97D0-205DAB987247}" type="slidenum">
              <a:rPr lang="en-US" smtClean="0"/>
              <a:t>11</a:t>
            </a:fld>
            <a:endParaRPr lang="en-US"/>
          </a:p>
        </p:txBody>
      </p:sp>
    </p:spTree>
    <p:extLst>
      <p:ext uri="{BB962C8B-B14F-4D97-AF65-F5344CB8AC3E}">
        <p14:creationId xmlns:p14="http://schemas.microsoft.com/office/powerpoint/2010/main" val="25069433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 one is the version of python pulled from PATH</a:t>
            </a:r>
          </a:p>
          <a:p>
            <a:r>
              <a:rPr lang="en-US" dirty="0"/>
              <a:t>Middle one is the active interpreter that VS Code is using to do syntax highlighting</a:t>
            </a:r>
          </a:p>
          <a:p>
            <a:r>
              <a:rPr lang="en-US" dirty="0"/>
              <a:t>Bottom one is the virtual environment’s interpreter that is being used by the </a:t>
            </a:r>
            <a:r>
              <a:rPr lang="en-US" dirty="0" err="1"/>
              <a:t>Jupyter</a:t>
            </a:r>
            <a:r>
              <a:rPr lang="en-US" dirty="0"/>
              <a:t> Notebook kernel</a:t>
            </a:r>
          </a:p>
          <a:p>
            <a:endParaRPr lang="en-US" dirty="0"/>
          </a:p>
          <a:p>
            <a:r>
              <a:rPr lang="en-US" dirty="0"/>
              <a:t>All three are pointing to different python executables!</a:t>
            </a:r>
          </a:p>
        </p:txBody>
      </p:sp>
      <p:sp>
        <p:nvSpPr>
          <p:cNvPr id="4" name="Slide Number Placeholder 3"/>
          <p:cNvSpPr>
            <a:spLocks noGrp="1"/>
          </p:cNvSpPr>
          <p:nvPr>
            <p:ph type="sldNum" sz="quarter" idx="5"/>
          </p:nvPr>
        </p:nvSpPr>
        <p:spPr/>
        <p:txBody>
          <a:bodyPr/>
          <a:lstStyle/>
          <a:p>
            <a:fld id="{BE457D5F-ED05-449E-97D0-205DAB987247}" type="slidenum">
              <a:rPr lang="en-US" smtClean="0"/>
              <a:t>12</a:t>
            </a:fld>
            <a:endParaRPr lang="en-US"/>
          </a:p>
        </p:txBody>
      </p:sp>
    </p:spTree>
    <p:extLst>
      <p:ext uri="{BB962C8B-B14F-4D97-AF65-F5344CB8AC3E}">
        <p14:creationId xmlns:p14="http://schemas.microsoft.com/office/powerpoint/2010/main" val="206658140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larger view of the previous screenshots</a:t>
            </a:r>
          </a:p>
          <a:p>
            <a:endParaRPr lang="en-US" dirty="0"/>
          </a:p>
          <a:p>
            <a:r>
              <a:rPr lang="en-US" dirty="0"/>
              <a:t>Read the command that VS Code enters for you when you press the play button (in blue text in the bottom terminal).  They type the full path to the exe and then the full path to your python script.</a:t>
            </a:r>
          </a:p>
          <a:p>
            <a:endParaRPr lang="en-US" dirty="0"/>
          </a:p>
          <a:p>
            <a:r>
              <a:rPr lang="en-US" dirty="0"/>
              <a:t>Note that even though python --version shows 3.13.5 and the </a:t>
            </a:r>
            <a:r>
              <a:rPr lang="en-US" dirty="0" err="1"/>
              <a:t>venv</a:t>
            </a:r>
            <a:r>
              <a:rPr lang="en-US" dirty="0"/>
              <a:t> also shows 3.13.5, they’re actually both pointing to separate executable files.</a:t>
            </a:r>
          </a:p>
        </p:txBody>
      </p:sp>
      <p:sp>
        <p:nvSpPr>
          <p:cNvPr id="4" name="Slide Number Placeholder 3"/>
          <p:cNvSpPr>
            <a:spLocks noGrp="1"/>
          </p:cNvSpPr>
          <p:nvPr>
            <p:ph type="sldNum" sz="quarter" idx="5"/>
          </p:nvPr>
        </p:nvSpPr>
        <p:spPr/>
        <p:txBody>
          <a:bodyPr/>
          <a:lstStyle/>
          <a:p>
            <a:fld id="{BE457D5F-ED05-449E-97D0-205DAB987247}" type="slidenum">
              <a:rPr lang="en-US" smtClean="0"/>
              <a:t>13</a:t>
            </a:fld>
            <a:endParaRPr lang="en-US"/>
          </a:p>
        </p:txBody>
      </p:sp>
    </p:spTree>
    <p:extLst>
      <p:ext uri="{BB962C8B-B14F-4D97-AF65-F5344CB8AC3E}">
        <p14:creationId xmlns:p14="http://schemas.microsoft.com/office/powerpoint/2010/main" val="375965615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6.jpe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Slide">
    <p:bg>
      <p:bgPr>
        <a:solidFill>
          <a:srgbClr val="221F20"/>
        </a:solidFill>
        <a:effectLst/>
      </p:bgPr>
    </p:bg>
    <p:spTree>
      <p:nvGrpSpPr>
        <p:cNvPr id="1" name=""/>
        <p:cNvGrpSpPr/>
        <p:nvPr/>
      </p:nvGrpSpPr>
      <p:grpSpPr>
        <a:xfrm>
          <a:off x="0" y="0"/>
          <a:ext cx="0" cy="0"/>
          <a:chOff x="0" y="0"/>
          <a:chExt cx="0" cy="0"/>
        </a:xfrm>
      </p:grpSpPr>
      <p:sp>
        <p:nvSpPr>
          <p:cNvPr id="20" name="Date Placeholder 19">
            <a:extLst>
              <a:ext uri="{FF2B5EF4-FFF2-40B4-BE49-F238E27FC236}">
                <a16:creationId xmlns:a16="http://schemas.microsoft.com/office/drawing/2014/main" id="{39F9F092-1A2E-3BC5-0D99-EE4B132543F8}"/>
              </a:ext>
            </a:extLst>
          </p:cNvPr>
          <p:cNvSpPr>
            <a:spLocks noGrp="1"/>
          </p:cNvSpPr>
          <p:nvPr>
            <p:ph type="dt" sz="half" idx="49"/>
          </p:nvPr>
        </p:nvSpPr>
        <p:spPr/>
        <p:txBody>
          <a:bodyPr/>
          <a:lstStyle/>
          <a:p>
            <a:fld id="{7A3E0868-4E26-4CDC-8A56-D70E2D8B12FE}" type="datetime3">
              <a:rPr lang="en-US" smtClean="0"/>
              <a:t>5 May 2026</a:t>
            </a:fld>
            <a:endParaRPr lang="en-US"/>
          </a:p>
        </p:txBody>
      </p:sp>
      <p:sp>
        <p:nvSpPr>
          <p:cNvPr id="21" name="Slide Number Placeholder 20">
            <a:extLst>
              <a:ext uri="{FF2B5EF4-FFF2-40B4-BE49-F238E27FC236}">
                <a16:creationId xmlns:a16="http://schemas.microsoft.com/office/drawing/2014/main" id="{4D3DAC6A-DFDF-B313-4DB4-FA56B489F422}"/>
              </a:ext>
            </a:extLst>
          </p:cNvPr>
          <p:cNvSpPr>
            <a:spLocks noGrp="1"/>
          </p:cNvSpPr>
          <p:nvPr>
            <p:ph type="sldNum" sz="quarter" idx="50"/>
          </p:nvPr>
        </p:nvSpPr>
        <p:spPr/>
        <p:txBody>
          <a:bodyPr/>
          <a:lstStyle/>
          <a:p>
            <a:fld id="{64E5BE4B-2FBF-4174-9E62-85FAD1CB43A6}" type="slidenum">
              <a:rPr lang="en-US" smtClean="0"/>
              <a:pPr/>
              <a:t>‹#›</a:t>
            </a:fld>
            <a:endParaRPr lang="en-US"/>
          </a:p>
        </p:txBody>
      </p:sp>
      <p:sp>
        <p:nvSpPr>
          <p:cNvPr id="13" name="Text Placeholder 30">
            <a:extLst>
              <a:ext uri="{FF2B5EF4-FFF2-40B4-BE49-F238E27FC236}">
                <a16:creationId xmlns:a16="http://schemas.microsoft.com/office/drawing/2014/main" id="{FC933DC4-3663-15AC-8A64-D7573EE2EC9F}"/>
              </a:ext>
            </a:extLst>
          </p:cNvPr>
          <p:cNvSpPr>
            <a:spLocks noGrp="1"/>
          </p:cNvSpPr>
          <p:nvPr>
            <p:ph type="body" sz="quarter" idx="39" hasCustomPrompt="1"/>
          </p:nvPr>
        </p:nvSpPr>
        <p:spPr>
          <a:xfrm>
            <a:off x="547688" y="5133531"/>
            <a:ext cx="1335568" cy="138499"/>
          </a:xfrm>
          <a:prstGeom prst="rect">
            <a:avLst/>
          </a:prstGeom>
          <a:solidFill>
            <a:schemeClr val="tx1">
              <a:alpha val="93000"/>
            </a:schemeClr>
          </a:solidFill>
          <a:ln w="3175">
            <a:solidFill>
              <a:schemeClr val="tx1"/>
            </a:solidFill>
          </a:ln>
        </p:spPr>
        <p:txBody>
          <a:bodyPr wrap="square" lIns="91440" tIns="0" rIns="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67" indent="0">
              <a:buNone/>
              <a:defRPr sz="1000">
                <a:latin typeface="Arial Bold" panose="020B0704020202020204" pitchFamily="34" charset="0"/>
                <a:cs typeface="Arial Bold" panose="020B0704020202020204" pitchFamily="34" charset="0"/>
              </a:defRPr>
            </a:lvl2pPr>
            <a:lvl3pPr marL="914332" indent="0">
              <a:buNone/>
              <a:defRPr sz="1000">
                <a:latin typeface="Arial Bold" panose="020B0704020202020204" pitchFamily="34" charset="0"/>
                <a:cs typeface="Arial Bold" panose="020B0704020202020204" pitchFamily="34" charset="0"/>
              </a:defRPr>
            </a:lvl3pPr>
            <a:lvl4pPr marL="1371498" indent="0">
              <a:buNone/>
              <a:defRPr sz="1000">
                <a:latin typeface="Arial Bold" panose="020B0704020202020204" pitchFamily="34" charset="0"/>
                <a:cs typeface="Arial Bold" panose="020B0704020202020204" pitchFamily="34" charset="0"/>
              </a:defRPr>
            </a:lvl4pPr>
            <a:lvl5pPr marL="1828664" indent="0">
              <a:buNone/>
              <a:defRPr sz="1000">
                <a:latin typeface="Arial Bold" panose="020B0704020202020204" pitchFamily="34" charset="0"/>
                <a:cs typeface="Arial Bold" panose="020B0704020202020204" pitchFamily="34" charset="0"/>
              </a:defRPr>
            </a:lvl5pPr>
          </a:lstStyle>
          <a:p>
            <a:pPr lvl="0"/>
            <a:r>
              <a:rPr lang="en-US"/>
              <a:t>Controlled by: </a:t>
            </a:r>
          </a:p>
        </p:txBody>
      </p:sp>
      <p:sp>
        <p:nvSpPr>
          <p:cNvPr id="22" name="Text Placeholder 30">
            <a:extLst>
              <a:ext uri="{FF2B5EF4-FFF2-40B4-BE49-F238E27FC236}">
                <a16:creationId xmlns:a16="http://schemas.microsoft.com/office/drawing/2014/main" id="{1FE393D1-D968-8D71-45F7-5B4A7CEF5CF9}"/>
              </a:ext>
            </a:extLst>
          </p:cNvPr>
          <p:cNvSpPr>
            <a:spLocks noGrp="1"/>
          </p:cNvSpPr>
          <p:nvPr>
            <p:ph type="body" sz="quarter" idx="40" hasCustomPrompt="1"/>
          </p:nvPr>
        </p:nvSpPr>
        <p:spPr>
          <a:xfrm>
            <a:off x="547688" y="4952739"/>
            <a:ext cx="1335568" cy="138499"/>
          </a:xfrm>
          <a:prstGeom prst="rect">
            <a:avLst/>
          </a:prstGeom>
          <a:solidFill>
            <a:schemeClr val="tx1">
              <a:alpha val="93000"/>
            </a:schemeClr>
          </a:solidFill>
          <a:ln w="3175">
            <a:solidFill>
              <a:schemeClr val="tx1"/>
            </a:solidFill>
          </a:ln>
        </p:spPr>
        <p:txBody>
          <a:bodyPr wrap="square" lIns="91440" tIns="0" rIns="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67" indent="0">
              <a:buNone/>
              <a:defRPr sz="1000">
                <a:latin typeface="Arial Bold" panose="020B0704020202020204" pitchFamily="34" charset="0"/>
                <a:cs typeface="Arial Bold" panose="020B0704020202020204" pitchFamily="34" charset="0"/>
              </a:defRPr>
            </a:lvl2pPr>
            <a:lvl3pPr marL="914332" indent="0">
              <a:buNone/>
              <a:defRPr sz="1000">
                <a:latin typeface="Arial Bold" panose="020B0704020202020204" pitchFamily="34" charset="0"/>
                <a:cs typeface="Arial Bold" panose="020B0704020202020204" pitchFamily="34" charset="0"/>
              </a:defRPr>
            </a:lvl3pPr>
            <a:lvl4pPr marL="1371498" indent="0">
              <a:buNone/>
              <a:defRPr sz="1000">
                <a:latin typeface="Arial Bold" panose="020B0704020202020204" pitchFamily="34" charset="0"/>
                <a:cs typeface="Arial Bold" panose="020B0704020202020204" pitchFamily="34" charset="0"/>
              </a:defRPr>
            </a:lvl4pPr>
            <a:lvl5pPr marL="1828664" indent="0">
              <a:buNone/>
              <a:defRPr sz="1000">
                <a:latin typeface="Arial Bold" panose="020B0704020202020204" pitchFamily="34" charset="0"/>
                <a:cs typeface="Arial Bold" panose="020B0704020202020204" pitchFamily="34" charset="0"/>
              </a:defRPr>
            </a:lvl5pPr>
          </a:lstStyle>
          <a:p>
            <a:pPr lvl="0"/>
            <a:r>
              <a:rPr lang="en-US"/>
              <a:t>Controlled by: </a:t>
            </a:r>
          </a:p>
        </p:txBody>
      </p:sp>
      <p:sp>
        <p:nvSpPr>
          <p:cNvPr id="23" name="Text Placeholder 30">
            <a:extLst>
              <a:ext uri="{FF2B5EF4-FFF2-40B4-BE49-F238E27FC236}">
                <a16:creationId xmlns:a16="http://schemas.microsoft.com/office/drawing/2014/main" id="{DF69BC8A-AD59-63A3-64A2-27F7496859F1}"/>
              </a:ext>
            </a:extLst>
          </p:cNvPr>
          <p:cNvSpPr>
            <a:spLocks noGrp="1"/>
          </p:cNvSpPr>
          <p:nvPr>
            <p:ph type="body" sz="quarter" idx="41" hasCustomPrompt="1"/>
          </p:nvPr>
        </p:nvSpPr>
        <p:spPr>
          <a:xfrm>
            <a:off x="547688" y="5314323"/>
            <a:ext cx="1335568" cy="138499"/>
          </a:xfrm>
          <a:prstGeom prst="rect">
            <a:avLst/>
          </a:prstGeom>
          <a:solidFill>
            <a:schemeClr val="tx1">
              <a:alpha val="93000"/>
            </a:schemeClr>
          </a:solidFill>
          <a:ln w="3175">
            <a:solidFill>
              <a:schemeClr val="tx1"/>
            </a:solidFill>
          </a:ln>
        </p:spPr>
        <p:txBody>
          <a:bodyPr wrap="square" lIns="91440" tIns="0" rIns="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67" indent="0">
              <a:buNone/>
              <a:defRPr sz="1000">
                <a:latin typeface="Arial Bold" panose="020B0704020202020204" pitchFamily="34" charset="0"/>
                <a:cs typeface="Arial Bold" panose="020B0704020202020204" pitchFamily="34" charset="0"/>
              </a:defRPr>
            </a:lvl2pPr>
            <a:lvl3pPr marL="914332" indent="0">
              <a:buNone/>
              <a:defRPr sz="1000">
                <a:latin typeface="Arial Bold" panose="020B0704020202020204" pitchFamily="34" charset="0"/>
                <a:cs typeface="Arial Bold" panose="020B0704020202020204" pitchFamily="34" charset="0"/>
              </a:defRPr>
            </a:lvl3pPr>
            <a:lvl4pPr marL="1371498" indent="0">
              <a:buNone/>
              <a:defRPr sz="1000">
                <a:latin typeface="Arial Bold" panose="020B0704020202020204" pitchFamily="34" charset="0"/>
                <a:cs typeface="Arial Bold" panose="020B0704020202020204" pitchFamily="34" charset="0"/>
              </a:defRPr>
            </a:lvl4pPr>
            <a:lvl5pPr marL="1828664" indent="0">
              <a:buNone/>
              <a:defRPr sz="1000">
                <a:latin typeface="Arial Bold" panose="020B0704020202020204" pitchFamily="34" charset="0"/>
                <a:cs typeface="Arial Bold" panose="020B0704020202020204" pitchFamily="34" charset="0"/>
              </a:defRPr>
            </a:lvl5pPr>
          </a:lstStyle>
          <a:p>
            <a:pPr lvl="0"/>
            <a:r>
              <a:rPr lang="en-US"/>
              <a:t>CUI Category: </a:t>
            </a:r>
          </a:p>
        </p:txBody>
      </p:sp>
      <p:sp>
        <p:nvSpPr>
          <p:cNvPr id="24" name="Text Placeholder 30">
            <a:extLst>
              <a:ext uri="{FF2B5EF4-FFF2-40B4-BE49-F238E27FC236}">
                <a16:creationId xmlns:a16="http://schemas.microsoft.com/office/drawing/2014/main" id="{EDE4793B-EE3D-A719-6990-5D9F67CBAF13}"/>
              </a:ext>
            </a:extLst>
          </p:cNvPr>
          <p:cNvSpPr>
            <a:spLocks noGrp="1"/>
          </p:cNvSpPr>
          <p:nvPr>
            <p:ph type="body" sz="quarter" idx="42" hasCustomPrompt="1"/>
          </p:nvPr>
        </p:nvSpPr>
        <p:spPr>
          <a:xfrm>
            <a:off x="547688" y="5495115"/>
            <a:ext cx="1335568" cy="138499"/>
          </a:xfrm>
          <a:prstGeom prst="rect">
            <a:avLst/>
          </a:prstGeom>
          <a:solidFill>
            <a:schemeClr val="tx1">
              <a:alpha val="93000"/>
            </a:schemeClr>
          </a:solidFill>
          <a:ln w="3175">
            <a:solidFill>
              <a:schemeClr val="tx1"/>
            </a:solidFill>
          </a:ln>
        </p:spPr>
        <p:txBody>
          <a:bodyPr wrap="square" lIns="91440" tIns="0" rIns="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67" indent="0">
              <a:buNone/>
              <a:defRPr sz="1000">
                <a:latin typeface="Arial Bold" panose="020B0704020202020204" pitchFamily="34" charset="0"/>
                <a:cs typeface="Arial Bold" panose="020B0704020202020204" pitchFamily="34" charset="0"/>
              </a:defRPr>
            </a:lvl2pPr>
            <a:lvl3pPr marL="914332" indent="0">
              <a:buNone/>
              <a:defRPr sz="1000">
                <a:latin typeface="Arial Bold" panose="020B0704020202020204" pitchFamily="34" charset="0"/>
                <a:cs typeface="Arial Bold" panose="020B0704020202020204" pitchFamily="34" charset="0"/>
              </a:defRPr>
            </a:lvl3pPr>
            <a:lvl4pPr marL="1371498" indent="0">
              <a:buNone/>
              <a:defRPr sz="1000">
                <a:latin typeface="Arial Bold" panose="020B0704020202020204" pitchFamily="34" charset="0"/>
                <a:cs typeface="Arial Bold" panose="020B0704020202020204" pitchFamily="34" charset="0"/>
              </a:defRPr>
            </a:lvl4pPr>
            <a:lvl5pPr marL="1828664" indent="0">
              <a:buNone/>
              <a:defRPr sz="1000">
                <a:latin typeface="Arial Bold" panose="020B0704020202020204" pitchFamily="34" charset="0"/>
                <a:cs typeface="Arial Bold" panose="020B0704020202020204" pitchFamily="34" charset="0"/>
              </a:defRPr>
            </a:lvl5pPr>
          </a:lstStyle>
          <a:p>
            <a:pPr lvl="0"/>
            <a:r>
              <a:rPr lang="en-US"/>
              <a:t>Distribution Statement: </a:t>
            </a:r>
          </a:p>
        </p:txBody>
      </p:sp>
      <p:sp>
        <p:nvSpPr>
          <p:cNvPr id="25" name="Text Placeholder 30">
            <a:extLst>
              <a:ext uri="{FF2B5EF4-FFF2-40B4-BE49-F238E27FC236}">
                <a16:creationId xmlns:a16="http://schemas.microsoft.com/office/drawing/2014/main" id="{A24EE18E-6DA7-CB84-1F21-8DF1C7482384}"/>
              </a:ext>
            </a:extLst>
          </p:cNvPr>
          <p:cNvSpPr>
            <a:spLocks noGrp="1"/>
          </p:cNvSpPr>
          <p:nvPr>
            <p:ph type="body" sz="quarter" idx="43" hasCustomPrompt="1"/>
          </p:nvPr>
        </p:nvSpPr>
        <p:spPr>
          <a:xfrm>
            <a:off x="547688" y="5675907"/>
            <a:ext cx="1335568" cy="138499"/>
          </a:xfrm>
          <a:prstGeom prst="rect">
            <a:avLst/>
          </a:prstGeom>
          <a:solidFill>
            <a:schemeClr val="tx1">
              <a:alpha val="93000"/>
            </a:schemeClr>
          </a:solidFill>
          <a:ln w="3175">
            <a:solidFill>
              <a:schemeClr val="tx1"/>
            </a:solidFill>
          </a:ln>
        </p:spPr>
        <p:txBody>
          <a:bodyPr wrap="square" lIns="91440" tIns="0" rIns="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67" indent="0">
              <a:buNone/>
              <a:defRPr sz="1000">
                <a:latin typeface="Arial Bold" panose="020B0704020202020204" pitchFamily="34" charset="0"/>
                <a:cs typeface="Arial Bold" panose="020B0704020202020204" pitchFamily="34" charset="0"/>
              </a:defRPr>
            </a:lvl2pPr>
            <a:lvl3pPr marL="914332" indent="0">
              <a:buNone/>
              <a:defRPr sz="1000">
                <a:latin typeface="Arial Bold" panose="020B0704020202020204" pitchFamily="34" charset="0"/>
                <a:cs typeface="Arial Bold" panose="020B0704020202020204" pitchFamily="34" charset="0"/>
              </a:defRPr>
            </a:lvl3pPr>
            <a:lvl4pPr marL="1371498" indent="0">
              <a:buNone/>
              <a:defRPr sz="1000">
                <a:latin typeface="Arial Bold" panose="020B0704020202020204" pitchFamily="34" charset="0"/>
                <a:cs typeface="Arial Bold" panose="020B0704020202020204" pitchFamily="34" charset="0"/>
              </a:defRPr>
            </a:lvl4pPr>
            <a:lvl5pPr marL="1828664" indent="0">
              <a:buNone/>
              <a:defRPr sz="1000">
                <a:latin typeface="Arial Bold" panose="020B0704020202020204" pitchFamily="34" charset="0"/>
                <a:cs typeface="Arial Bold" panose="020B0704020202020204" pitchFamily="34" charset="0"/>
              </a:defRPr>
            </a:lvl5pPr>
          </a:lstStyle>
          <a:p>
            <a:pPr lvl="0"/>
            <a:r>
              <a:rPr lang="en-US"/>
              <a:t>POC: </a:t>
            </a:r>
          </a:p>
        </p:txBody>
      </p:sp>
      <p:sp>
        <p:nvSpPr>
          <p:cNvPr id="26" name="Text Placeholder 30">
            <a:extLst>
              <a:ext uri="{FF2B5EF4-FFF2-40B4-BE49-F238E27FC236}">
                <a16:creationId xmlns:a16="http://schemas.microsoft.com/office/drawing/2014/main" id="{AAEE65B4-7FC0-51E0-61A9-DA039122F268}"/>
              </a:ext>
            </a:extLst>
          </p:cNvPr>
          <p:cNvSpPr>
            <a:spLocks noGrp="1"/>
          </p:cNvSpPr>
          <p:nvPr>
            <p:ph type="body" sz="quarter" idx="44"/>
          </p:nvPr>
        </p:nvSpPr>
        <p:spPr>
          <a:xfrm>
            <a:off x="1981201" y="5133531"/>
            <a:ext cx="3124935" cy="138499"/>
          </a:xfrm>
          <a:prstGeom prst="rect">
            <a:avLst/>
          </a:prstGeom>
          <a:solidFill>
            <a:schemeClr val="tx1">
              <a:alpha val="93000"/>
            </a:schemeClr>
          </a:solidFill>
          <a:ln w="3175">
            <a:solidFill>
              <a:schemeClr val="tx1"/>
            </a:solidFill>
          </a:ln>
        </p:spPr>
        <p:txBody>
          <a:bodyPr wrap="square" lIns="91440" tIns="0" rIns="36576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67" indent="0">
              <a:buNone/>
              <a:defRPr sz="1000">
                <a:latin typeface="Arial Bold" panose="020B0704020202020204" pitchFamily="34" charset="0"/>
                <a:cs typeface="Arial Bold" panose="020B0704020202020204" pitchFamily="34" charset="0"/>
              </a:defRPr>
            </a:lvl2pPr>
            <a:lvl3pPr marL="914332" indent="0">
              <a:buNone/>
              <a:defRPr sz="1000">
                <a:latin typeface="Arial Bold" panose="020B0704020202020204" pitchFamily="34" charset="0"/>
                <a:cs typeface="Arial Bold" panose="020B0704020202020204" pitchFamily="34" charset="0"/>
              </a:defRPr>
            </a:lvl3pPr>
            <a:lvl4pPr marL="1371498" indent="0">
              <a:buNone/>
              <a:defRPr sz="1000">
                <a:latin typeface="Arial Bold" panose="020B0704020202020204" pitchFamily="34" charset="0"/>
                <a:cs typeface="Arial Bold" panose="020B0704020202020204" pitchFamily="34" charset="0"/>
              </a:defRPr>
            </a:lvl4pPr>
            <a:lvl5pPr marL="1828664" indent="0">
              <a:buNone/>
              <a:defRPr sz="1000">
                <a:latin typeface="Arial Bold" panose="020B0704020202020204" pitchFamily="34" charset="0"/>
                <a:cs typeface="Arial Bold" panose="020B0704020202020204" pitchFamily="34" charset="0"/>
              </a:defRPr>
            </a:lvl5pPr>
          </a:lstStyle>
          <a:p>
            <a:pPr lvl="0"/>
            <a:r>
              <a:rPr lang="en-US"/>
              <a:t>Click to edit Master text styles</a:t>
            </a:r>
          </a:p>
        </p:txBody>
      </p:sp>
      <p:sp>
        <p:nvSpPr>
          <p:cNvPr id="27" name="Text Placeholder 30">
            <a:extLst>
              <a:ext uri="{FF2B5EF4-FFF2-40B4-BE49-F238E27FC236}">
                <a16:creationId xmlns:a16="http://schemas.microsoft.com/office/drawing/2014/main" id="{6483CD3B-2F61-38F8-2851-B10539781BDC}"/>
              </a:ext>
            </a:extLst>
          </p:cNvPr>
          <p:cNvSpPr>
            <a:spLocks noGrp="1"/>
          </p:cNvSpPr>
          <p:nvPr>
            <p:ph type="body" sz="quarter" idx="45"/>
          </p:nvPr>
        </p:nvSpPr>
        <p:spPr>
          <a:xfrm>
            <a:off x="1981201" y="4952739"/>
            <a:ext cx="3124935" cy="138499"/>
          </a:xfrm>
          <a:prstGeom prst="rect">
            <a:avLst/>
          </a:prstGeom>
          <a:solidFill>
            <a:schemeClr val="tx1">
              <a:alpha val="93000"/>
            </a:schemeClr>
          </a:solidFill>
          <a:ln w="3175">
            <a:solidFill>
              <a:schemeClr val="tx1"/>
            </a:solidFill>
          </a:ln>
        </p:spPr>
        <p:txBody>
          <a:bodyPr wrap="square" lIns="91440" tIns="0" rIns="36576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67" indent="0">
              <a:buNone/>
              <a:defRPr sz="1000">
                <a:latin typeface="Arial Bold" panose="020B0704020202020204" pitchFamily="34" charset="0"/>
                <a:cs typeface="Arial Bold" panose="020B0704020202020204" pitchFamily="34" charset="0"/>
              </a:defRPr>
            </a:lvl2pPr>
            <a:lvl3pPr marL="914332" indent="0">
              <a:buNone/>
              <a:defRPr sz="1000">
                <a:latin typeface="Arial Bold" panose="020B0704020202020204" pitchFamily="34" charset="0"/>
                <a:cs typeface="Arial Bold" panose="020B0704020202020204" pitchFamily="34" charset="0"/>
              </a:defRPr>
            </a:lvl3pPr>
            <a:lvl4pPr marL="1371498" indent="0">
              <a:buNone/>
              <a:defRPr sz="1000">
                <a:latin typeface="Arial Bold" panose="020B0704020202020204" pitchFamily="34" charset="0"/>
                <a:cs typeface="Arial Bold" panose="020B0704020202020204" pitchFamily="34" charset="0"/>
              </a:defRPr>
            </a:lvl4pPr>
            <a:lvl5pPr marL="1828664" indent="0">
              <a:buNone/>
              <a:defRPr sz="1000">
                <a:latin typeface="Arial Bold" panose="020B0704020202020204" pitchFamily="34" charset="0"/>
                <a:cs typeface="Arial Bold" panose="020B0704020202020204" pitchFamily="34" charset="0"/>
              </a:defRPr>
            </a:lvl5pPr>
          </a:lstStyle>
          <a:p>
            <a:pPr lvl="0"/>
            <a:r>
              <a:rPr lang="en-US"/>
              <a:t>Click to edit Master text styles</a:t>
            </a:r>
          </a:p>
        </p:txBody>
      </p:sp>
      <p:sp>
        <p:nvSpPr>
          <p:cNvPr id="28" name="Text Placeholder 30">
            <a:extLst>
              <a:ext uri="{FF2B5EF4-FFF2-40B4-BE49-F238E27FC236}">
                <a16:creationId xmlns:a16="http://schemas.microsoft.com/office/drawing/2014/main" id="{F72C11EB-F1A8-B896-9775-C7ADA2F83259}"/>
              </a:ext>
            </a:extLst>
          </p:cNvPr>
          <p:cNvSpPr>
            <a:spLocks noGrp="1"/>
          </p:cNvSpPr>
          <p:nvPr>
            <p:ph type="body" sz="quarter" idx="46"/>
          </p:nvPr>
        </p:nvSpPr>
        <p:spPr>
          <a:xfrm>
            <a:off x="1981201" y="5314323"/>
            <a:ext cx="3124935" cy="138499"/>
          </a:xfrm>
          <a:prstGeom prst="rect">
            <a:avLst/>
          </a:prstGeom>
          <a:solidFill>
            <a:schemeClr val="tx1">
              <a:alpha val="93000"/>
            </a:schemeClr>
          </a:solidFill>
          <a:ln w="3175">
            <a:solidFill>
              <a:schemeClr val="tx1"/>
            </a:solidFill>
          </a:ln>
        </p:spPr>
        <p:txBody>
          <a:bodyPr wrap="square" lIns="91440" tIns="0" rIns="36576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67" indent="0">
              <a:buNone/>
              <a:defRPr sz="1000">
                <a:latin typeface="Arial Bold" panose="020B0704020202020204" pitchFamily="34" charset="0"/>
                <a:cs typeface="Arial Bold" panose="020B0704020202020204" pitchFamily="34" charset="0"/>
              </a:defRPr>
            </a:lvl2pPr>
            <a:lvl3pPr marL="914332" indent="0">
              <a:buNone/>
              <a:defRPr sz="1000">
                <a:latin typeface="Arial Bold" panose="020B0704020202020204" pitchFamily="34" charset="0"/>
                <a:cs typeface="Arial Bold" panose="020B0704020202020204" pitchFamily="34" charset="0"/>
              </a:defRPr>
            </a:lvl3pPr>
            <a:lvl4pPr marL="1371498" indent="0">
              <a:buNone/>
              <a:defRPr sz="1000">
                <a:latin typeface="Arial Bold" panose="020B0704020202020204" pitchFamily="34" charset="0"/>
                <a:cs typeface="Arial Bold" panose="020B0704020202020204" pitchFamily="34" charset="0"/>
              </a:defRPr>
            </a:lvl4pPr>
            <a:lvl5pPr marL="1828664" indent="0">
              <a:buNone/>
              <a:defRPr sz="1000">
                <a:latin typeface="Arial Bold" panose="020B0704020202020204" pitchFamily="34" charset="0"/>
                <a:cs typeface="Arial Bold" panose="020B0704020202020204" pitchFamily="34" charset="0"/>
              </a:defRPr>
            </a:lvl5pPr>
          </a:lstStyle>
          <a:p>
            <a:pPr lvl="0"/>
            <a:r>
              <a:rPr lang="en-US"/>
              <a:t>Click to edit Master text styles</a:t>
            </a:r>
          </a:p>
        </p:txBody>
      </p:sp>
      <p:sp>
        <p:nvSpPr>
          <p:cNvPr id="29" name="Text Placeholder 30">
            <a:extLst>
              <a:ext uri="{FF2B5EF4-FFF2-40B4-BE49-F238E27FC236}">
                <a16:creationId xmlns:a16="http://schemas.microsoft.com/office/drawing/2014/main" id="{4BF91907-2C5A-9E08-110C-64B850CA6482}"/>
              </a:ext>
            </a:extLst>
          </p:cNvPr>
          <p:cNvSpPr>
            <a:spLocks noGrp="1"/>
          </p:cNvSpPr>
          <p:nvPr>
            <p:ph type="body" sz="quarter" idx="47"/>
          </p:nvPr>
        </p:nvSpPr>
        <p:spPr>
          <a:xfrm>
            <a:off x="1981201" y="5495115"/>
            <a:ext cx="3124935" cy="138499"/>
          </a:xfrm>
          <a:prstGeom prst="rect">
            <a:avLst/>
          </a:prstGeom>
          <a:solidFill>
            <a:schemeClr val="tx1">
              <a:alpha val="93000"/>
            </a:schemeClr>
          </a:solidFill>
          <a:ln w="3175">
            <a:solidFill>
              <a:schemeClr val="tx1"/>
            </a:solidFill>
          </a:ln>
        </p:spPr>
        <p:txBody>
          <a:bodyPr wrap="square" lIns="91440" tIns="0" rIns="36576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67" indent="0">
              <a:buNone/>
              <a:defRPr sz="1000">
                <a:latin typeface="Arial Bold" panose="020B0704020202020204" pitchFamily="34" charset="0"/>
                <a:cs typeface="Arial Bold" panose="020B0704020202020204" pitchFamily="34" charset="0"/>
              </a:defRPr>
            </a:lvl2pPr>
            <a:lvl3pPr marL="914332" indent="0">
              <a:buNone/>
              <a:defRPr sz="1000">
                <a:latin typeface="Arial Bold" panose="020B0704020202020204" pitchFamily="34" charset="0"/>
                <a:cs typeface="Arial Bold" panose="020B0704020202020204" pitchFamily="34" charset="0"/>
              </a:defRPr>
            </a:lvl3pPr>
            <a:lvl4pPr marL="1371498" indent="0">
              <a:buNone/>
              <a:defRPr sz="1000">
                <a:latin typeface="Arial Bold" panose="020B0704020202020204" pitchFamily="34" charset="0"/>
                <a:cs typeface="Arial Bold" panose="020B0704020202020204" pitchFamily="34" charset="0"/>
              </a:defRPr>
            </a:lvl4pPr>
            <a:lvl5pPr marL="1828664" indent="0">
              <a:buNone/>
              <a:defRPr sz="1000">
                <a:latin typeface="Arial Bold" panose="020B0704020202020204" pitchFamily="34" charset="0"/>
                <a:cs typeface="Arial Bold" panose="020B0704020202020204" pitchFamily="34" charset="0"/>
              </a:defRPr>
            </a:lvl5pPr>
          </a:lstStyle>
          <a:p>
            <a:pPr lvl="0"/>
            <a:r>
              <a:rPr lang="en-US"/>
              <a:t>Click to edit Master text styles</a:t>
            </a:r>
          </a:p>
        </p:txBody>
      </p:sp>
      <p:sp>
        <p:nvSpPr>
          <p:cNvPr id="30" name="Text Placeholder 30">
            <a:extLst>
              <a:ext uri="{FF2B5EF4-FFF2-40B4-BE49-F238E27FC236}">
                <a16:creationId xmlns:a16="http://schemas.microsoft.com/office/drawing/2014/main" id="{0F5C0BB3-E700-E0BE-1E5D-F32BFF0DB730}"/>
              </a:ext>
            </a:extLst>
          </p:cNvPr>
          <p:cNvSpPr>
            <a:spLocks noGrp="1"/>
          </p:cNvSpPr>
          <p:nvPr>
            <p:ph type="body" sz="quarter" idx="48"/>
          </p:nvPr>
        </p:nvSpPr>
        <p:spPr>
          <a:xfrm>
            <a:off x="1981201" y="5675907"/>
            <a:ext cx="3124935" cy="138499"/>
          </a:xfrm>
          <a:prstGeom prst="rect">
            <a:avLst/>
          </a:prstGeom>
          <a:solidFill>
            <a:schemeClr val="tx1">
              <a:alpha val="93000"/>
            </a:schemeClr>
          </a:solidFill>
          <a:ln w="3175">
            <a:solidFill>
              <a:schemeClr val="tx1"/>
            </a:solidFill>
          </a:ln>
        </p:spPr>
        <p:txBody>
          <a:bodyPr wrap="square" lIns="91440" tIns="0" rIns="36576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67" indent="0">
              <a:buNone/>
              <a:defRPr sz="1000">
                <a:latin typeface="Arial Bold" panose="020B0704020202020204" pitchFamily="34" charset="0"/>
                <a:cs typeface="Arial Bold" panose="020B0704020202020204" pitchFamily="34" charset="0"/>
              </a:defRPr>
            </a:lvl2pPr>
            <a:lvl3pPr marL="914332" indent="0">
              <a:buNone/>
              <a:defRPr sz="1000">
                <a:latin typeface="Arial Bold" panose="020B0704020202020204" pitchFamily="34" charset="0"/>
                <a:cs typeface="Arial Bold" panose="020B0704020202020204" pitchFamily="34" charset="0"/>
              </a:defRPr>
            </a:lvl3pPr>
            <a:lvl4pPr marL="1371498" indent="0">
              <a:buNone/>
              <a:defRPr sz="1000">
                <a:latin typeface="Arial Bold" panose="020B0704020202020204" pitchFamily="34" charset="0"/>
                <a:cs typeface="Arial Bold" panose="020B0704020202020204" pitchFamily="34" charset="0"/>
              </a:defRPr>
            </a:lvl4pPr>
            <a:lvl5pPr marL="1828664" indent="0">
              <a:buNone/>
              <a:defRPr sz="1000">
                <a:latin typeface="Arial Bold" panose="020B0704020202020204" pitchFamily="34" charset="0"/>
                <a:cs typeface="Arial Bold" panose="020B0704020202020204" pitchFamily="34" charset="0"/>
              </a:defRPr>
            </a:lvl5pPr>
          </a:lstStyle>
          <a:p>
            <a:pPr lvl="0"/>
            <a:r>
              <a:rPr lang="en-US"/>
              <a:t>Click to edit Master text styles</a:t>
            </a:r>
          </a:p>
        </p:txBody>
      </p:sp>
      <p:pic>
        <p:nvPicPr>
          <p:cNvPr id="5" name="U.S. Army" descr="U.S. Army">
            <a:extLst>
              <a:ext uri="{FF2B5EF4-FFF2-40B4-BE49-F238E27FC236}">
                <a16:creationId xmlns:a16="http://schemas.microsoft.com/office/drawing/2014/main" id="{8765D769-2E19-A1D0-70F0-660B5118F32F}"/>
              </a:ext>
            </a:extLst>
          </p:cNvPr>
          <p:cNvPicPr>
            <a:picLocks noChangeAspect="1"/>
          </p:cNvPicPr>
          <p:nvPr/>
        </p:nvPicPr>
        <p:blipFill>
          <a:blip r:embed="rId2"/>
          <a:stretch>
            <a:fillRect/>
          </a:stretch>
        </p:blipFill>
        <p:spPr bwMode="black">
          <a:xfrm>
            <a:off x="244899" y="112631"/>
            <a:ext cx="3246120" cy="1225808"/>
          </a:xfrm>
          <a:prstGeom prst="rect">
            <a:avLst/>
          </a:prstGeom>
        </p:spPr>
      </p:pic>
      <p:pic>
        <p:nvPicPr>
          <p:cNvPr id="7" name="Picture 6">
            <a:extLst>
              <a:ext uri="{FF2B5EF4-FFF2-40B4-BE49-F238E27FC236}">
                <a16:creationId xmlns:a16="http://schemas.microsoft.com/office/drawing/2014/main" id="{4367708F-A6ED-2C67-AAB2-F57AAA10F9A2}"/>
              </a:ext>
            </a:extLst>
          </p:cNvPr>
          <p:cNvPicPr>
            <a:picLocks noChangeAspect="1"/>
          </p:cNvPicPr>
          <p:nvPr/>
        </p:nvPicPr>
        <p:blipFill>
          <a:blip r:embed="rId3"/>
          <a:srcRect/>
          <a:stretch/>
        </p:blipFill>
        <p:spPr>
          <a:xfrm>
            <a:off x="10004616" y="411163"/>
            <a:ext cx="1629707" cy="478023"/>
          </a:xfrm>
          <a:prstGeom prst="rect">
            <a:avLst/>
          </a:prstGeom>
        </p:spPr>
      </p:pic>
      <p:grpSp>
        <p:nvGrpSpPr>
          <p:cNvPr id="4" name="Group">
            <a:extLst>
              <a:ext uri="{FF2B5EF4-FFF2-40B4-BE49-F238E27FC236}">
                <a16:creationId xmlns:a16="http://schemas.microsoft.com/office/drawing/2014/main" id="{0D2A18CE-EA59-FCDB-5CF9-72169831C632}"/>
              </a:ext>
              <a:ext uri="{C183D7F6-B498-43B3-948B-1728B52AA6E4}">
                <adec:decorative xmlns:adec="http://schemas.microsoft.com/office/drawing/2017/decorative" val="1"/>
              </a:ext>
            </a:extLst>
          </p:cNvPr>
          <p:cNvGrpSpPr/>
          <p:nvPr/>
        </p:nvGrpSpPr>
        <p:grpSpPr>
          <a:xfrm>
            <a:off x="548219" y="1974220"/>
            <a:ext cx="7173381" cy="2377440"/>
            <a:chOff x="411163" y="2240280"/>
            <a:chExt cx="6446837" cy="2377440"/>
          </a:xfrm>
        </p:grpSpPr>
        <p:sp>
          <p:nvSpPr>
            <p:cNvPr id="15" name="Rectangle">
              <a:extLst>
                <a:ext uri="{FF2B5EF4-FFF2-40B4-BE49-F238E27FC236}">
                  <a16:creationId xmlns:a16="http://schemas.microsoft.com/office/drawing/2014/main" id="{453FC9A3-D341-95FE-49D0-507EC65462D2}"/>
                </a:ext>
                <a:ext uri="{C183D7F6-B498-43B3-948B-1728B52AA6E4}">
                  <adec:decorative xmlns:adec="http://schemas.microsoft.com/office/drawing/2017/decorative" val="1"/>
                </a:ext>
              </a:extLst>
            </p:cNvPr>
            <p:cNvSpPr/>
            <p:nvPr userDrawn="1"/>
          </p:nvSpPr>
          <p:spPr>
            <a:xfrm>
              <a:off x="411163" y="2240280"/>
              <a:ext cx="6446837" cy="2377440"/>
            </a:xfrm>
            <a:prstGeom prst="rect">
              <a:avLst/>
            </a:prstGeom>
            <a:noFill/>
            <a:ln w="19050" cap="flat">
              <a:solidFill>
                <a:srgbClr val="FFCC01"/>
              </a:solidFill>
              <a:miter lim="800000"/>
            </a:ln>
          </p:spPr>
          <p:style>
            <a:lnRef idx="0">
              <a:schemeClr val="accent1"/>
            </a:lnRef>
            <a:fillRef idx="1">
              <a:schemeClr val="accent1"/>
            </a:fillRef>
            <a:effectRef idx="0">
              <a:srgbClr val="000000"/>
            </a:effectRef>
            <a:fontRef idx="minor">
              <a:schemeClr val="lt1"/>
            </a:fontRef>
          </p:style>
          <p:txBody>
            <a:bodyPr rtlCol="0" anchor="ctr"/>
            <a:lstStyle/>
            <a:p>
              <a:pPr algn="ctr">
                <a:lnSpc>
                  <a:spcPct val="100000"/>
                </a:lnSpc>
              </a:pPr>
              <a:endParaRPr lang="en-US" sz="1600"/>
            </a:p>
          </p:txBody>
        </p:sp>
        <p:cxnSp>
          <p:nvCxnSpPr>
            <p:cNvPr id="18" name="Line">
              <a:extLst>
                <a:ext uri="{FF2B5EF4-FFF2-40B4-BE49-F238E27FC236}">
                  <a16:creationId xmlns:a16="http://schemas.microsoft.com/office/drawing/2014/main" id="{2A030869-4AC4-CE94-F004-03103C4DBCA4}"/>
                </a:ext>
                <a:ext uri="{C183D7F6-B498-43B3-948B-1728B52AA6E4}">
                  <adec:decorative xmlns:adec="http://schemas.microsoft.com/office/drawing/2017/decorative" val="1"/>
                </a:ext>
              </a:extLst>
            </p:cNvPr>
            <p:cNvCxnSpPr>
              <a:cxnSpLocks/>
            </p:cNvCxnSpPr>
            <p:nvPr userDrawn="1"/>
          </p:nvCxnSpPr>
          <p:spPr>
            <a:xfrm>
              <a:off x="411163" y="3931920"/>
              <a:ext cx="6446837" cy="0"/>
            </a:xfrm>
            <a:prstGeom prst="line">
              <a:avLst/>
            </a:prstGeom>
            <a:ln w="19050" cap="flat">
              <a:solidFill>
                <a:srgbClr val="FFCC01"/>
              </a:solidFill>
              <a:miter lim="800000"/>
            </a:ln>
          </p:spPr>
          <p:style>
            <a:lnRef idx="1">
              <a:schemeClr val="accent1"/>
            </a:lnRef>
            <a:fillRef idx="0">
              <a:schemeClr val="accent1"/>
            </a:fillRef>
            <a:effectRef idx="0">
              <a:srgbClr val="000000"/>
            </a:effectRef>
            <a:fontRef idx="minor">
              <a:schemeClr val="lt1"/>
            </a:fontRef>
          </p:style>
        </p:cxnSp>
        <p:cxnSp>
          <p:nvCxnSpPr>
            <p:cNvPr id="19" name="Line">
              <a:extLst>
                <a:ext uri="{FF2B5EF4-FFF2-40B4-BE49-F238E27FC236}">
                  <a16:creationId xmlns:a16="http://schemas.microsoft.com/office/drawing/2014/main" id="{5AB8E5F3-02DC-C870-FF70-6B7F087F40F4}"/>
                </a:ext>
                <a:ext uri="{C183D7F6-B498-43B3-948B-1728B52AA6E4}">
                  <adec:decorative xmlns:adec="http://schemas.microsoft.com/office/drawing/2017/decorative" val="1"/>
                </a:ext>
              </a:extLst>
            </p:cNvPr>
            <p:cNvCxnSpPr>
              <a:cxnSpLocks/>
            </p:cNvCxnSpPr>
            <p:nvPr userDrawn="1"/>
          </p:nvCxnSpPr>
          <p:spPr>
            <a:xfrm>
              <a:off x="4274795" y="3931920"/>
              <a:ext cx="0" cy="685800"/>
            </a:xfrm>
            <a:prstGeom prst="line">
              <a:avLst/>
            </a:prstGeom>
            <a:ln w="19050" cap="flat">
              <a:solidFill>
                <a:srgbClr val="FFCC01"/>
              </a:solidFill>
              <a:miter lim="800000"/>
            </a:ln>
          </p:spPr>
          <p:style>
            <a:lnRef idx="1">
              <a:schemeClr val="accent1"/>
            </a:lnRef>
            <a:fillRef idx="0">
              <a:schemeClr val="accent1"/>
            </a:fillRef>
            <a:effectRef idx="0">
              <a:srgbClr val="000000"/>
            </a:effectRef>
            <a:fontRef idx="minor">
              <a:schemeClr val="lt1"/>
            </a:fontRef>
          </p:style>
        </p:cxnSp>
      </p:grpSp>
      <p:sp>
        <p:nvSpPr>
          <p:cNvPr id="31" name="Title 1">
            <a:extLst>
              <a:ext uri="{FF2B5EF4-FFF2-40B4-BE49-F238E27FC236}">
                <a16:creationId xmlns:a16="http://schemas.microsoft.com/office/drawing/2014/main" id="{0A3716E9-1A78-32FC-3DC4-30F600373863}"/>
              </a:ext>
            </a:extLst>
          </p:cNvPr>
          <p:cNvSpPr>
            <a:spLocks noGrp="1"/>
          </p:cNvSpPr>
          <p:nvPr>
            <p:ph type="ctrTitle" hasCustomPrompt="1"/>
          </p:nvPr>
        </p:nvSpPr>
        <p:spPr>
          <a:xfrm>
            <a:off x="914401" y="2202820"/>
            <a:ext cx="6429375" cy="1325880"/>
          </a:xfrm>
        </p:spPr>
        <p:txBody>
          <a:bodyPr anchor="t" anchorCtr="0"/>
          <a:lstStyle>
            <a:lvl1pPr algn="l">
              <a:lnSpc>
                <a:spcPct val="80000"/>
              </a:lnSpc>
              <a:defRPr sz="3600"/>
            </a:lvl1pPr>
          </a:lstStyle>
          <a:p>
            <a:r>
              <a:rPr kumimoji="0" lang="en-US" sz="3600" b="0" i="0" u="none" strike="noStrike" kern="1200" cap="all" spc="0" normalizeH="0" baseline="0" noProof="0">
                <a:ln>
                  <a:noFill/>
                </a:ln>
                <a:solidFill>
                  <a:srgbClr val="FFFFFF"/>
                </a:solidFill>
                <a:effectLst/>
                <a:uLnTx/>
                <a:uFillTx/>
                <a:latin typeface="Arial"/>
                <a:ea typeface="+mj-ea"/>
                <a:cs typeface="+mj-cs"/>
              </a:rPr>
              <a:t>PRESENTATION TITLE</a:t>
            </a:r>
            <a:br>
              <a:rPr kumimoji="0" lang="en-US" sz="3600" b="0" i="0" u="none" strike="noStrike" kern="1200" cap="all" spc="0" normalizeH="0" baseline="0" noProof="0">
                <a:ln>
                  <a:noFill/>
                </a:ln>
                <a:solidFill>
                  <a:srgbClr val="FFFFFF"/>
                </a:solidFill>
                <a:effectLst/>
                <a:uLnTx/>
                <a:uFillTx/>
                <a:latin typeface="Arial"/>
                <a:ea typeface="+mj-ea"/>
                <a:cs typeface="+mj-cs"/>
              </a:rPr>
            </a:br>
            <a:r>
              <a:rPr kumimoji="0" lang="en-US" sz="3600" b="0" i="0" u="none" strike="noStrike" kern="1200" cap="all" spc="0" normalizeH="0" baseline="0" noProof="0">
                <a:ln>
                  <a:noFill/>
                </a:ln>
                <a:solidFill>
                  <a:srgbClr val="FFFFFF"/>
                </a:solidFill>
                <a:effectLst/>
                <a:uLnTx/>
                <a:uFillTx/>
                <a:latin typeface="Arial"/>
                <a:ea typeface="+mj-ea"/>
                <a:cs typeface="+mj-cs"/>
              </a:rPr>
              <a:t>PRESENTATION TITLE</a:t>
            </a:r>
            <a:br>
              <a:rPr kumimoji="0" lang="en-US" sz="3600" b="0" i="0" u="none" strike="noStrike" kern="1200" cap="all" spc="0" normalizeH="0" baseline="0" noProof="0">
                <a:ln>
                  <a:noFill/>
                </a:ln>
                <a:solidFill>
                  <a:srgbClr val="FFFFFF"/>
                </a:solidFill>
                <a:effectLst/>
                <a:uLnTx/>
                <a:uFillTx/>
                <a:latin typeface="Arial"/>
                <a:ea typeface="+mj-ea"/>
                <a:cs typeface="+mj-cs"/>
              </a:rPr>
            </a:br>
            <a:r>
              <a:rPr kumimoji="0" lang="en-US" sz="3600" b="0" i="0" u="none" strike="noStrike" kern="1200" cap="all" spc="0" normalizeH="0" baseline="0" noProof="0">
                <a:ln>
                  <a:noFill/>
                </a:ln>
                <a:solidFill>
                  <a:srgbClr val="FFCC01"/>
                </a:solidFill>
                <a:effectLst/>
                <a:uLnTx/>
                <a:uFillTx/>
                <a:latin typeface="Arial"/>
                <a:ea typeface="+mj-ea"/>
                <a:cs typeface="+mj-cs"/>
              </a:rPr>
              <a:t>THREE LINES MAX</a:t>
            </a:r>
            <a:endParaRPr lang="en-US"/>
          </a:p>
        </p:txBody>
      </p:sp>
      <p:sp>
        <p:nvSpPr>
          <p:cNvPr id="32" name="Subtitle 2">
            <a:extLst>
              <a:ext uri="{FF2B5EF4-FFF2-40B4-BE49-F238E27FC236}">
                <a16:creationId xmlns:a16="http://schemas.microsoft.com/office/drawing/2014/main" id="{9BBCBD69-970D-2A8D-E951-CFBC732DBCF4}"/>
              </a:ext>
            </a:extLst>
          </p:cNvPr>
          <p:cNvSpPr>
            <a:spLocks noGrp="1"/>
          </p:cNvSpPr>
          <p:nvPr>
            <p:ph type="subTitle" idx="1" hasCustomPrompt="1"/>
          </p:nvPr>
        </p:nvSpPr>
        <p:spPr>
          <a:xfrm>
            <a:off x="914402" y="3784732"/>
            <a:ext cx="3565524" cy="457200"/>
          </a:xfrm>
        </p:spPr>
        <p:txBody>
          <a:bodyPr anchor="ctr" anchorCtr="0"/>
          <a:lstStyle>
            <a:lvl1pPr marL="0" indent="0" algn="l">
              <a:spcBef>
                <a:spcPts val="0"/>
              </a:spcBef>
              <a:buNone/>
              <a:defRPr sz="1200" b="1">
                <a:solidFill>
                  <a:schemeClr val="tx2"/>
                </a:solidFill>
              </a:defRPr>
            </a:lvl1pPr>
            <a:lvl2pPr marL="0" indent="0" algn="l">
              <a:spcBef>
                <a:spcPts val="0"/>
              </a:spcBef>
              <a:buNone/>
              <a:defRPr sz="1200" b="1">
                <a:solidFill>
                  <a:schemeClr val="tx2"/>
                </a:solidFill>
              </a:defRPr>
            </a:lvl2pPr>
            <a:lvl3pPr marL="0" indent="0" algn="l">
              <a:spcBef>
                <a:spcPts val="0"/>
              </a:spcBef>
              <a:buNone/>
              <a:defRPr sz="1200" b="1">
                <a:solidFill>
                  <a:schemeClr val="tx2"/>
                </a:solidFill>
              </a:defRPr>
            </a:lvl3pPr>
            <a:lvl4pPr marL="0" indent="0" algn="l">
              <a:spcBef>
                <a:spcPts val="0"/>
              </a:spcBef>
              <a:buNone/>
              <a:defRPr sz="1200" b="1">
                <a:solidFill>
                  <a:schemeClr val="tx2"/>
                </a:solidFill>
              </a:defRPr>
            </a:lvl4pPr>
            <a:lvl5pPr marL="0" indent="0" algn="l">
              <a:spcBef>
                <a:spcPts val="0"/>
              </a:spcBef>
              <a:buNone/>
              <a:defRPr sz="1200" b="1">
                <a:solidFill>
                  <a:schemeClr val="tx2"/>
                </a:solidFill>
              </a:defRPr>
            </a:lvl5pPr>
            <a:lvl6pPr marL="0" indent="0" algn="l">
              <a:spcBef>
                <a:spcPts val="0"/>
              </a:spcBef>
              <a:buNone/>
              <a:defRPr sz="1200" b="1">
                <a:solidFill>
                  <a:schemeClr val="tx2"/>
                </a:solidFill>
              </a:defRPr>
            </a:lvl6pPr>
            <a:lvl7pPr marL="0" indent="0" algn="l">
              <a:spcBef>
                <a:spcPts val="0"/>
              </a:spcBef>
              <a:buNone/>
              <a:defRPr sz="1200" b="1">
                <a:solidFill>
                  <a:schemeClr val="tx2"/>
                </a:solidFill>
              </a:defRPr>
            </a:lvl7pPr>
            <a:lvl8pPr marL="0" indent="0" algn="l">
              <a:spcBef>
                <a:spcPts val="0"/>
              </a:spcBef>
              <a:buNone/>
              <a:defRPr sz="1200" b="1">
                <a:solidFill>
                  <a:schemeClr val="tx2"/>
                </a:solidFill>
              </a:defRPr>
            </a:lvl8pPr>
            <a:lvl9pPr marL="0" indent="0" algn="l">
              <a:spcBef>
                <a:spcPts val="0"/>
              </a:spcBef>
              <a:buNone/>
              <a:defRPr sz="1200" b="1">
                <a:solidFill>
                  <a:schemeClr val="tx2"/>
                </a:solidFill>
              </a:defRPr>
            </a:lvl9pPr>
          </a:lstStyle>
          <a:p>
            <a:r>
              <a:rPr lang="en-US"/>
              <a:t>[Presentation subtitle/description]</a:t>
            </a:r>
          </a:p>
        </p:txBody>
      </p:sp>
      <p:sp>
        <p:nvSpPr>
          <p:cNvPr id="33" name="Text Placeholder 3">
            <a:extLst>
              <a:ext uri="{FF2B5EF4-FFF2-40B4-BE49-F238E27FC236}">
                <a16:creationId xmlns:a16="http://schemas.microsoft.com/office/drawing/2014/main" id="{845FCD4C-F9C5-DECB-5274-6DEC95A50B53}"/>
              </a:ext>
            </a:extLst>
          </p:cNvPr>
          <p:cNvSpPr>
            <a:spLocks noGrp="1"/>
          </p:cNvSpPr>
          <p:nvPr>
            <p:ph type="body" sz="quarter" idx="10" hasCustomPrompt="1"/>
          </p:nvPr>
        </p:nvSpPr>
        <p:spPr>
          <a:xfrm>
            <a:off x="5212080" y="3784732"/>
            <a:ext cx="2131695" cy="457200"/>
          </a:xfrm>
        </p:spPr>
        <p:txBody>
          <a:bodyPr anchor="ctr" anchorCtr="0"/>
          <a:lstStyle>
            <a:lvl1pPr marL="0" indent="0" algn="ctr">
              <a:lnSpc>
                <a:spcPct val="80000"/>
              </a:lnSpc>
              <a:spcBef>
                <a:spcPts val="0"/>
              </a:spcBef>
              <a:buFontTx/>
              <a:buNone/>
              <a:defRPr sz="1400" b="1" cap="all" baseline="0">
                <a:solidFill>
                  <a:schemeClr val="tx2"/>
                </a:solidFill>
              </a:defRPr>
            </a:lvl1pPr>
            <a:lvl2pPr marL="0" indent="0" algn="ctr">
              <a:lnSpc>
                <a:spcPct val="80000"/>
              </a:lnSpc>
              <a:spcBef>
                <a:spcPts val="0"/>
              </a:spcBef>
              <a:buFontTx/>
              <a:buNone/>
              <a:defRPr sz="1400" b="1" cap="all" baseline="0">
                <a:solidFill>
                  <a:schemeClr val="tx2"/>
                </a:solidFill>
              </a:defRPr>
            </a:lvl2pPr>
            <a:lvl3pPr marL="0" indent="0" algn="ctr">
              <a:lnSpc>
                <a:spcPct val="80000"/>
              </a:lnSpc>
              <a:spcBef>
                <a:spcPts val="0"/>
              </a:spcBef>
              <a:buFontTx/>
              <a:buNone/>
              <a:defRPr sz="1400" b="1" cap="all" baseline="0">
                <a:solidFill>
                  <a:schemeClr val="tx2"/>
                </a:solidFill>
              </a:defRPr>
            </a:lvl3pPr>
            <a:lvl4pPr marL="0" indent="0" algn="ctr">
              <a:lnSpc>
                <a:spcPct val="80000"/>
              </a:lnSpc>
              <a:spcBef>
                <a:spcPts val="0"/>
              </a:spcBef>
              <a:buFontTx/>
              <a:buNone/>
              <a:defRPr sz="1400" b="1" cap="all" baseline="0">
                <a:solidFill>
                  <a:schemeClr val="tx2"/>
                </a:solidFill>
              </a:defRPr>
            </a:lvl4pPr>
            <a:lvl5pPr marL="0" indent="0" algn="ctr">
              <a:lnSpc>
                <a:spcPct val="80000"/>
              </a:lnSpc>
              <a:spcBef>
                <a:spcPts val="0"/>
              </a:spcBef>
              <a:buFontTx/>
              <a:buNone/>
              <a:defRPr sz="1400" b="1" cap="all" baseline="0">
                <a:solidFill>
                  <a:schemeClr val="tx2"/>
                </a:solidFill>
              </a:defRPr>
            </a:lvl5pPr>
            <a:lvl6pPr marL="0" indent="0" algn="ctr">
              <a:lnSpc>
                <a:spcPct val="80000"/>
              </a:lnSpc>
              <a:spcBef>
                <a:spcPts val="0"/>
              </a:spcBef>
              <a:buFontTx/>
              <a:buNone/>
              <a:defRPr sz="1400" b="1" cap="all" baseline="0">
                <a:solidFill>
                  <a:schemeClr val="tx2"/>
                </a:solidFill>
              </a:defRPr>
            </a:lvl6pPr>
            <a:lvl7pPr marL="0" indent="0" algn="ctr">
              <a:lnSpc>
                <a:spcPct val="80000"/>
              </a:lnSpc>
              <a:spcBef>
                <a:spcPts val="0"/>
              </a:spcBef>
              <a:buFontTx/>
              <a:buNone/>
              <a:defRPr sz="1400" b="1" cap="all" baseline="0">
                <a:solidFill>
                  <a:schemeClr val="tx2"/>
                </a:solidFill>
              </a:defRPr>
            </a:lvl7pPr>
            <a:lvl8pPr marL="0" indent="0" algn="ctr">
              <a:lnSpc>
                <a:spcPct val="80000"/>
              </a:lnSpc>
              <a:spcBef>
                <a:spcPts val="0"/>
              </a:spcBef>
              <a:buFontTx/>
              <a:buNone/>
              <a:defRPr sz="1400" b="1" cap="all" baseline="0">
                <a:solidFill>
                  <a:schemeClr val="tx2"/>
                </a:solidFill>
              </a:defRPr>
            </a:lvl8pPr>
            <a:lvl9pPr marL="0" indent="0" algn="ctr">
              <a:lnSpc>
                <a:spcPct val="80000"/>
              </a:lnSpc>
              <a:spcBef>
                <a:spcPts val="0"/>
              </a:spcBef>
              <a:buFontTx/>
              <a:buNone/>
              <a:defRPr sz="1400" b="1" cap="all" baseline="0">
                <a:solidFill>
                  <a:schemeClr val="tx2"/>
                </a:solidFill>
              </a:defRPr>
            </a:lvl9pPr>
          </a:lstStyle>
          <a:p>
            <a:pPr lvl="0"/>
            <a:r>
              <a:rPr lang="en-US"/>
              <a:t>[00 Month 0000]</a:t>
            </a:r>
          </a:p>
        </p:txBody>
      </p:sp>
      <p:sp>
        <p:nvSpPr>
          <p:cNvPr id="2" name="Rectangle 1">
            <a:extLst>
              <a:ext uri="{FF2B5EF4-FFF2-40B4-BE49-F238E27FC236}">
                <a16:creationId xmlns:a16="http://schemas.microsoft.com/office/drawing/2014/main" id="{410D24ED-E5F8-CA86-25F1-78110A690DC5}"/>
              </a:ext>
            </a:extLst>
          </p:cNvPr>
          <p:cNvSpPr>
            <a:spLocks noChangeArrowheads="1"/>
          </p:cNvSpPr>
          <p:nvPr/>
        </p:nvSpPr>
        <p:spPr bwMode="auto">
          <a:xfrm>
            <a:off x="1386840" y="1"/>
            <a:ext cx="9418320" cy="200055"/>
          </a:xfrm>
          <a:prstGeom prst="rect">
            <a:avLst/>
          </a:prstGeom>
          <a:noFill/>
          <a:ln w="9525">
            <a:noFill/>
            <a:miter lim="800000"/>
            <a:headEnd/>
            <a:tailEnd/>
          </a:ln>
        </p:spPr>
        <p:txBody>
          <a:bodyPr wrap="square" anchor="t" anchorCtr="0">
            <a:spAutoFit/>
          </a:bodyPr>
          <a:lstStyle/>
          <a:p>
            <a:pPr algn="ctr">
              <a:defRPr/>
            </a:pPr>
            <a:r>
              <a:rPr lang="en-US" sz="700" b="1" dirty="0">
                <a:solidFill>
                  <a:srgbClr val="2DAA27"/>
                </a:solidFill>
                <a:latin typeface="+mn-lt"/>
                <a:cs typeface="Arial Bold" panose="020B0704020202020204" pitchFamily="34" charset="0"/>
              </a:rPr>
              <a:t>UNCLASSIFIED / GENERAL</a:t>
            </a:r>
          </a:p>
        </p:txBody>
      </p:sp>
      <p:sp>
        <p:nvSpPr>
          <p:cNvPr id="3" name="Rectangle 15">
            <a:extLst>
              <a:ext uri="{FF2B5EF4-FFF2-40B4-BE49-F238E27FC236}">
                <a16:creationId xmlns:a16="http://schemas.microsoft.com/office/drawing/2014/main" id="{5F51F9D9-5896-27C6-545B-841C41CB76F2}"/>
              </a:ext>
            </a:extLst>
          </p:cNvPr>
          <p:cNvSpPr>
            <a:spLocks noChangeArrowheads="1"/>
          </p:cNvSpPr>
          <p:nvPr/>
        </p:nvSpPr>
        <p:spPr bwMode="auto">
          <a:xfrm>
            <a:off x="1386840" y="6657946"/>
            <a:ext cx="9418320" cy="200055"/>
          </a:xfrm>
          <a:prstGeom prst="rect">
            <a:avLst/>
          </a:prstGeom>
          <a:noFill/>
          <a:ln w="9525">
            <a:noFill/>
            <a:miter lim="800000"/>
            <a:headEnd/>
            <a:tailEnd/>
          </a:ln>
        </p:spPr>
        <p:txBody>
          <a:bodyPr wrap="square" lIns="0" rIns="0" anchor="b">
            <a:spAutoFit/>
          </a:bodyPr>
          <a:lstStyle/>
          <a:p>
            <a:pPr algn="ctr">
              <a:defRPr/>
            </a:pPr>
            <a:r>
              <a:rPr lang="en-US" sz="700" b="1" dirty="0">
                <a:solidFill>
                  <a:srgbClr val="2DAA27"/>
                </a:solidFill>
                <a:latin typeface="+mn-lt"/>
                <a:cs typeface="Arial Bold" panose="020B0704020202020204" pitchFamily="34" charset="0"/>
              </a:rPr>
              <a:t>UNCLASSIFIED / GENERAL</a:t>
            </a:r>
          </a:p>
        </p:txBody>
      </p:sp>
    </p:spTree>
    <p:extLst>
      <p:ext uri="{BB962C8B-B14F-4D97-AF65-F5344CB8AC3E}">
        <p14:creationId xmlns:p14="http://schemas.microsoft.com/office/powerpoint/2010/main" val="3081420782"/>
      </p:ext>
    </p:extLst>
  </p:cSld>
  <p:clrMapOvr>
    <a:overrideClrMapping bg1="dk1" tx1="lt1" bg2="dk2" tx2="lt2" accent1="accent1" accent2="accent2" accent3="accent3" accent4="accent4" accent5="accent5" accent6="accent6" hlink="hlink" folHlink="folHlink"/>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Slide - White">
    <p:bg>
      <p:bgRef idx="1001">
        <a:schemeClr val="bg1"/>
      </p:bgRef>
    </p:bg>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9D1B5714-1C67-5305-161F-BB8ABA64529E}"/>
              </a:ext>
            </a:extLst>
          </p:cNvPr>
          <p:cNvSpPr>
            <a:spLocks noGrp="1"/>
          </p:cNvSpPr>
          <p:nvPr>
            <p:ph type="dt" sz="half" idx="11"/>
          </p:nvPr>
        </p:nvSpPr>
        <p:spPr/>
        <p:txBody>
          <a:bodyPr/>
          <a:lstStyle/>
          <a:p>
            <a:fld id="{6DDC931E-8CBE-4A3F-A034-9B6122C6DCDB}" type="datetime3">
              <a:rPr lang="en-US" smtClean="0"/>
              <a:t>5 May 2026</a:t>
            </a:fld>
            <a:endParaRPr lang="en-US"/>
          </a:p>
        </p:txBody>
      </p:sp>
      <p:sp>
        <p:nvSpPr>
          <p:cNvPr id="7" name="Slide Number Placeholder 6">
            <a:extLst>
              <a:ext uri="{FF2B5EF4-FFF2-40B4-BE49-F238E27FC236}">
                <a16:creationId xmlns:a16="http://schemas.microsoft.com/office/drawing/2014/main" id="{BC66A96F-567A-34EC-DC2C-66C406228A96}"/>
              </a:ext>
            </a:extLst>
          </p:cNvPr>
          <p:cNvSpPr>
            <a:spLocks noGrp="1"/>
          </p:cNvSpPr>
          <p:nvPr>
            <p:ph type="sldNum" sz="quarter" idx="12"/>
          </p:nvPr>
        </p:nvSpPr>
        <p:spPr/>
        <p:txBody>
          <a:bodyPr/>
          <a:lstStyle/>
          <a:p>
            <a:fld id="{64E5BE4B-2FBF-4174-9E62-85FAD1CB43A6}" type="slidenum">
              <a:rPr lang="en-US" smtClean="0"/>
              <a:pPr/>
              <a:t>‹#›</a:t>
            </a:fld>
            <a:endParaRPr lang="en-US"/>
          </a:p>
        </p:txBody>
      </p:sp>
      <p:pic>
        <p:nvPicPr>
          <p:cNvPr id="8" name="U.S. Army" descr="U.S. Army">
            <a:extLst>
              <a:ext uri="{FF2B5EF4-FFF2-40B4-BE49-F238E27FC236}">
                <a16:creationId xmlns:a16="http://schemas.microsoft.com/office/drawing/2014/main" id="{C4525471-71C4-E84C-06B5-CF4BA10994C2}"/>
              </a:ext>
            </a:extLst>
          </p:cNvPr>
          <p:cNvPicPr>
            <a:picLocks noChangeAspect="1"/>
          </p:cNvPicPr>
          <p:nvPr/>
        </p:nvPicPr>
        <p:blipFill>
          <a:blip r:embed="rId2"/>
          <a:stretch>
            <a:fillRect/>
          </a:stretch>
        </p:blipFill>
        <p:spPr bwMode="black">
          <a:xfrm>
            <a:off x="180891" y="104975"/>
            <a:ext cx="3246120" cy="1225808"/>
          </a:xfrm>
          <a:prstGeom prst="rect">
            <a:avLst/>
          </a:prstGeom>
          <a:noFill/>
        </p:spPr>
      </p:pic>
      <p:sp>
        <p:nvSpPr>
          <p:cNvPr id="9" name="Text Placeholder 30">
            <a:extLst>
              <a:ext uri="{FF2B5EF4-FFF2-40B4-BE49-F238E27FC236}">
                <a16:creationId xmlns:a16="http://schemas.microsoft.com/office/drawing/2014/main" id="{00EB67EC-5954-991C-39BB-6509621390EB}"/>
              </a:ext>
            </a:extLst>
          </p:cNvPr>
          <p:cNvSpPr>
            <a:spLocks noGrp="1"/>
          </p:cNvSpPr>
          <p:nvPr>
            <p:ph type="body" sz="quarter" idx="39" hasCustomPrompt="1"/>
          </p:nvPr>
        </p:nvSpPr>
        <p:spPr>
          <a:xfrm>
            <a:off x="547688" y="5133531"/>
            <a:ext cx="1335568" cy="138499"/>
          </a:xfrm>
          <a:prstGeom prst="rect">
            <a:avLst/>
          </a:prstGeom>
          <a:noFill/>
          <a:ln w="3175">
            <a:solidFill>
              <a:schemeClr val="tx1"/>
            </a:solidFill>
          </a:ln>
        </p:spPr>
        <p:txBody>
          <a:bodyPr wrap="square" lIns="91440" tIns="0" rIns="0" bIns="0" anchor="ctr" anchorCtr="0">
            <a:spAutoFit/>
          </a:bodyPr>
          <a:lstStyle>
            <a:lvl1pPr marL="0" indent="0" algn="l">
              <a:lnSpc>
                <a:spcPct val="100000"/>
              </a:lnSpc>
              <a:spcBef>
                <a:spcPts val="0"/>
              </a:spcBef>
              <a:buNone/>
              <a:defRPr sz="900" b="0" baseline="0">
                <a:solidFill>
                  <a:schemeClr val="tx1"/>
                </a:solidFill>
                <a:latin typeface="+mn-lt"/>
                <a:cs typeface="Arial Bold" panose="020B0704020202020204" pitchFamily="34" charset="0"/>
              </a:defRPr>
            </a:lvl1pPr>
            <a:lvl2pPr marL="457167" indent="0">
              <a:buNone/>
              <a:defRPr sz="1000">
                <a:latin typeface="Arial Bold" panose="020B0704020202020204" pitchFamily="34" charset="0"/>
                <a:cs typeface="Arial Bold" panose="020B0704020202020204" pitchFamily="34" charset="0"/>
              </a:defRPr>
            </a:lvl2pPr>
            <a:lvl3pPr marL="914332" indent="0">
              <a:buNone/>
              <a:defRPr sz="1000">
                <a:latin typeface="Arial Bold" panose="020B0704020202020204" pitchFamily="34" charset="0"/>
                <a:cs typeface="Arial Bold" panose="020B0704020202020204" pitchFamily="34" charset="0"/>
              </a:defRPr>
            </a:lvl3pPr>
            <a:lvl4pPr marL="1371498" indent="0">
              <a:buNone/>
              <a:defRPr sz="1000">
                <a:latin typeface="Arial Bold" panose="020B0704020202020204" pitchFamily="34" charset="0"/>
                <a:cs typeface="Arial Bold" panose="020B0704020202020204" pitchFamily="34" charset="0"/>
              </a:defRPr>
            </a:lvl4pPr>
            <a:lvl5pPr marL="1828664" indent="0">
              <a:buNone/>
              <a:defRPr sz="1000">
                <a:latin typeface="Arial Bold" panose="020B0704020202020204" pitchFamily="34" charset="0"/>
                <a:cs typeface="Arial Bold" panose="020B0704020202020204" pitchFamily="34" charset="0"/>
              </a:defRPr>
            </a:lvl5pPr>
          </a:lstStyle>
          <a:p>
            <a:pPr lvl="0"/>
            <a:r>
              <a:rPr lang="en-US"/>
              <a:t>Controlled by: </a:t>
            </a:r>
          </a:p>
        </p:txBody>
      </p:sp>
      <p:sp>
        <p:nvSpPr>
          <p:cNvPr id="13" name="Text Placeholder 30">
            <a:extLst>
              <a:ext uri="{FF2B5EF4-FFF2-40B4-BE49-F238E27FC236}">
                <a16:creationId xmlns:a16="http://schemas.microsoft.com/office/drawing/2014/main" id="{E6059881-3615-6A80-014A-12F5EBBBE25A}"/>
              </a:ext>
            </a:extLst>
          </p:cNvPr>
          <p:cNvSpPr>
            <a:spLocks noGrp="1"/>
          </p:cNvSpPr>
          <p:nvPr>
            <p:ph type="body" sz="quarter" idx="40" hasCustomPrompt="1"/>
          </p:nvPr>
        </p:nvSpPr>
        <p:spPr>
          <a:xfrm>
            <a:off x="547688" y="4952739"/>
            <a:ext cx="1335568" cy="138499"/>
          </a:xfrm>
          <a:prstGeom prst="rect">
            <a:avLst/>
          </a:prstGeom>
          <a:noFill/>
          <a:ln w="3175">
            <a:solidFill>
              <a:schemeClr val="tx1"/>
            </a:solidFill>
          </a:ln>
        </p:spPr>
        <p:txBody>
          <a:bodyPr wrap="square" lIns="91440" tIns="0" rIns="0" bIns="0" anchor="ctr" anchorCtr="0">
            <a:spAutoFit/>
          </a:bodyPr>
          <a:lstStyle>
            <a:lvl1pPr marL="0" indent="0" algn="l">
              <a:lnSpc>
                <a:spcPct val="100000"/>
              </a:lnSpc>
              <a:spcBef>
                <a:spcPts val="0"/>
              </a:spcBef>
              <a:buNone/>
              <a:defRPr sz="900" b="0" baseline="0">
                <a:solidFill>
                  <a:schemeClr val="tx1"/>
                </a:solidFill>
                <a:latin typeface="+mn-lt"/>
                <a:cs typeface="Arial Bold" panose="020B0704020202020204" pitchFamily="34" charset="0"/>
              </a:defRPr>
            </a:lvl1pPr>
            <a:lvl2pPr marL="457167" indent="0">
              <a:buNone/>
              <a:defRPr sz="1000">
                <a:latin typeface="Arial Bold" panose="020B0704020202020204" pitchFamily="34" charset="0"/>
                <a:cs typeface="Arial Bold" panose="020B0704020202020204" pitchFamily="34" charset="0"/>
              </a:defRPr>
            </a:lvl2pPr>
            <a:lvl3pPr marL="914332" indent="0">
              <a:buNone/>
              <a:defRPr sz="1000">
                <a:latin typeface="Arial Bold" panose="020B0704020202020204" pitchFamily="34" charset="0"/>
                <a:cs typeface="Arial Bold" panose="020B0704020202020204" pitchFamily="34" charset="0"/>
              </a:defRPr>
            </a:lvl3pPr>
            <a:lvl4pPr marL="1371498" indent="0">
              <a:buNone/>
              <a:defRPr sz="1000">
                <a:latin typeface="Arial Bold" panose="020B0704020202020204" pitchFamily="34" charset="0"/>
                <a:cs typeface="Arial Bold" panose="020B0704020202020204" pitchFamily="34" charset="0"/>
              </a:defRPr>
            </a:lvl4pPr>
            <a:lvl5pPr marL="1828664" indent="0">
              <a:buNone/>
              <a:defRPr sz="1000">
                <a:latin typeface="Arial Bold" panose="020B0704020202020204" pitchFamily="34" charset="0"/>
                <a:cs typeface="Arial Bold" panose="020B0704020202020204" pitchFamily="34" charset="0"/>
              </a:defRPr>
            </a:lvl5pPr>
          </a:lstStyle>
          <a:p>
            <a:pPr lvl="0"/>
            <a:r>
              <a:rPr lang="en-US"/>
              <a:t>Controlled by: </a:t>
            </a:r>
          </a:p>
        </p:txBody>
      </p:sp>
      <p:sp>
        <p:nvSpPr>
          <p:cNvPr id="14" name="Text Placeholder 30">
            <a:extLst>
              <a:ext uri="{FF2B5EF4-FFF2-40B4-BE49-F238E27FC236}">
                <a16:creationId xmlns:a16="http://schemas.microsoft.com/office/drawing/2014/main" id="{E2D99AAA-01B9-ED71-F90F-711F200233EB}"/>
              </a:ext>
            </a:extLst>
          </p:cNvPr>
          <p:cNvSpPr>
            <a:spLocks noGrp="1"/>
          </p:cNvSpPr>
          <p:nvPr>
            <p:ph type="body" sz="quarter" idx="41" hasCustomPrompt="1"/>
          </p:nvPr>
        </p:nvSpPr>
        <p:spPr>
          <a:xfrm>
            <a:off x="547688" y="5314323"/>
            <a:ext cx="1335568" cy="138499"/>
          </a:xfrm>
          <a:prstGeom prst="rect">
            <a:avLst/>
          </a:prstGeom>
          <a:noFill/>
          <a:ln w="3175">
            <a:solidFill>
              <a:schemeClr val="tx1"/>
            </a:solidFill>
          </a:ln>
        </p:spPr>
        <p:txBody>
          <a:bodyPr wrap="square" lIns="91440" tIns="0" rIns="0" bIns="0" anchor="ctr" anchorCtr="0">
            <a:spAutoFit/>
          </a:bodyPr>
          <a:lstStyle>
            <a:lvl1pPr marL="0" indent="0" algn="l">
              <a:lnSpc>
                <a:spcPct val="100000"/>
              </a:lnSpc>
              <a:spcBef>
                <a:spcPts val="0"/>
              </a:spcBef>
              <a:buNone/>
              <a:defRPr sz="900" b="0" baseline="0">
                <a:solidFill>
                  <a:schemeClr val="tx1"/>
                </a:solidFill>
                <a:latin typeface="+mn-lt"/>
                <a:cs typeface="Arial Bold" panose="020B0704020202020204" pitchFamily="34" charset="0"/>
              </a:defRPr>
            </a:lvl1pPr>
            <a:lvl2pPr marL="457167" indent="0">
              <a:buNone/>
              <a:defRPr sz="1000">
                <a:latin typeface="Arial Bold" panose="020B0704020202020204" pitchFamily="34" charset="0"/>
                <a:cs typeface="Arial Bold" panose="020B0704020202020204" pitchFamily="34" charset="0"/>
              </a:defRPr>
            </a:lvl2pPr>
            <a:lvl3pPr marL="914332" indent="0">
              <a:buNone/>
              <a:defRPr sz="1000">
                <a:latin typeface="Arial Bold" panose="020B0704020202020204" pitchFamily="34" charset="0"/>
                <a:cs typeface="Arial Bold" panose="020B0704020202020204" pitchFamily="34" charset="0"/>
              </a:defRPr>
            </a:lvl3pPr>
            <a:lvl4pPr marL="1371498" indent="0">
              <a:buNone/>
              <a:defRPr sz="1000">
                <a:latin typeface="Arial Bold" panose="020B0704020202020204" pitchFamily="34" charset="0"/>
                <a:cs typeface="Arial Bold" panose="020B0704020202020204" pitchFamily="34" charset="0"/>
              </a:defRPr>
            </a:lvl4pPr>
            <a:lvl5pPr marL="1828664" indent="0">
              <a:buNone/>
              <a:defRPr sz="1000">
                <a:latin typeface="Arial Bold" panose="020B0704020202020204" pitchFamily="34" charset="0"/>
                <a:cs typeface="Arial Bold" panose="020B0704020202020204" pitchFamily="34" charset="0"/>
              </a:defRPr>
            </a:lvl5pPr>
          </a:lstStyle>
          <a:p>
            <a:pPr lvl="0"/>
            <a:r>
              <a:rPr lang="en-US"/>
              <a:t>CUI Category: </a:t>
            </a:r>
          </a:p>
        </p:txBody>
      </p:sp>
      <p:sp>
        <p:nvSpPr>
          <p:cNvPr id="16" name="Text Placeholder 30">
            <a:extLst>
              <a:ext uri="{FF2B5EF4-FFF2-40B4-BE49-F238E27FC236}">
                <a16:creationId xmlns:a16="http://schemas.microsoft.com/office/drawing/2014/main" id="{AA78AC6A-4B5E-2F9D-94D1-897336CBC5FD}"/>
              </a:ext>
            </a:extLst>
          </p:cNvPr>
          <p:cNvSpPr>
            <a:spLocks noGrp="1"/>
          </p:cNvSpPr>
          <p:nvPr>
            <p:ph type="body" sz="quarter" idx="42" hasCustomPrompt="1"/>
          </p:nvPr>
        </p:nvSpPr>
        <p:spPr>
          <a:xfrm>
            <a:off x="547688" y="5495115"/>
            <a:ext cx="1335568" cy="138499"/>
          </a:xfrm>
          <a:prstGeom prst="rect">
            <a:avLst/>
          </a:prstGeom>
          <a:noFill/>
          <a:ln w="3175">
            <a:solidFill>
              <a:schemeClr val="tx1"/>
            </a:solidFill>
          </a:ln>
        </p:spPr>
        <p:txBody>
          <a:bodyPr wrap="square" lIns="91440" tIns="0" rIns="0" bIns="0" anchor="ctr" anchorCtr="0">
            <a:spAutoFit/>
          </a:bodyPr>
          <a:lstStyle>
            <a:lvl1pPr marL="0" indent="0" algn="l">
              <a:lnSpc>
                <a:spcPct val="100000"/>
              </a:lnSpc>
              <a:spcBef>
                <a:spcPts val="0"/>
              </a:spcBef>
              <a:buNone/>
              <a:defRPr sz="900" b="0" baseline="0">
                <a:solidFill>
                  <a:schemeClr val="tx1"/>
                </a:solidFill>
                <a:latin typeface="+mn-lt"/>
                <a:cs typeface="Arial Bold" panose="020B0704020202020204" pitchFamily="34" charset="0"/>
              </a:defRPr>
            </a:lvl1pPr>
            <a:lvl2pPr marL="457167" indent="0">
              <a:buNone/>
              <a:defRPr sz="1000">
                <a:latin typeface="Arial Bold" panose="020B0704020202020204" pitchFamily="34" charset="0"/>
                <a:cs typeface="Arial Bold" panose="020B0704020202020204" pitchFamily="34" charset="0"/>
              </a:defRPr>
            </a:lvl2pPr>
            <a:lvl3pPr marL="914332" indent="0">
              <a:buNone/>
              <a:defRPr sz="1000">
                <a:latin typeface="Arial Bold" panose="020B0704020202020204" pitchFamily="34" charset="0"/>
                <a:cs typeface="Arial Bold" panose="020B0704020202020204" pitchFamily="34" charset="0"/>
              </a:defRPr>
            </a:lvl3pPr>
            <a:lvl4pPr marL="1371498" indent="0">
              <a:buNone/>
              <a:defRPr sz="1000">
                <a:latin typeface="Arial Bold" panose="020B0704020202020204" pitchFamily="34" charset="0"/>
                <a:cs typeface="Arial Bold" panose="020B0704020202020204" pitchFamily="34" charset="0"/>
              </a:defRPr>
            </a:lvl4pPr>
            <a:lvl5pPr marL="1828664" indent="0">
              <a:buNone/>
              <a:defRPr sz="1000">
                <a:latin typeface="Arial Bold" panose="020B0704020202020204" pitchFamily="34" charset="0"/>
                <a:cs typeface="Arial Bold" panose="020B0704020202020204" pitchFamily="34" charset="0"/>
              </a:defRPr>
            </a:lvl5pPr>
          </a:lstStyle>
          <a:p>
            <a:pPr lvl="0"/>
            <a:r>
              <a:rPr lang="en-US"/>
              <a:t>Distribution Statement: </a:t>
            </a:r>
          </a:p>
        </p:txBody>
      </p:sp>
      <p:sp>
        <p:nvSpPr>
          <p:cNvPr id="17" name="Text Placeholder 30">
            <a:extLst>
              <a:ext uri="{FF2B5EF4-FFF2-40B4-BE49-F238E27FC236}">
                <a16:creationId xmlns:a16="http://schemas.microsoft.com/office/drawing/2014/main" id="{E909E494-A135-FCDC-B270-D6B7047A3B14}"/>
              </a:ext>
            </a:extLst>
          </p:cNvPr>
          <p:cNvSpPr>
            <a:spLocks noGrp="1"/>
          </p:cNvSpPr>
          <p:nvPr>
            <p:ph type="body" sz="quarter" idx="43" hasCustomPrompt="1"/>
          </p:nvPr>
        </p:nvSpPr>
        <p:spPr>
          <a:xfrm>
            <a:off x="547688" y="5675907"/>
            <a:ext cx="1335568" cy="138499"/>
          </a:xfrm>
          <a:prstGeom prst="rect">
            <a:avLst/>
          </a:prstGeom>
          <a:noFill/>
          <a:ln w="3175">
            <a:solidFill>
              <a:schemeClr val="tx1"/>
            </a:solidFill>
          </a:ln>
        </p:spPr>
        <p:txBody>
          <a:bodyPr wrap="square" lIns="91440" tIns="0" rIns="0" bIns="0" anchor="ctr" anchorCtr="0">
            <a:spAutoFit/>
          </a:bodyPr>
          <a:lstStyle>
            <a:lvl1pPr marL="0" indent="0" algn="l">
              <a:lnSpc>
                <a:spcPct val="100000"/>
              </a:lnSpc>
              <a:spcBef>
                <a:spcPts val="0"/>
              </a:spcBef>
              <a:buNone/>
              <a:defRPr sz="900" b="0" baseline="0">
                <a:solidFill>
                  <a:schemeClr val="tx1"/>
                </a:solidFill>
                <a:latin typeface="+mn-lt"/>
                <a:cs typeface="Arial Bold" panose="020B0704020202020204" pitchFamily="34" charset="0"/>
              </a:defRPr>
            </a:lvl1pPr>
            <a:lvl2pPr marL="457167" indent="0">
              <a:buNone/>
              <a:defRPr sz="1000">
                <a:latin typeface="Arial Bold" panose="020B0704020202020204" pitchFamily="34" charset="0"/>
                <a:cs typeface="Arial Bold" panose="020B0704020202020204" pitchFamily="34" charset="0"/>
              </a:defRPr>
            </a:lvl2pPr>
            <a:lvl3pPr marL="914332" indent="0">
              <a:buNone/>
              <a:defRPr sz="1000">
                <a:latin typeface="Arial Bold" panose="020B0704020202020204" pitchFamily="34" charset="0"/>
                <a:cs typeface="Arial Bold" panose="020B0704020202020204" pitchFamily="34" charset="0"/>
              </a:defRPr>
            </a:lvl3pPr>
            <a:lvl4pPr marL="1371498" indent="0">
              <a:buNone/>
              <a:defRPr sz="1000">
                <a:latin typeface="Arial Bold" panose="020B0704020202020204" pitchFamily="34" charset="0"/>
                <a:cs typeface="Arial Bold" panose="020B0704020202020204" pitchFamily="34" charset="0"/>
              </a:defRPr>
            </a:lvl4pPr>
            <a:lvl5pPr marL="1828664" indent="0">
              <a:buNone/>
              <a:defRPr sz="1000">
                <a:latin typeface="Arial Bold" panose="020B0704020202020204" pitchFamily="34" charset="0"/>
                <a:cs typeface="Arial Bold" panose="020B0704020202020204" pitchFamily="34" charset="0"/>
              </a:defRPr>
            </a:lvl5pPr>
          </a:lstStyle>
          <a:p>
            <a:pPr lvl="0"/>
            <a:r>
              <a:rPr lang="en-US"/>
              <a:t>POC: </a:t>
            </a:r>
          </a:p>
        </p:txBody>
      </p:sp>
      <p:sp>
        <p:nvSpPr>
          <p:cNvPr id="18" name="Text Placeholder 30">
            <a:extLst>
              <a:ext uri="{FF2B5EF4-FFF2-40B4-BE49-F238E27FC236}">
                <a16:creationId xmlns:a16="http://schemas.microsoft.com/office/drawing/2014/main" id="{99D08674-52BB-F86B-32DC-93D0F45597F7}"/>
              </a:ext>
            </a:extLst>
          </p:cNvPr>
          <p:cNvSpPr>
            <a:spLocks noGrp="1"/>
          </p:cNvSpPr>
          <p:nvPr>
            <p:ph type="body" sz="quarter" idx="44"/>
          </p:nvPr>
        </p:nvSpPr>
        <p:spPr>
          <a:xfrm>
            <a:off x="1981201" y="5133531"/>
            <a:ext cx="3124935" cy="138499"/>
          </a:xfrm>
          <a:prstGeom prst="rect">
            <a:avLst/>
          </a:prstGeom>
          <a:noFill/>
          <a:ln w="3175">
            <a:solidFill>
              <a:schemeClr val="tx1"/>
            </a:solidFill>
          </a:ln>
        </p:spPr>
        <p:txBody>
          <a:bodyPr wrap="square" lIns="91440" tIns="0" rIns="365760" bIns="0" anchor="ctr" anchorCtr="0">
            <a:spAutoFit/>
          </a:bodyPr>
          <a:lstStyle>
            <a:lvl1pPr marL="0" indent="0" algn="l">
              <a:lnSpc>
                <a:spcPct val="100000"/>
              </a:lnSpc>
              <a:spcBef>
                <a:spcPts val="0"/>
              </a:spcBef>
              <a:buNone/>
              <a:defRPr sz="900" b="0" baseline="0">
                <a:solidFill>
                  <a:schemeClr val="tx1"/>
                </a:solidFill>
                <a:latin typeface="+mn-lt"/>
                <a:cs typeface="Arial Bold" panose="020B0704020202020204" pitchFamily="34" charset="0"/>
              </a:defRPr>
            </a:lvl1pPr>
            <a:lvl2pPr marL="457167" indent="0">
              <a:buNone/>
              <a:defRPr sz="1000">
                <a:latin typeface="Arial Bold" panose="020B0704020202020204" pitchFamily="34" charset="0"/>
                <a:cs typeface="Arial Bold" panose="020B0704020202020204" pitchFamily="34" charset="0"/>
              </a:defRPr>
            </a:lvl2pPr>
            <a:lvl3pPr marL="914332" indent="0">
              <a:buNone/>
              <a:defRPr sz="1000">
                <a:latin typeface="Arial Bold" panose="020B0704020202020204" pitchFamily="34" charset="0"/>
                <a:cs typeface="Arial Bold" panose="020B0704020202020204" pitchFamily="34" charset="0"/>
              </a:defRPr>
            </a:lvl3pPr>
            <a:lvl4pPr marL="1371498" indent="0">
              <a:buNone/>
              <a:defRPr sz="1000">
                <a:latin typeface="Arial Bold" panose="020B0704020202020204" pitchFamily="34" charset="0"/>
                <a:cs typeface="Arial Bold" panose="020B0704020202020204" pitchFamily="34" charset="0"/>
              </a:defRPr>
            </a:lvl4pPr>
            <a:lvl5pPr marL="1828664" indent="0">
              <a:buNone/>
              <a:defRPr sz="1000">
                <a:latin typeface="Arial Bold" panose="020B0704020202020204" pitchFamily="34" charset="0"/>
                <a:cs typeface="Arial Bold" panose="020B0704020202020204" pitchFamily="34" charset="0"/>
              </a:defRPr>
            </a:lvl5pPr>
          </a:lstStyle>
          <a:p>
            <a:pPr lvl="0"/>
            <a:r>
              <a:rPr lang="en-US"/>
              <a:t>Click to edit Master text styles</a:t>
            </a:r>
          </a:p>
        </p:txBody>
      </p:sp>
      <p:sp>
        <p:nvSpPr>
          <p:cNvPr id="19" name="Text Placeholder 30">
            <a:extLst>
              <a:ext uri="{FF2B5EF4-FFF2-40B4-BE49-F238E27FC236}">
                <a16:creationId xmlns:a16="http://schemas.microsoft.com/office/drawing/2014/main" id="{75B8A948-14E8-9F98-4694-85A4D577B42A}"/>
              </a:ext>
            </a:extLst>
          </p:cNvPr>
          <p:cNvSpPr>
            <a:spLocks noGrp="1"/>
          </p:cNvSpPr>
          <p:nvPr>
            <p:ph type="body" sz="quarter" idx="45"/>
          </p:nvPr>
        </p:nvSpPr>
        <p:spPr>
          <a:xfrm>
            <a:off x="1981201" y="4952739"/>
            <a:ext cx="3124935" cy="138499"/>
          </a:xfrm>
          <a:prstGeom prst="rect">
            <a:avLst/>
          </a:prstGeom>
          <a:noFill/>
          <a:ln w="3175">
            <a:solidFill>
              <a:schemeClr val="tx1"/>
            </a:solidFill>
          </a:ln>
        </p:spPr>
        <p:txBody>
          <a:bodyPr wrap="square" lIns="91440" tIns="0" rIns="365760" bIns="0" anchor="ctr" anchorCtr="0">
            <a:spAutoFit/>
          </a:bodyPr>
          <a:lstStyle>
            <a:lvl1pPr marL="0" indent="0" algn="l">
              <a:lnSpc>
                <a:spcPct val="100000"/>
              </a:lnSpc>
              <a:spcBef>
                <a:spcPts val="0"/>
              </a:spcBef>
              <a:buNone/>
              <a:defRPr sz="900" b="0" baseline="0">
                <a:solidFill>
                  <a:schemeClr val="tx1"/>
                </a:solidFill>
                <a:latin typeface="+mn-lt"/>
                <a:cs typeface="Arial Bold" panose="020B0704020202020204" pitchFamily="34" charset="0"/>
              </a:defRPr>
            </a:lvl1pPr>
            <a:lvl2pPr marL="457167" indent="0">
              <a:buNone/>
              <a:defRPr sz="1000">
                <a:latin typeface="Arial Bold" panose="020B0704020202020204" pitchFamily="34" charset="0"/>
                <a:cs typeface="Arial Bold" panose="020B0704020202020204" pitchFamily="34" charset="0"/>
              </a:defRPr>
            </a:lvl2pPr>
            <a:lvl3pPr marL="914332" indent="0">
              <a:buNone/>
              <a:defRPr sz="1000">
                <a:latin typeface="Arial Bold" panose="020B0704020202020204" pitchFamily="34" charset="0"/>
                <a:cs typeface="Arial Bold" panose="020B0704020202020204" pitchFamily="34" charset="0"/>
              </a:defRPr>
            </a:lvl3pPr>
            <a:lvl4pPr marL="1371498" indent="0">
              <a:buNone/>
              <a:defRPr sz="1000">
                <a:latin typeface="Arial Bold" panose="020B0704020202020204" pitchFamily="34" charset="0"/>
                <a:cs typeface="Arial Bold" panose="020B0704020202020204" pitchFamily="34" charset="0"/>
              </a:defRPr>
            </a:lvl4pPr>
            <a:lvl5pPr marL="1828664" indent="0">
              <a:buNone/>
              <a:defRPr sz="1000">
                <a:latin typeface="Arial Bold" panose="020B0704020202020204" pitchFamily="34" charset="0"/>
                <a:cs typeface="Arial Bold" panose="020B0704020202020204" pitchFamily="34" charset="0"/>
              </a:defRPr>
            </a:lvl5pPr>
          </a:lstStyle>
          <a:p>
            <a:pPr lvl="0"/>
            <a:r>
              <a:rPr lang="en-US"/>
              <a:t>Click to edit Master text styles</a:t>
            </a:r>
          </a:p>
        </p:txBody>
      </p:sp>
      <p:sp>
        <p:nvSpPr>
          <p:cNvPr id="20" name="Text Placeholder 30">
            <a:extLst>
              <a:ext uri="{FF2B5EF4-FFF2-40B4-BE49-F238E27FC236}">
                <a16:creationId xmlns:a16="http://schemas.microsoft.com/office/drawing/2014/main" id="{8594BC0E-E83A-A7AB-AD3C-A280B5A706D3}"/>
              </a:ext>
            </a:extLst>
          </p:cNvPr>
          <p:cNvSpPr>
            <a:spLocks noGrp="1"/>
          </p:cNvSpPr>
          <p:nvPr>
            <p:ph type="body" sz="quarter" idx="46"/>
          </p:nvPr>
        </p:nvSpPr>
        <p:spPr>
          <a:xfrm>
            <a:off x="1981201" y="5314323"/>
            <a:ext cx="3124935" cy="138499"/>
          </a:xfrm>
          <a:prstGeom prst="rect">
            <a:avLst/>
          </a:prstGeom>
          <a:noFill/>
          <a:ln w="3175">
            <a:solidFill>
              <a:schemeClr val="tx1"/>
            </a:solidFill>
          </a:ln>
        </p:spPr>
        <p:txBody>
          <a:bodyPr wrap="square" lIns="91440" tIns="0" rIns="365760" bIns="0" anchor="ctr" anchorCtr="0">
            <a:spAutoFit/>
          </a:bodyPr>
          <a:lstStyle>
            <a:lvl1pPr marL="0" indent="0" algn="l">
              <a:lnSpc>
                <a:spcPct val="100000"/>
              </a:lnSpc>
              <a:spcBef>
                <a:spcPts val="0"/>
              </a:spcBef>
              <a:buNone/>
              <a:defRPr sz="900" b="0" baseline="0">
                <a:solidFill>
                  <a:schemeClr val="tx1"/>
                </a:solidFill>
                <a:latin typeface="+mn-lt"/>
                <a:cs typeface="Arial Bold" panose="020B0704020202020204" pitchFamily="34" charset="0"/>
              </a:defRPr>
            </a:lvl1pPr>
            <a:lvl2pPr marL="457167" indent="0">
              <a:buNone/>
              <a:defRPr sz="1000">
                <a:latin typeface="Arial Bold" panose="020B0704020202020204" pitchFamily="34" charset="0"/>
                <a:cs typeface="Arial Bold" panose="020B0704020202020204" pitchFamily="34" charset="0"/>
              </a:defRPr>
            </a:lvl2pPr>
            <a:lvl3pPr marL="914332" indent="0">
              <a:buNone/>
              <a:defRPr sz="1000">
                <a:latin typeface="Arial Bold" panose="020B0704020202020204" pitchFamily="34" charset="0"/>
                <a:cs typeface="Arial Bold" panose="020B0704020202020204" pitchFamily="34" charset="0"/>
              </a:defRPr>
            </a:lvl3pPr>
            <a:lvl4pPr marL="1371498" indent="0">
              <a:buNone/>
              <a:defRPr sz="1000">
                <a:latin typeface="Arial Bold" panose="020B0704020202020204" pitchFamily="34" charset="0"/>
                <a:cs typeface="Arial Bold" panose="020B0704020202020204" pitchFamily="34" charset="0"/>
              </a:defRPr>
            </a:lvl4pPr>
            <a:lvl5pPr marL="1828664" indent="0">
              <a:buNone/>
              <a:defRPr sz="1000">
                <a:latin typeface="Arial Bold" panose="020B0704020202020204" pitchFamily="34" charset="0"/>
                <a:cs typeface="Arial Bold" panose="020B0704020202020204" pitchFamily="34" charset="0"/>
              </a:defRPr>
            </a:lvl5pPr>
          </a:lstStyle>
          <a:p>
            <a:pPr lvl="0"/>
            <a:r>
              <a:rPr lang="en-US"/>
              <a:t>Click to edit Master text styles</a:t>
            </a:r>
          </a:p>
        </p:txBody>
      </p:sp>
      <p:sp>
        <p:nvSpPr>
          <p:cNvPr id="21" name="Text Placeholder 30">
            <a:extLst>
              <a:ext uri="{FF2B5EF4-FFF2-40B4-BE49-F238E27FC236}">
                <a16:creationId xmlns:a16="http://schemas.microsoft.com/office/drawing/2014/main" id="{45C25EBB-0808-3B97-D5EC-84FE1867AB1B}"/>
              </a:ext>
            </a:extLst>
          </p:cNvPr>
          <p:cNvSpPr>
            <a:spLocks noGrp="1"/>
          </p:cNvSpPr>
          <p:nvPr>
            <p:ph type="body" sz="quarter" idx="47"/>
          </p:nvPr>
        </p:nvSpPr>
        <p:spPr>
          <a:xfrm>
            <a:off x="1981201" y="5495115"/>
            <a:ext cx="3124935" cy="138499"/>
          </a:xfrm>
          <a:prstGeom prst="rect">
            <a:avLst/>
          </a:prstGeom>
          <a:noFill/>
          <a:ln w="3175">
            <a:solidFill>
              <a:schemeClr val="tx1"/>
            </a:solidFill>
          </a:ln>
        </p:spPr>
        <p:txBody>
          <a:bodyPr wrap="square" lIns="91440" tIns="0" rIns="365760" bIns="0" anchor="ctr" anchorCtr="0">
            <a:spAutoFit/>
          </a:bodyPr>
          <a:lstStyle>
            <a:lvl1pPr marL="0" indent="0" algn="l">
              <a:lnSpc>
                <a:spcPct val="100000"/>
              </a:lnSpc>
              <a:spcBef>
                <a:spcPts val="0"/>
              </a:spcBef>
              <a:buNone/>
              <a:defRPr sz="900" b="0" baseline="0">
                <a:solidFill>
                  <a:schemeClr val="tx1"/>
                </a:solidFill>
                <a:latin typeface="+mn-lt"/>
                <a:cs typeface="Arial Bold" panose="020B0704020202020204" pitchFamily="34" charset="0"/>
              </a:defRPr>
            </a:lvl1pPr>
            <a:lvl2pPr marL="457167" indent="0">
              <a:buNone/>
              <a:defRPr sz="1000">
                <a:latin typeface="Arial Bold" panose="020B0704020202020204" pitchFamily="34" charset="0"/>
                <a:cs typeface="Arial Bold" panose="020B0704020202020204" pitchFamily="34" charset="0"/>
              </a:defRPr>
            </a:lvl2pPr>
            <a:lvl3pPr marL="914332" indent="0">
              <a:buNone/>
              <a:defRPr sz="1000">
                <a:latin typeface="Arial Bold" panose="020B0704020202020204" pitchFamily="34" charset="0"/>
                <a:cs typeface="Arial Bold" panose="020B0704020202020204" pitchFamily="34" charset="0"/>
              </a:defRPr>
            </a:lvl3pPr>
            <a:lvl4pPr marL="1371498" indent="0">
              <a:buNone/>
              <a:defRPr sz="1000">
                <a:latin typeface="Arial Bold" panose="020B0704020202020204" pitchFamily="34" charset="0"/>
                <a:cs typeface="Arial Bold" panose="020B0704020202020204" pitchFamily="34" charset="0"/>
              </a:defRPr>
            </a:lvl4pPr>
            <a:lvl5pPr marL="1828664" indent="0">
              <a:buNone/>
              <a:defRPr sz="1000">
                <a:latin typeface="Arial Bold" panose="020B0704020202020204" pitchFamily="34" charset="0"/>
                <a:cs typeface="Arial Bold" panose="020B0704020202020204" pitchFamily="34" charset="0"/>
              </a:defRPr>
            </a:lvl5pPr>
          </a:lstStyle>
          <a:p>
            <a:pPr lvl="0"/>
            <a:r>
              <a:rPr lang="en-US"/>
              <a:t>Click to edit Master text styles</a:t>
            </a:r>
          </a:p>
        </p:txBody>
      </p:sp>
      <p:sp>
        <p:nvSpPr>
          <p:cNvPr id="31" name="Text Placeholder 30">
            <a:extLst>
              <a:ext uri="{FF2B5EF4-FFF2-40B4-BE49-F238E27FC236}">
                <a16:creationId xmlns:a16="http://schemas.microsoft.com/office/drawing/2014/main" id="{1EEF3E66-AAEE-1C6B-9049-032018F0EF1A}"/>
              </a:ext>
            </a:extLst>
          </p:cNvPr>
          <p:cNvSpPr>
            <a:spLocks noGrp="1"/>
          </p:cNvSpPr>
          <p:nvPr>
            <p:ph type="body" sz="quarter" idx="48"/>
          </p:nvPr>
        </p:nvSpPr>
        <p:spPr>
          <a:xfrm>
            <a:off x="1981201" y="5675907"/>
            <a:ext cx="3124935" cy="138499"/>
          </a:xfrm>
          <a:prstGeom prst="rect">
            <a:avLst/>
          </a:prstGeom>
          <a:noFill/>
          <a:ln w="3175">
            <a:solidFill>
              <a:schemeClr val="tx1"/>
            </a:solidFill>
          </a:ln>
        </p:spPr>
        <p:txBody>
          <a:bodyPr wrap="square" lIns="91440" tIns="0" rIns="365760" bIns="0" anchor="ctr" anchorCtr="0">
            <a:spAutoFit/>
          </a:bodyPr>
          <a:lstStyle>
            <a:lvl1pPr marL="0" indent="0" algn="l">
              <a:lnSpc>
                <a:spcPct val="100000"/>
              </a:lnSpc>
              <a:spcBef>
                <a:spcPts val="0"/>
              </a:spcBef>
              <a:buNone/>
              <a:defRPr sz="900" b="0" baseline="0">
                <a:solidFill>
                  <a:schemeClr val="tx1"/>
                </a:solidFill>
                <a:latin typeface="+mn-lt"/>
                <a:cs typeface="Arial Bold" panose="020B0704020202020204" pitchFamily="34" charset="0"/>
              </a:defRPr>
            </a:lvl1pPr>
            <a:lvl2pPr marL="457167" indent="0">
              <a:buNone/>
              <a:defRPr sz="1000">
                <a:latin typeface="Arial Bold" panose="020B0704020202020204" pitchFamily="34" charset="0"/>
                <a:cs typeface="Arial Bold" panose="020B0704020202020204" pitchFamily="34" charset="0"/>
              </a:defRPr>
            </a:lvl2pPr>
            <a:lvl3pPr marL="914332" indent="0">
              <a:buNone/>
              <a:defRPr sz="1000">
                <a:latin typeface="Arial Bold" panose="020B0704020202020204" pitchFamily="34" charset="0"/>
                <a:cs typeface="Arial Bold" panose="020B0704020202020204" pitchFamily="34" charset="0"/>
              </a:defRPr>
            </a:lvl3pPr>
            <a:lvl4pPr marL="1371498" indent="0">
              <a:buNone/>
              <a:defRPr sz="1000">
                <a:latin typeface="Arial Bold" panose="020B0704020202020204" pitchFamily="34" charset="0"/>
                <a:cs typeface="Arial Bold" panose="020B0704020202020204" pitchFamily="34" charset="0"/>
              </a:defRPr>
            </a:lvl4pPr>
            <a:lvl5pPr marL="1828664" indent="0">
              <a:buNone/>
              <a:defRPr sz="1000">
                <a:latin typeface="Arial Bold" panose="020B0704020202020204" pitchFamily="34" charset="0"/>
                <a:cs typeface="Arial Bold" panose="020B0704020202020204" pitchFamily="34" charset="0"/>
              </a:defRPr>
            </a:lvl5pPr>
          </a:lstStyle>
          <a:p>
            <a:pPr lvl="0"/>
            <a:r>
              <a:rPr lang="en-US"/>
              <a:t>Click to edit Master text styles</a:t>
            </a:r>
          </a:p>
        </p:txBody>
      </p:sp>
      <p:grpSp>
        <p:nvGrpSpPr>
          <p:cNvPr id="48" name="Group">
            <a:extLst>
              <a:ext uri="{FF2B5EF4-FFF2-40B4-BE49-F238E27FC236}">
                <a16:creationId xmlns:a16="http://schemas.microsoft.com/office/drawing/2014/main" id="{1D6D8113-2B65-BAC0-DBC2-601012CF0173}"/>
              </a:ext>
              <a:ext uri="{C183D7F6-B498-43B3-948B-1728B52AA6E4}">
                <adec:decorative xmlns:adec="http://schemas.microsoft.com/office/drawing/2017/decorative" val="1"/>
              </a:ext>
            </a:extLst>
          </p:cNvPr>
          <p:cNvGrpSpPr/>
          <p:nvPr/>
        </p:nvGrpSpPr>
        <p:grpSpPr>
          <a:xfrm>
            <a:off x="548219" y="1974220"/>
            <a:ext cx="7173383" cy="2377440"/>
            <a:chOff x="411163" y="2240280"/>
            <a:chExt cx="6446837" cy="2377440"/>
          </a:xfrm>
        </p:grpSpPr>
        <p:sp>
          <p:nvSpPr>
            <p:cNvPr id="49" name="Rectangle">
              <a:extLst>
                <a:ext uri="{FF2B5EF4-FFF2-40B4-BE49-F238E27FC236}">
                  <a16:creationId xmlns:a16="http://schemas.microsoft.com/office/drawing/2014/main" id="{7528BC0B-D239-46B3-8ED2-9B82FDC07FCC}"/>
                </a:ext>
                <a:ext uri="{C183D7F6-B498-43B3-948B-1728B52AA6E4}">
                  <adec:decorative xmlns:adec="http://schemas.microsoft.com/office/drawing/2017/decorative" val="1"/>
                </a:ext>
              </a:extLst>
            </p:cNvPr>
            <p:cNvSpPr/>
            <p:nvPr userDrawn="1"/>
          </p:nvSpPr>
          <p:spPr>
            <a:xfrm>
              <a:off x="411163" y="2240280"/>
              <a:ext cx="6446837" cy="2377440"/>
            </a:xfrm>
            <a:prstGeom prst="rect">
              <a:avLst/>
            </a:prstGeom>
            <a:noFill/>
            <a:ln w="19050" cap="flat">
              <a:solidFill>
                <a:srgbClr val="221F20"/>
              </a:solidFill>
              <a:miter lim="800000"/>
            </a:ln>
          </p:spPr>
          <p:style>
            <a:lnRef idx="0">
              <a:schemeClr val="accent1"/>
            </a:lnRef>
            <a:fillRef idx="1">
              <a:schemeClr val="accent1"/>
            </a:fillRef>
            <a:effectRef idx="0">
              <a:srgbClr val="000000"/>
            </a:effectRef>
            <a:fontRef idx="minor">
              <a:schemeClr val="lt1"/>
            </a:fontRef>
          </p:style>
          <p:txBody>
            <a:bodyPr rtlCol="0" anchor="ctr"/>
            <a:lstStyle/>
            <a:p>
              <a:pPr algn="ctr">
                <a:lnSpc>
                  <a:spcPct val="100000"/>
                </a:lnSpc>
              </a:pPr>
              <a:endParaRPr lang="en-US" sz="1600"/>
            </a:p>
          </p:txBody>
        </p:sp>
        <p:cxnSp>
          <p:nvCxnSpPr>
            <p:cNvPr id="50" name="Line">
              <a:extLst>
                <a:ext uri="{FF2B5EF4-FFF2-40B4-BE49-F238E27FC236}">
                  <a16:creationId xmlns:a16="http://schemas.microsoft.com/office/drawing/2014/main" id="{435BD1FC-4390-71A4-34EE-951EFF0886B1}"/>
                </a:ext>
                <a:ext uri="{C183D7F6-B498-43B3-948B-1728B52AA6E4}">
                  <adec:decorative xmlns:adec="http://schemas.microsoft.com/office/drawing/2017/decorative" val="1"/>
                </a:ext>
              </a:extLst>
            </p:cNvPr>
            <p:cNvCxnSpPr>
              <a:cxnSpLocks/>
            </p:cNvCxnSpPr>
            <p:nvPr userDrawn="1"/>
          </p:nvCxnSpPr>
          <p:spPr>
            <a:xfrm>
              <a:off x="411163" y="3931920"/>
              <a:ext cx="6446837" cy="0"/>
            </a:xfrm>
            <a:prstGeom prst="line">
              <a:avLst/>
            </a:prstGeom>
            <a:ln w="19050" cap="flat">
              <a:solidFill>
                <a:srgbClr val="221F20"/>
              </a:solidFill>
              <a:miter lim="800000"/>
            </a:ln>
          </p:spPr>
          <p:style>
            <a:lnRef idx="1">
              <a:schemeClr val="accent1"/>
            </a:lnRef>
            <a:fillRef idx="0">
              <a:schemeClr val="accent1"/>
            </a:fillRef>
            <a:effectRef idx="0">
              <a:srgbClr val="000000"/>
            </a:effectRef>
            <a:fontRef idx="minor">
              <a:schemeClr val="lt1"/>
            </a:fontRef>
          </p:style>
        </p:cxnSp>
        <p:cxnSp>
          <p:nvCxnSpPr>
            <p:cNvPr id="51" name="Line">
              <a:extLst>
                <a:ext uri="{FF2B5EF4-FFF2-40B4-BE49-F238E27FC236}">
                  <a16:creationId xmlns:a16="http://schemas.microsoft.com/office/drawing/2014/main" id="{F4A81146-41CE-E3FA-3A50-29CA5D91DB4F}"/>
                </a:ext>
                <a:ext uri="{C183D7F6-B498-43B3-948B-1728B52AA6E4}">
                  <adec:decorative xmlns:adec="http://schemas.microsoft.com/office/drawing/2017/decorative" val="1"/>
                </a:ext>
              </a:extLst>
            </p:cNvPr>
            <p:cNvCxnSpPr>
              <a:cxnSpLocks/>
            </p:cNvCxnSpPr>
            <p:nvPr userDrawn="1"/>
          </p:nvCxnSpPr>
          <p:spPr>
            <a:xfrm>
              <a:off x="4272796" y="3931920"/>
              <a:ext cx="0" cy="685800"/>
            </a:xfrm>
            <a:prstGeom prst="line">
              <a:avLst/>
            </a:prstGeom>
            <a:ln w="19050" cap="flat">
              <a:solidFill>
                <a:srgbClr val="221F20"/>
              </a:solidFill>
              <a:miter lim="800000"/>
            </a:ln>
          </p:spPr>
          <p:style>
            <a:lnRef idx="1">
              <a:schemeClr val="accent1"/>
            </a:lnRef>
            <a:fillRef idx="0">
              <a:schemeClr val="accent1"/>
            </a:fillRef>
            <a:effectRef idx="0">
              <a:srgbClr val="000000"/>
            </a:effectRef>
            <a:fontRef idx="minor">
              <a:schemeClr val="lt1"/>
            </a:fontRef>
          </p:style>
        </p:cxnSp>
      </p:grpSp>
      <p:sp>
        <p:nvSpPr>
          <p:cNvPr id="52" name="Title 1">
            <a:extLst>
              <a:ext uri="{FF2B5EF4-FFF2-40B4-BE49-F238E27FC236}">
                <a16:creationId xmlns:a16="http://schemas.microsoft.com/office/drawing/2014/main" id="{34261743-5C6B-193D-74C7-FC918BD33CB3}"/>
              </a:ext>
            </a:extLst>
          </p:cNvPr>
          <p:cNvSpPr>
            <a:spLocks noGrp="1"/>
          </p:cNvSpPr>
          <p:nvPr>
            <p:ph type="ctrTitle" hasCustomPrompt="1"/>
          </p:nvPr>
        </p:nvSpPr>
        <p:spPr>
          <a:xfrm>
            <a:off x="914401" y="2202820"/>
            <a:ext cx="6429375" cy="1325880"/>
          </a:xfrm>
        </p:spPr>
        <p:txBody>
          <a:bodyPr anchor="t" anchorCtr="0"/>
          <a:lstStyle>
            <a:lvl1pPr algn="l">
              <a:lnSpc>
                <a:spcPct val="80000"/>
              </a:lnSpc>
              <a:defRPr sz="3600"/>
            </a:lvl1pPr>
          </a:lstStyle>
          <a:p>
            <a:r>
              <a:rPr lang="en-US"/>
              <a:t>Presentation title</a:t>
            </a:r>
            <a:br>
              <a:rPr lang="en-US"/>
            </a:br>
            <a:r>
              <a:rPr lang="en-US"/>
              <a:t>PRESENTATION TITLE</a:t>
            </a:r>
            <a:br>
              <a:rPr lang="en-US"/>
            </a:br>
            <a:r>
              <a:rPr lang="en-US"/>
              <a:t>THREE LINES MAX</a:t>
            </a:r>
          </a:p>
        </p:txBody>
      </p:sp>
      <p:sp>
        <p:nvSpPr>
          <p:cNvPr id="53" name="Subtitle 2">
            <a:extLst>
              <a:ext uri="{FF2B5EF4-FFF2-40B4-BE49-F238E27FC236}">
                <a16:creationId xmlns:a16="http://schemas.microsoft.com/office/drawing/2014/main" id="{09DA0322-2B5C-8F10-EE8B-1FE75C5A5BFA}"/>
              </a:ext>
            </a:extLst>
          </p:cNvPr>
          <p:cNvSpPr>
            <a:spLocks noGrp="1"/>
          </p:cNvSpPr>
          <p:nvPr>
            <p:ph type="subTitle" idx="1" hasCustomPrompt="1"/>
          </p:nvPr>
        </p:nvSpPr>
        <p:spPr>
          <a:xfrm>
            <a:off x="914400" y="3784732"/>
            <a:ext cx="3565525" cy="457200"/>
          </a:xfrm>
        </p:spPr>
        <p:txBody>
          <a:bodyPr anchor="ctr" anchorCtr="0"/>
          <a:lstStyle>
            <a:lvl1pPr marL="0" indent="0" algn="l">
              <a:spcBef>
                <a:spcPts val="0"/>
              </a:spcBef>
              <a:buNone/>
              <a:defRPr sz="1200" b="1">
                <a:solidFill>
                  <a:schemeClr val="tx2"/>
                </a:solidFill>
              </a:defRPr>
            </a:lvl1pPr>
            <a:lvl2pPr marL="0" indent="0" algn="l">
              <a:spcBef>
                <a:spcPts val="0"/>
              </a:spcBef>
              <a:buNone/>
              <a:defRPr sz="1200" b="1">
                <a:solidFill>
                  <a:schemeClr val="tx2"/>
                </a:solidFill>
              </a:defRPr>
            </a:lvl2pPr>
            <a:lvl3pPr marL="0" indent="0" algn="l">
              <a:spcBef>
                <a:spcPts val="0"/>
              </a:spcBef>
              <a:buNone/>
              <a:defRPr sz="1200" b="1">
                <a:solidFill>
                  <a:schemeClr val="tx2"/>
                </a:solidFill>
              </a:defRPr>
            </a:lvl3pPr>
            <a:lvl4pPr marL="0" indent="0" algn="l">
              <a:spcBef>
                <a:spcPts val="0"/>
              </a:spcBef>
              <a:buNone/>
              <a:defRPr sz="1200" b="1">
                <a:solidFill>
                  <a:schemeClr val="tx2"/>
                </a:solidFill>
              </a:defRPr>
            </a:lvl4pPr>
            <a:lvl5pPr marL="0" indent="0" algn="l">
              <a:spcBef>
                <a:spcPts val="0"/>
              </a:spcBef>
              <a:buNone/>
              <a:defRPr sz="1200" b="1">
                <a:solidFill>
                  <a:schemeClr val="tx2"/>
                </a:solidFill>
              </a:defRPr>
            </a:lvl5pPr>
            <a:lvl6pPr marL="0" indent="0" algn="l">
              <a:spcBef>
                <a:spcPts val="0"/>
              </a:spcBef>
              <a:buNone/>
              <a:defRPr sz="1200" b="1">
                <a:solidFill>
                  <a:schemeClr val="tx2"/>
                </a:solidFill>
              </a:defRPr>
            </a:lvl6pPr>
            <a:lvl7pPr marL="0" indent="0" algn="l">
              <a:spcBef>
                <a:spcPts val="0"/>
              </a:spcBef>
              <a:buNone/>
              <a:defRPr sz="1200" b="1">
                <a:solidFill>
                  <a:schemeClr val="tx2"/>
                </a:solidFill>
              </a:defRPr>
            </a:lvl7pPr>
            <a:lvl8pPr marL="0" indent="0" algn="l">
              <a:spcBef>
                <a:spcPts val="0"/>
              </a:spcBef>
              <a:buNone/>
              <a:defRPr sz="1200" b="1">
                <a:solidFill>
                  <a:schemeClr val="tx2"/>
                </a:solidFill>
              </a:defRPr>
            </a:lvl8pPr>
            <a:lvl9pPr marL="0" indent="0" algn="l">
              <a:spcBef>
                <a:spcPts val="0"/>
              </a:spcBef>
              <a:buNone/>
              <a:defRPr sz="1200" b="1">
                <a:solidFill>
                  <a:schemeClr val="tx2"/>
                </a:solidFill>
              </a:defRPr>
            </a:lvl9pPr>
          </a:lstStyle>
          <a:p>
            <a:r>
              <a:rPr lang="en-US"/>
              <a:t>[Presentation subtitle/description]</a:t>
            </a:r>
          </a:p>
        </p:txBody>
      </p:sp>
      <p:sp>
        <p:nvSpPr>
          <p:cNvPr id="54" name="Text Placeholder 3">
            <a:extLst>
              <a:ext uri="{FF2B5EF4-FFF2-40B4-BE49-F238E27FC236}">
                <a16:creationId xmlns:a16="http://schemas.microsoft.com/office/drawing/2014/main" id="{76359DCF-E748-9D74-A7A5-1B8C52B3E366}"/>
              </a:ext>
            </a:extLst>
          </p:cNvPr>
          <p:cNvSpPr>
            <a:spLocks noGrp="1"/>
          </p:cNvSpPr>
          <p:nvPr>
            <p:ph type="body" sz="quarter" idx="10" hasCustomPrompt="1"/>
          </p:nvPr>
        </p:nvSpPr>
        <p:spPr>
          <a:xfrm>
            <a:off x="5212080" y="3784732"/>
            <a:ext cx="2131695" cy="457200"/>
          </a:xfrm>
        </p:spPr>
        <p:txBody>
          <a:bodyPr anchor="ctr" anchorCtr="0"/>
          <a:lstStyle>
            <a:lvl1pPr marL="0" indent="0" algn="ctr">
              <a:lnSpc>
                <a:spcPct val="80000"/>
              </a:lnSpc>
              <a:spcBef>
                <a:spcPts val="0"/>
              </a:spcBef>
              <a:buFontTx/>
              <a:buNone/>
              <a:defRPr sz="1400" b="1" cap="all" baseline="0">
                <a:solidFill>
                  <a:schemeClr val="tx2"/>
                </a:solidFill>
              </a:defRPr>
            </a:lvl1pPr>
            <a:lvl2pPr marL="0" indent="0" algn="ctr">
              <a:lnSpc>
                <a:spcPct val="80000"/>
              </a:lnSpc>
              <a:spcBef>
                <a:spcPts val="0"/>
              </a:spcBef>
              <a:buFontTx/>
              <a:buNone/>
              <a:defRPr sz="1400" b="1" cap="all" baseline="0">
                <a:solidFill>
                  <a:schemeClr val="tx2"/>
                </a:solidFill>
              </a:defRPr>
            </a:lvl2pPr>
            <a:lvl3pPr marL="0" indent="0" algn="ctr">
              <a:lnSpc>
                <a:spcPct val="80000"/>
              </a:lnSpc>
              <a:spcBef>
                <a:spcPts val="0"/>
              </a:spcBef>
              <a:buFontTx/>
              <a:buNone/>
              <a:defRPr sz="1400" b="1" cap="all" baseline="0">
                <a:solidFill>
                  <a:schemeClr val="tx2"/>
                </a:solidFill>
              </a:defRPr>
            </a:lvl3pPr>
            <a:lvl4pPr marL="0" indent="0" algn="ctr">
              <a:lnSpc>
                <a:spcPct val="80000"/>
              </a:lnSpc>
              <a:spcBef>
                <a:spcPts val="0"/>
              </a:spcBef>
              <a:buFontTx/>
              <a:buNone/>
              <a:defRPr sz="1400" b="1" cap="all" baseline="0">
                <a:solidFill>
                  <a:schemeClr val="tx2"/>
                </a:solidFill>
              </a:defRPr>
            </a:lvl4pPr>
            <a:lvl5pPr marL="0" indent="0" algn="ctr">
              <a:lnSpc>
                <a:spcPct val="80000"/>
              </a:lnSpc>
              <a:spcBef>
                <a:spcPts val="0"/>
              </a:spcBef>
              <a:buFontTx/>
              <a:buNone/>
              <a:defRPr sz="1400" b="1" cap="all" baseline="0">
                <a:solidFill>
                  <a:schemeClr val="tx2"/>
                </a:solidFill>
              </a:defRPr>
            </a:lvl5pPr>
            <a:lvl6pPr marL="0" indent="0" algn="ctr">
              <a:lnSpc>
                <a:spcPct val="80000"/>
              </a:lnSpc>
              <a:spcBef>
                <a:spcPts val="0"/>
              </a:spcBef>
              <a:buFontTx/>
              <a:buNone/>
              <a:defRPr sz="1400" b="1" cap="all" baseline="0">
                <a:solidFill>
                  <a:schemeClr val="tx2"/>
                </a:solidFill>
              </a:defRPr>
            </a:lvl6pPr>
            <a:lvl7pPr marL="0" indent="0" algn="ctr">
              <a:lnSpc>
                <a:spcPct val="80000"/>
              </a:lnSpc>
              <a:spcBef>
                <a:spcPts val="0"/>
              </a:spcBef>
              <a:buFontTx/>
              <a:buNone/>
              <a:defRPr sz="1400" b="1" cap="all" baseline="0">
                <a:solidFill>
                  <a:schemeClr val="tx2"/>
                </a:solidFill>
              </a:defRPr>
            </a:lvl7pPr>
            <a:lvl8pPr marL="0" indent="0" algn="ctr">
              <a:lnSpc>
                <a:spcPct val="80000"/>
              </a:lnSpc>
              <a:spcBef>
                <a:spcPts val="0"/>
              </a:spcBef>
              <a:buFontTx/>
              <a:buNone/>
              <a:defRPr sz="1400" b="1" cap="all" baseline="0">
                <a:solidFill>
                  <a:schemeClr val="tx2"/>
                </a:solidFill>
              </a:defRPr>
            </a:lvl8pPr>
            <a:lvl9pPr marL="0" indent="0" algn="ctr">
              <a:lnSpc>
                <a:spcPct val="80000"/>
              </a:lnSpc>
              <a:spcBef>
                <a:spcPts val="0"/>
              </a:spcBef>
              <a:buFontTx/>
              <a:buNone/>
              <a:defRPr sz="1400" b="1" cap="all" baseline="0">
                <a:solidFill>
                  <a:schemeClr val="tx2"/>
                </a:solidFill>
              </a:defRPr>
            </a:lvl9pPr>
          </a:lstStyle>
          <a:p>
            <a:pPr lvl="0"/>
            <a:r>
              <a:rPr lang="en-US"/>
              <a:t>[00 Month 0000]</a:t>
            </a:r>
          </a:p>
        </p:txBody>
      </p:sp>
    </p:spTree>
    <p:extLst>
      <p:ext uri="{BB962C8B-B14F-4D97-AF65-F5344CB8AC3E}">
        <p14:creationId xmlns:p14="http://schemas.microsoft.com/office/powerpoint/2010/main" val="124637752"/>
      </p:ext>
    </p:extLst>
  </p:cSld>
  <p:clrMapOvr>
    <a:overrideClrMapping bg1="lt1" tx1="dk1" bg2="lt2" tx2="dk2" accent1="accent1" accent2="accent2" accent3="accent3" accent4="accent4" accent5="accent5" accent6="accent6" hlink="hlink" folHlink="folHlink"/>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Title Slide - Imag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0" name="Date Placeholder 19">
            <a:extLst>
              <a:ext uri="{FF2B5EF4-FFF2-40B4-BE49-F238E27FC236}">
                <a16:creationId xmlns:a16="http://schemas.microsoft.com/office/drawing/2014/main" id="{F9D3AB9C-26E9-8E88-3B55-B4A5EC7C31F2}"/>
              </a:ext>
            </a:extLst>
          </p:cNvPr>
          <p:cNvSpPr>
            <a:spLocks noGrp="1"/>
          </p:cNvSpPr>
          <p:nvPr>
            <p:ph type="dt" sz="half" idx="49"/>
          </p:nvPr>
        </p:nvSpPr>
        <p:spPr/>
        <p:txBody>
          <a:bodyPr/>
          <a:lstStyle/>
          <a:p>
            <a:fld id="{D41656AB-D2E1-472E-8B95-0DF5C6E1D623}" type="datetime3">
              <a:rPr lang="en-US" smtClean="0"/>
              <a:t>5 May 2026</a:t>
            </a:fld>
            <a:endParaRPr lang="en-US"/>
          </a:p>
        </p:txBody>
      </p:sp>
      <p:sp>
        <p:nvSpPr>
          <p:cNvPr id="21" name="Slide Number Placeholder 20">
            <a:extLst>
              <a:ext uri="{FF2B5EF4-FFF2-40B4-BE49-F238E27FC236}">
                <a16:creationId xmlns:a16="http://schemas.microsoft.com/office/drawing/2014/main" id="{CF1316F0-9F13-53EA-1597-09232B2FF1AB}"/>
              </a:ext>
            </a:extLst>
          </p:cNvPr>
          <p:cNvSpPr>
            <a:spLocks noGrp="1"/>
          </p:cNvSpPr>
          <p:nvPr>
            <p:ph type="sldNum" sz="quarter" idx="50"/>
          </p:nvPr>
        </p:nvSpPr>
        <p:spPr/>
        <p:txBody>
          <a:bodyPr/>
          <a:lstStyle/>
          <a:p>
            <a:fld id="{64E5BE4B-2FBF-4174-9E62-85FAD1CB43A6}" type="slidenum">
              <a:rPr lang="en-US" smtClean="0"/>
              <a:pPr/>
              <a:t>‹#›</a:t>
            </a:fld>
            <a:endParaRPr lang="en-US"/>
          </a:p>
        </p:txBody>
      </p:sp>
      <p:pic>
        <p:nvPicPr>
          <p:cNvPr id="5" name="U.S. Army" descr="U.S. Army">
            <a:extLst>
              <a:ext uri="{FF2B5EF4-FFF2-40B4-BE49-F238E27FC236}">
                <a16:creationId xmlns:a16="http://schemas.microsoft.com/office/drawing/2014/main" id="{499EE878-E6B9-0543-B958-85A17AE36A27}"/>
              </a:ext>
            </a:extLst>
          </p:cNvPr>
          <p:cNvPicPr>
            <a:picLocks noChangeAspect="1"/>
          </p:cNvPicPr>
          <p:nvPr/>
        </p:nvPicPr>
        <p:blipFill>
          <a:blip r:embed="rId3"/>
          <a:stretch>
            <a:fillRect/>
          </a:stretch>
        </p:blipFill>
        <p:spPr bwMode="black">
          <a:xfrm>
            <a:off x="244899" y="112631"/>
            <a:ext cx="3246120" cy="1225808"/>
          </a:xfrm>
          <a:prstGeom prst="rect">
            <a:avLst/>
          </a:prstGeom>
        </p:spPr>
      </p:pic>
      <p:sp>
        <p:nvSpPr>
          <p:cNvPr id="8" name="Text Placeholder 30">
            <a:extLst>
              <a:ext uri="{FF2B5EF4-FFF2-40B4-BE49-F238E27FC236}">
                <a16:creationId xmlns:a16="http://schemas.microsoft.com/office/drawing/2014/main" id="{96CD17E6-26AB-FBB2-220C-D5185212C519}"/>
              </a:ext>
            </a:extLst>
          </p:cNvPr>
          <p:cNvSpPr>
            <a:spLocks noGrp="1"/>
          </p:cNvSpPr>
          <p:nvPr>
            <p:ph type="body" sz="quarter" idx="39" hasCustomPrompt="1"/>
          </p:nvPr>
        </p:nvSpPr>
        <p:spPr>
          <a:xfrm>
            <a:off x="547688" y="5133531"/>
            <a:ext cx="1335568" cy="138499"/>
          </a:xfrm>
          <a:prstGeom prst="rect">
            <a:avLst/>
          </a:prstGeom>
          <a:solidFill>
            <a:schemeClr val="tx1">
              <a:alpha val="93000"/>
            </a:schemeClr>
          </a:solidFill>
          <a:ln w="3175">
            <a:solidFill>
              <a:schemeClr val="tx1"/>
            </a:solidFill>
          </a:ln>
        </p:spPr>
        <p:txBody>
          <a:bodyPr wrap="square" lIns="91440" tIns="0" rIns="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67" indent="0">
              <a:buNone/>
              <a:defRPr sz="1000">
                <a:latin typeface="Arial Bold" panose="020B0704020202020204" pitchFamily="34" charset="0"/>
                <a:cs typeface="Arial Bold" panose="020B0704020202020204" pitchFamily="34" charset="0"/>
              </a:defRPr>
            </a:lvl2pPr>
            <a:lvl3pPr marL="914332" indent="0">
              <a:buNone/>
              <a:defRPr sz="1000">
                <a:latin typeface="Arial Bold" panose="020B0704020202020204" pitchFamily="34" charset="0"/>
                <a:cs typeface="Arial Bold" panose="020B0704020202020204" pitchFamily="34" charset="0"/>
              </a:defRPr>
            </a:lvl3pPr>
            <a:lvl4pPr marL="1371498" indent="0">
              <a:buNone/>
              <a:defRPr sz="1000">
                <a:latin typeface="Arial Bold" panose="020B0704020202020204" pitchFamily="34" charset="0"/>
                <a:cs typeface="Arial Bold" panose="020B0704020202020204" pitchFamily="34" charset="0"/>
              </a:defRPr>
            </a:lvl4pPr>
            <a:lvl5pPr marL="1828664" indent="0">
              <a:buNone/>
              <a:defRPr sz="1000">
                <a:latin typeface="Arial Bold" panose="020B0704020202020204" pitchFamily="34" charset="0"/>
                <a:cs typeface="Arial Bold" panose="020B0704020202020204" pitchFamily="34" charset="0"/>
              </a:defRPr>
            </a:lvl5pPr>
          </a:lstStyle>
          <a:p>
            <a:pPr lvl="0"/>
            <a:r>
              <a:rPr lang="en-US"/>
              <a:t>Controlled by: </a:t>
            </a:r>
          </a:p>
        </p:txBody>
      </p:sp>
      <p:sp>
        <p:nvSpPr>
          <p:cNvPr id="9" name="Text Placeholder 30">
            <a:extLst>
              <a:ext uri="{FF2B5EF4-FFF2-40B4-BE49-F238E27FC236}">
                <a16:creationId xmlns:a16="http://schemas.microsoft.com/office/drawing/2014/main" id="{FCD1ED33-CCD9-E1B6-327A-71BC6F62C4DB}"/>
              </a:ext>
            </a:extLst>
          </p:cNvPr>
          <p:cNvSpPr>
            <a:spLocks noGrp="1"/>
          </p:cNvSpPr>
          <p:nvPr>
            <p:ph type="body" sz="quarter" idx="40" hasCustomPrompt="1"/>
          </p:nvPr>
        </p:nvSpPr>
        <p:spPr>
          <a:xfrm>
            <a:off x="547688" y="4952739"/>
            <a:ext cx="1335568" cy="138499"/>
          </a:xfrm>
          <a:prstGeom prst="rect">
            <a:avLst/>
          </a:prstGeom>
          <a:solidFill>
            <a:schemeClr val="tx1">
              <a:alpha val="93000"/>
            </a:schemeClr>
          </a:solidFill>
          <a:ln w="3175">
            <a:solidFill>
              <a:schemeClr val="tx1"/>
            </a:solidFill>
          </a:ln>
        </p:spPr>
        <p:txBody>
          <a:bodyPr wrap="square" lIns="91440" tIns="0" rIns="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67" indent="0">
              <a:buNone/>
              <a:defRPr sz="1000">
                <a:latin typeface="Arial Bold" panose="020B0704020202020204" pitchFamily="34" charset="0"/>
                <a:cs typeface="Arial Bold" panose="020B0704020202020204" pitchFamily="34" charset="0"/>
              </a:defRPr>
            </a:lvl2pPr>
            <a:lvl3pPr marL="914332" indent="0">
              <a:buNone/>
              <a:defRPr sz="1000">
                <a:latin typeface="Arial Bold" panose="020B0704020202020204" pitchFamily="34" charset="0"/>
                <a:cs typeface="Arial Bold" panose="020B0704020202020204" pitchFamily="34" charset="0"/>
              </a:defRPr>
            </a:lvl3pPr>
            <a:lvl4pPr marL="1371498" indent="0">
              <a:buNone/>
              <a:defRPr sz="1000">
                <a:latin typeface="Arial Bold" panose="020B0704020202020204" pitchFamily="34" charset="0"/>
                <a:cs typeface="Arial Bold" panose="020B0704020202020204" pitchFamily="34" charset="0"/>
              </a:defRPr>
            </a:lvl4pPr>
            <a:lvl5pPr marL="1828664" indent="0">
              <a:buNone/>
              <a:defRPr sz="1000">
                <a:latin typeface="Arial Bold" panose="020B0704020202020204" pitchFamily="34" charset="0"/>
                <a:cs typeface="Arial Bold" panose="020B0704020202020204" pitchFamily="34" charset="0"/>
              </a:defRPr>
            </a:lvl5pPr>
          </a:lstStyle>
          <a:p>
            <a:pPr lvl="0"/>
            <a:r>
              <a:rPr lang="en-US"/>
              <a:t>Controlled by: </a:t>
            </a:r>
          </a:p>
        </p:txBody>
      </p:sp>
      <p:sp>
        <p:nvSpPr>
          <p:cNvPr id="11" name="Text Placeholder 30">
            <a:extLst>
              <a:ext uri="{FF2B5EF4-FFF2-40B4-BE49-F238E27FC236}">
                <a16:creationId xmlns:a16="http://schemas.microsoft.com/office/drawing/2014/main" id="{A255632D-60F3-C439-D931-6B2874E894D7}"/>
              </a:ext>
            </a:extLst>
          </p:cNvPr>
          <p:cNvSpPr>
            <a:spLocks noGrp="1"/>
          </p:cNvSpPr>
          <p:nvPr>
            <p:ph type="body" sz="quarter" idx="41" hasCustomPrompt="1"/>
          </p:nvPr>
        </p:nvSpPr>
        <p:spPr>
          <a:xfrm>
            <a:off x="547688" y="5314323"/>
            <a:ext cx="1335568" cy="138499"/>
          </a:xfrm>
          <a:prstGeom prst="rect">
            <a:avLst/>
          </a:prstGeom>
          <a:solidFill>
            <a:schemeClr val="tx1">
              <a:alpha val="93000"/>
            </a:schemeClr>
          </a:solidFill>
          <a:ln w="3175">
            <a:solidFill>
              <a:schemeClr val="tx1"/>
            </a:solidFill>
          </a:ln>
        </p:spPr>
        <p:txBody>
          <a:bodyPr wrap="square" lIns="91440" tIns="0" rIns="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67" indent="0">
              <a:buNone/>
              <a:defRPr sz="1000">
                <a:latin typeface="Arial Bold" panose="020B0704020202020204" pitchFamily="34" charset="0"/>
                <a:cs typeface="Arial Bold" panose="020B0704020202020204" pitchFamily="34" charset="0"/>
              </a:defRPr>
            </a:lvl2pPr>
            <a:lvl3pPr marL="914332" indent="0">
              <a:buNone/>
              <a:defRPr sz="1000">
                <a:latin typeface="Arial Bold" panose="020B0704020202020204" pitchFamily="34" charset="0"/>
                <a:cs typeface="Arial Bold" panose="020B0704020202020204" pitchFamily="34" charset="0"/>
              </a:defRPr>
            </a:lvl3pPr>
            <a:lvl4pPr marL="1371498" indent="0">
              <a:buNone/>
              <a:defRPr sz="1000">
                <a:latin typeface="Arial Bold" panose="020B0704020202020204" pitchFamily="34" charset="0"/>
                <a:cs typeface="Arial Bold" panose="020B0704020202020204" pitchFamily="34" charset="0"/>
              </a:defRPr>
            </a:lvl4pPr>
            <a:lvl5pPr marL="1828664" indent="0">
              <a:buNone/>
              <a:defRPr sz="1000">
                <a:latin typeface="Arial Bold" panose="020B0704020202020204" pitchFamily="34" charset="0"/>
                <a:cs typeface="Arial Bold" panose="020B0704020202020204" pitchFamily="34" charset="0"/>
              </a:defRPr>
            </a:lvl5pPr>
          </a:lstStyle>
          <a:p>
            <a:pPr lvl="0"/>
            <a:r>
              <a:rPr lang="en-US"/>
              <a:t>CUI Category: </a:t>
            </a:r>
          </a:p>
        </p:txBody>
      </p:sp>
      <p:sp>
        <p:nvSpPr>
          <p:cNvPr id="12" name="Text Placeholder 30">
            <a:extLst>
              <a:ext uri="{FF2B5EF4-FFF2-40B4-BE49-F238E27FC236}">
                <a16:creationId xmlns:a16="http://schemas.microsoft.com/office/drawing/2014/main" id="{0BD3A2B1-9D40-83E3-4243-B4A52B6A636E}"/>
              </a:ext>
            </a:extLst>
          </p:cNvPr>
          <p:cNvSpPr>
            <a:spLocks noGrp="1"/>
          </p:cNvSpPr>
          <p:nvPr>
            <p:ph type="body" sz="quarter" idx="42" hasCustomPrompt="1"/>
          </p:nvPr>
        </p:nvSpPr>
        <p:spPr>
          <a:xfrm>
            <a:off x="547688" y="5495115"/>
            <a:ext cx="1335568" cy="138499"/>
          </a:xfrm>
          <a:prstGeom prst="rect">
            <a:avLst/>
          </a:prstGeom>
          <a:solidFill>
            <a:schemeClr val="tx1">
              <a:alpha val="93000"/>
            </a:schemeClr>
          </a:solidFill>
          <a:ln w="3175">
            <a:solidFill>
              <a:schemeClr val="tx1"/>
            </a:solidFill>
          </a:ln>
        </p:spPr>
        <p:txBody>
          <a:bodyPr wrap="square" lIns="91440" tIns="0" rIns="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67" indent="0">
              <a:buNone/>
              <a:defRPr sz="1000">
                <a:latin typeface="Arial Bold" panose="020B0704020202020204" pitchFamily="34" charset="0"/>
                <a:cs typeface="Arial Bold" panose="020B0704020202020204" pitchFamily="34" charset="0"/>
              </a:defRPr>
            </a:lvl2pPr>
            <a:lvl3pPr marL="914332" indent="0">
              <a:buNone/>
              <a:defRPr sz="1000">
                <a:latin typeface="Arial Bold" panose="020B0704020202020204" pitchFamily="34" charset="0"/>
                <a:cs typeface="Arial Bold" panose="020B0704020202020204" pitchFamily="34" charset="0"/>
              </a:defRPr>
            </a:lvl3pPr>
            <a:lvl4pPr marL="1371498" indent="0">
              <a:buNone/>
              <a:defRPr sz="1000">
                <a:latin typeface="Arial Bold" panose="020B0704020202020204" pitchFamily="34" charset="0"/>
                <a:cs typeface="Arial Bold" panose="020B0704020202020204" pitchFamily="34" charset="0"/>
              </a:defRPr>
            </a:lvl4pPr>
            <a:lvl5pPr marL="1828664" indent="0">
              <a:buNone/>
              <a:defRPr sz="1000">
                <a:latin typeface="Arial Bold" panose="020B0704020202020204" pitchFamily="34" charset="0"/>
                <a:cs typeface="Arial Bold" panose="020B0704020202020204" pitchFamily="34" charset="0"/>
              </a:defRPr>
            </a:lvl5pPr>
          </a:lstStyle>
          <a:p>
            <a:pPr lvl="0"/>
            <a:r>
              <a:rPr lang="en-US"/>
              <a:t>Distribution Statement: </a:t>
            </a:r>
          </a:p>
        </p:txBody>
      </p:sp>
      <p:sp>
        <p:nvSpPr>
          <p:cNvPr id="14" name="Text Placeholder 30">
            <a:extLst>
              <a:ext uri="{FF2B5EF4-FFF2-40B4-BE49-F238E27FC236}">
                <a16:creationId xmlns:a16="http://schemas.microsoft.com/office/drawing/2014/main" id="{7AADD113-BD09-95AA-FFBA-DCC255F69FAA}"/>
              </a:ext>
            </a:extLst>
          </p:cNvPr>
          <p:cNvSpPr>
            <a:spLocks noGrp="1"/>
          </p:cNvSpPr>
          <p:nvPr>
            <p:ph type="body" sz="quarter" idx="43" hasCustomPrompt="1"/>
          </p:nvPr>
        </p:nvSpPr>
        <p:spPr>
          <a:xfrm>
            <a:off x="547688" y="5675907"/>
            <a:ext cx="1335568" cy="138499"/>
          </a:xfrm>
          <a:prstGeom prst="rect">
            <a:avLst/>
          </a:prstGeom>
          <a:solidFill>
            <a:schemeClr val="tx1">
              <a:alpha val="93000"/>
            </a:schemeClr>
          </a:solidFill>
          <a:ln w="3175">
            <a:solidFill>
              <a:schemeClr val="tx1"/>
            </a:solidFill>
          </a:ln>
        </p:spPr>
        <p:txBody>
          <a:bodyPr wrap="square" lIns="91440" tIns="0" rIns="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67" indent="0">
              <a:buNone/>
              <a:defRPr sz="1000">
                <a:latin typeface="Arial Bold" panose="020B0704020202020204" pitchFamily="34" charset="0"/>
                <a:cs typeface="Arial Bold" panose="020B0704020202020204" pitchFamily="34" charset="0"/>
              </a:defRPr>
            </a:lvl2pPr>
            <a:lvl3pPr marL="914332" indent="0">
              <a:buNone/>
              <a:defRPr sz="1000">
                <a:latin typeface="Arial Bold" panose="020B0704020202020204" pitchFamily="34" charset="0"/>
                <a:cs typeface="Arial Bold" panose="020B0704020202020204" pitchFamily="34" charset="0"/>
              </a:defRPr>
            </a:lvl3pPr>
            <a:lvl4pPr marL="1371498" indent="0">
              <a:buNone/>
              <a:defRPr sz="1000">
                <a:latin typeface="Arial Bold" panose="020B0704020202020204" pitchFamily="34" charset="0"/>
                <a:cs typeface="Arial Bold" panose="020B0704020202020204" pitchFamily="34" charset="0"/>
              </a:defRPr>
            </a:lvl4pPr>
            <a:lvl5pPr marL="1828664" indent="0">
              <a:buNone/>
              <a:defRPr sz="1000">
                <a:latin typeface="Arial Bold" panose="020B0704020202020204" pitchFamily="34" charset="0"/>
                <a:cs typeface="Arial Bold" panose="020B0704020202020204" pitchFamily="34" charset="0"/>
              </a:defRPr>
            </a:lvl5pPr>
          </a:lstStyle>
          <a:p>
            <a:pPr lvl="0"/>
            <a:r>
              <a:rPr lang="en-US"/>
              <a:t>POC: </a:t>
            </a:r>
          </a:p>
        </p:txBody>
      </p:sp>
      <p:sp>
        <p:nvSpPr>
          <p:cNvPr id="15" name="Text Placeholder 30">
            <a:extLst>
              <a:ext uri="{FF2B5EF4-FFF2-40B4-BE49-F238E27FC236}">
                <a16:creationId xmlns:a16="http://schemas.microsoft.com/office/drawing/2014/main" id="{A9D52B79-92E5-4D64-1757-D13A0674723F}"/>
              </a:ext>
            </a:extLst>
          </p:cNvPr>
          <p:cNvSpPr>
            <a:spLocks noGrp="1"/>
          </p:cNvSpPr>
          <p:nvPr>
            <p:ph type="body" sz="quarter" idx="44"/>
          </p:nvPr>
        </p:nvSpPr>
        <p:spPr>
          <a:xfrm>
            <a:off x="1981201" y="5133531"/>
            <a:ext cx="3124935" cy="138499"/>
          </a:xfrm>
          <a:prstGeom prst="rect">
            <a:avLst/>
          </a:prstGeom>
          <a:solidFill>
            <a:schemeClr val="tx1">
              <a:alpha val="93000"/>
            </a:schemeClr>
          </a:solidFill>
          <a:ln w="3175">
            <a:solidFill>
              <a:schemeClr val="tx1"/>
            </a:solidFill>
          </a:ln>
        </p:spPr>
        <p:txBody>
          <a:bodyPr wrap="square" lIns="91440" tIns="0" rIns="36576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67" indent="0">
              <a:buNone/>
              <a:defRPr sz="1000">
                <a:latin typeface="Arial Bold" panose="020B0704020202020204" pitchFamily="34" charset="0"/>
                <a:cs typeface="Arial Bold" panose="020B0704020202020204" pitchFamily="34" charset="0"/>
              </a:defRPr>
            </a:lvl2pPr>
            <a:lvl3pPr marL="914332" indent="0">
              <a:buNone/>
              <a:defRPr sz="1000">
                <a:latin typeface="Arial Bold" panose="020B0704020202020204" pitchFamily="34" charset="0"/>
                <a:cs typeface="Arial Bold" panose="020B0704020202020204" pitchFamily="34" charset="0"/>
              </a:defRPr>
            </a:lvl3pPr>
            <a:lvl4pPr marL="1371498" indent="0">
              <a:buNone/>
              <a:defRPr sz="1000">
                <a:latin typeface="Arial Bold" panose="020B0704020202020204" pitchFamily="34" charset="0"/>
                <a:cs typeface="Arial Bold" panose="020B0704020202020204" pitchFamily="34" charset="0"/>
              </a:defRPr>
            </a:lvl4pPr>
            <a:lvl5pPr marL="1828664" indent="0">
              <a:buNone/>
              <a:defRPr sz="1000">
                <a:latin typeface="Arial Bold" panose="020B0704020202020204" pitchFamily="34" charset="0"/>
                <a:cs typeface="Arial Bold" panose="020B0704020202020204" pitchFamily="34" charset="0"/>
              </a:defRPr>
            </a:lvl5pPr>
          </a:lstStyle>
          <a:p>
            <a:pPr lvl="0"/>
            <a:r>
              <a:rPr lang="en-US"/>
              <a:t>Click to edit Master text styles</a:t>
            </a:r>
          </a:p>
        </p:txBody>
      </p:sp>
      <p:sp>
        <p:nvSpPr>
          <p:cNvPr id="16" name="Text Placeholder 30">
            <a:extLst>
              <a:ext uri="{FF2B5EF4-FFF2-40B4-BE49-F238E27FC236}">
                <a16:creationId xmlns:a16="http://schemas.microsoft.com/office/drawing/2014/main" id="{DF04F3CB-62F5-7A9F-E397-4800E51C0E24}"/>
              </a:ext>
            </a:extLst>
          </p:cNvPr>
          <p:cNvSpPr>
            <a:spLocks noGrp="1"/>
          </p:cNvSpPr>
          <p:nvPr>
            <p:ph type="body" sz="quarter" idx="45"/>
          </p:nvPr>
        </p:nvSpPr>
        <p:spPr>
          <a:xfrm>
            <a:off x="1981201" y="4952739"/>
            <a:ext cx="3124935" cy="138499"/>
          </a:xfrm>
          <a:prstGeom prst="rect">
            <a:avLst/>
          </a:prstGeom>
          <a:solidFill>
            <a:schemeClr val="tx1">
              <a:alpha val="93000"/>
            </a:schemeClr>
          </a:solidFill>
          <a:ln w="3175">
            <a:solidFill>
              <a:schemeClr val="tx1"/>
            </a:solidFill>
          </a:ln>
        </p:spPr>
        <p:txBody>
          <a:bodyPr wrap="square" lIns="91440" tIns="0" rIns="36576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67" indent="0">
              <a:buNone/>
              <a:defRPr sz="1000">
                <a:latin typeface="Arial Bold" panose="020B0704020202020204" pitchFamily="34" charset="0"/>
                <a:cs typeface="Arial Bold" panose="020B0704020202020204" pitchFamily="34" charset="0"/>
              </a:defRPr>
            </a:lvl2pPr>
            <a:lvl3pPr marL="914332" indent="0">
              <a:buNone/>
              <a:defRPr sz="1000">
                <a:latin typeface="Arial Bold" panose="020B0704020202020204" pitchFamily="34" charset="0"/>
                <a:cs typeface="Arial Bold" panose="020B0704020202020204" pitchFamily="34" charset="0"/>
              </a:defRPr>
            </a:lvl3pPr>
            <a:lvl4pPr marL="1371498" indent="0">
              <a:buNone/>
              <a:defRPr sz="1000">
                <a:latin typeface="Arial Bold" panose="020B0704020202020204" pitchFamily="34" charset="0"/>
                <a:cs typeface="Arial Bold" panose="020B0704020202020204" pitchFamily="34" charset="0"/>
              </a:defRPr>
            </a:lvl4pPr>
            <a:lvl5pPr marL="1828664" indent="0">
              <a:buNone/>
              <a:defRPr sz="1000">
                <a:latin typeface="Arial Bold" panose="020B0704020202020204" pitchFamily="34" charset="0"/>
                <a:cs typeface="Arial Bold" panose="020B0704020202020204" pitchFamily="34" charset="0"/>
              </a:defRPr>
            </a:lvl5pPr>
          </a:lstStyle>
          <a:p>
            <a:pPr lvl="0"/>
            <a:r>
              <a:rPr lang="en-US"/>
              <a:t>Click to edit Master text styles</a:t>
            </a:r>
          </a:p>
        </p:txBody>
      </p:sp>
      <p:sp>
        <p:nvSpPr>
          <p:cNvPr id="17" name="Text Placeholder 30">
            <a:extLst>
              <a:ext uri="{FF2B5EF4-FFF2-40B4-BE49-F238E27FC236}">
                <a16:creationId xmlns:a16="http://schemas.microsoft.com/office/drawing/2014/main" id="{DA62CE27-72C2-A083-C796-4F047A2FF421}"/>
              </a:ext>
            </a:extLst>
          </p:cNvPr>
          <p:cNvSpPr>
            <a:spLocks noGrp="1"/>
          </p:cNvSpPr>
          <p:nvPr>
            <p:ph type="body" sz="quarter" idx="46"/>
          </p:nvPr>
        </p:nvSpPr>
        <p:spPr>
          <a:xfrm>
            <a:off x="1981201" y="5314323"/>
            <a:ext cx="3124935" cy="138499"/>
          </a:xfrm>
          <a:prstGeom prst="rect">
            <a:avLst/>
          </a:prstGeom>
          <a:solidFill>
            <a:schemeClr val="tx1">
              <a:alpha val="93000"/>
            </a:schemeClr>
          </a:solidFill>
          <a:ln w="3175">
            <a:solidFill>
              <a:schemeClr val="tx1"/>
            </a:solidFill>
          </a:ln>
        </p:spPr>
        <p:txBody>
          <a:bodyPr wrap="square" lIns="91440" tIns="0" rIns="36576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67" indent="0">
              <a:buNone/>
              <a:defRPr sz="1000">
                <a:latin typeface="Arial Bold" panose="020B0704020202020204" pitchFamily="34" charset="0"/>
                <a:cs typeface="Arial Bold" panose="020B0704020202020204" pitchFamily="34" charset="0"/>
              </a:defRPr>
            </a:lvl2pPr>
            <a:lvl3pPr marL="914332" indent="0">
              <a:buNone/>
              <a:defRPr sz="1000">
                <a:latin typeface="Arial Bold" panose="020B0704020202020204" pitchFamily="34" charset="0"/>
                <a:cs typeface="Arial Bold" panose="020B0704020202020204" pitchFamily="34" charset="0"/>
              </a:defRPr>
            </a:lvl3pPr>
            <a:lvl4pPr marL="1371498" indent="0">
              <a:buNone/>
              <a:defRPr sz="1000">
                <a:latin typeface="Arial Bold" panose="020B0704020202020204" pitchFamily="34" charset="0"/>
                <a:cs typeface="Arial Bold" panose="020B0704020202020204" pitchFamily="34" charset="0"/>
              </a:defRPr>
            </a:lvl4pPr>
            <a:lvl5pPr marL="1828664" indent="0">
              <a:buNone/>
              <a:defRPr sz="1000">
                <a:latin typeface="Arial Bold" panose="020B0704020202020204" pitchFamily="34" charset="0"/>
                <a:cs typeface="Arial Bold" panose="020B0704020202020204" pitchFamily="34" charset="0"/>
              </a:defRPr>
            </a:lvl5pPr>
          </a:lstStyle>
          <a:p>
            <a:pPr lvl="0"/>
            <a:r>
              <a:rPr lang="en-US"/>
              <a:t>Click to edit Master text styles</a:t>
            </a:r>
          </a:p>
        </p:txBody>
      </p:sp>
      <p:sp>
        <p:nvSpPr>
          <p:cNvPr id="18" name="Text Placeholder 30">
            <a:extLst>
              <a:ext uri="{FF2B5EF4-FFF2-40B4-BE49-F238E27FC236}">
                <a16:creationId xmlns:a16="http://schemas.microsoft.com/office/drawing/2014/main" id="{52DBCCDB-5EAD-73A2-7911-8AF50B29DC4E}"/>
              </a:ext>
            </a:extLst>
          </p:cNvPr>
          <p:cNvSpPr>
            <a:spLocks noGrp="1"/>
          </p:cNvSpPr>
          <p:nvPr>
            <p:ph type="body" sz="quarter" idx="47"/>
          </p:nvPr>
        </p:nvSpPr>
        <p:spPr>
          <a:xfrm>
            <a:off x="1981201" y="5495115"/>
            <a:ext cx="3124935" cy="138499"/>
          </a:xfrm>
          <a:prstGeom prst="rect">
            <a:avLst/>
          </a:prstGeom>
          <a:solidFill>
            <a:schemeClr val="tx1">
              <a:alpha val="93000"/>
            </a:schemeClr>
          </a:solidFill>
          <a:ln w="3175">
            <a:solidFill>
              <a:schemeClr val="tx1"/>
            </a:solidFill>
          </a:ln>
        </p:spPr>
        <p:txBody>
          <a:bodyPr wrap="square" lIns="91440" tIns="0" rIns="36576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67" indent="0">
              <a:buNone/>
              <a:defRPr sz="1000">
                <a:latin typeface="Arial Bold" panose="020B0704020202020204" pitchFamily="34" charset="0"/>
                <a:cs typeface="Arial Bold" panose="020B0704020202020204" pitchFamily="34" charset="0"/>
              </a:defRPr>
            </a:lvl2pPr>
            <a:lvl3pPr marL="914332" indent="0">
              <a:buNone/>
              <a:defRPr sz="1000">
                <a:latin typeface="Arial Bold" panose="020B0704020202020204" pitchFamily="34" charset="0"/>
                <a:cs typeface="Arial Bold" panose="020B0704020202020204" pitchFamily="34" charset="0"/>
              </a:defRPr>
            </a:lvl3pPr>
            <a:lvl4pPr marL="1371498" indent="0">
              <a:buNone/>
              <a:defRPr sz="1000">
                <a:latin typeface="Arial Bold" panose="020B0704020202020204" pitchFamily="34" charset="0"/>
                <a:cs typeface="Arial Bold" panose="020B0704020202020204" pitchFamily="34" charset="0"/>
              </a:defRPr>
            </a:lvl4pPr>
            <a:lvl5pPr marL="1828664" indent="0">
              <a:buNone/>
              <a:defRPr sz="1000">
                <a:latin typeface="Arial Bold" panose="020B0704020202020204" pitchFamily="34" charset="0"/>
                <a:cs typeface="Arial Bold" panose="020B0704020202020204" pitchFamily="34" charset="0"/>
              </a:defRPr>
            </a:lvl5pPr>
          </a:lstStyle>
          <a:p>
            <a:pPr lvl="0"/>
            <a:r>
              <a:rPr lang="en-US"/>
              <a:t>Click to edit Master text styles</a:t>
            </a:r>
          </a:p>
        </p:txBody>
      </p:sp>
      <p:sp>
        <p:nvSpPr>
          <p:cNvPr id="19" name="Text Placeholder 30">
            <a:extLst>
              <a:ext uri="{FF2B5EF4-FFF2-40B4-BE49-F238E27FC236}">
                <a16:creationId xmlns:a16="http://schemas.microsoft.com/office/drawing/2014/main" id="{90D5656D-B16A-18B1-A790-538AB817A94E}"/>
              </a:ext>
            </a:extLst>
          </p:cNvPr>
          <p:cNvSpPr>
            <a:spLocks noGrp="1"/>
          </p:cNvSpPr>
          <p:nvPr>
            <p:ph type="body" sz="quarter" idx="48"/>
          </p:nvPr>
        </p:nvSpPr>
        <p:spPr>
          <a:xfrm>
            <a:off x="1981201" y="5675907"/>
            <a:ext cx="3124935" cy="138499"/>
          </a:xfrm>
          <a:prstGeom prst="rect">
            <a:avLst/>
          </a:prstGeom>
          <a:solidFill>
            <a:schemeClr val="tx1">
              <a:alpha val="93000"/>
            </a:schemeClr>
          </a:solidFill>
          <a:ln w="3175">
            <a:solidFill>
              <a:schemeClr val="tx1"/>
            </a:solidFill>
          </a:ln>
        </p:spPr>
        <p:txBody>
          <a:bodyPr wrap="square" lIns="91440" tIns="0" rIns="36576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67" indent="0">
              <a:buNone/>
              <a:defRPr sz="1000">
                <a:latin typeface="Arial Bold" panose="020B0704020202020204" pitchFamily="34" charset="0"/>
                <a:cs typeface="Arial Bold" panose="020B0704020202020204" pitchFamily="34" charset="0"/>
              </a:defRPr>
            </a:lvl2pPr>
            <a:lvl3pPr marL="914332" indent="0">
              <a:buNone/>
              <a:defRPr sz="1000">
                <a:latin typeface="Arial Bold" panose="020B0704020202020204" pitchFamily="34" charset="0"/>
                <a:cs typeface="Arial Bold" panose="020B0704020202020204" pitchFamily="34" charset="0"/>
              </a:defRPr>
            </a:lvl3pPr>
            <a:lvl4pPr marL="1371498" indent="0">
              <a:buNone/>
              <a:defRPr sz="1000">
                <a:latin typeface="Arial Bold" panose="020B0704020202020204" pitchFamily="34" charset="0"/>
                <a:cs typeface="Arial Bold" panose="020B0704020202020204" pitchFamily="34" charset="0"/>
              </a:defRPr>
            </a:lvl4pPr>
            <a:lvl5pPr marL="1828664" indent="0">
              <a:buNone/>
              <a:defRPr sz="1000">
                <a:latin typeface="Arial Bold" panose="020B0704020202020204" pitchFamily="34" charset="0"/>
                <a:cs typeface="Arial Bold" panose="020B0704020202020204" pitchFamily="34" charset="0"/>
              </a:defRPr>
            </a:lvl5pPr>
          </a:lstStyle>
          <a:p>
            <a:pPr lvl="0"/>
            <a:r>
              <a:rPr lang="en-US"/>
              <a:t>Click to edit Master text styles</a:t>
            </a:r>
          </a:p>
        </p:txBody>
      </p:sp>
      <p:grpSp>
        <p:nvGrpSpPr>
          <p:cNvPr id="23" name="Group">
            <a:extLst>
              <a:ext uri="{FF2B5EF4-FFF2-40B4-BE49-F238E27FC236}">
                <a16:creationId xmlns:a16="http://schemas.microsoft.com/office/drawing/2014/main" id="{732179A9-275F-FEF3-042C-4AB3B9CBCAA2}"/>
              </a:ext>
              <a:ext uri="{C183D7F6-B498-43B3-948B-1728B52AA6E4}">
                <adec:decorative xmlns:adec="http://schemas.microsoft.com/office/drawing/2017/decorative" val="1"/>
              </a:ext>
            </a:extLst>
          </p:cNvPr>
          <p:cNvGrpSpPr/>
          <p:nvPr/>
        </p:nvGrpSpPr>
        <p:grpSpPr>
          <a:xfrm>
            <a:off x="548219" y="1974220"/>
            <a:ext cx="7173381" cy="2377440"/>
            <a:chOff x="411163" y="2240280"/>
            <a:chExt cx="6446837" cy="2377440"/>
          </a:xfrm>
        </p:grpSpPr>
        <p:sp>
          <p:nvSpPr>
            <p:cNvPr id="24" name="Rectangle">
              <a:extLst>
                <a:ext uri="{FF2B5EF4-FFF2-40B4-BE49-F238E27FC236}">
                  <a16:creationId xmlns:a16="http://schemas.microsoft.com/office/drawing/2014/main" id="{B785B252-84B5-5634-9FB4-0C2362931260}"/>
                </a:ext>
                <a:ext uri="{C183D7F6-B498-43B3-948B-1728B52AA6E4}">
                  <adec:decorative xmlns:adec="http://schemas.microsoft.com/office/drawing/2017/decorative" val="1"/>
                </a:ext>
              </a:extLst>
            </p:cNvPr>
            <p:cNvSpPr/>
            <p:nvPr userDrawn="1"/>
          </p:nvSpPr>
          <p:spPr>
            <a:xfrm>
              <a:off x="411163" y="2240280"/>
              <a:ext cx="6446837" cy="2377440"/>
            </a:xfrm>
            <a:prstGeom prst="rect">
              <a:avLst/>
            </a:prstGeom>
            <a:noFill/>
            <a:ln w="19050" cap="flat">
              <a:solidFill>
                <a:srgbClr val="FFCC01"/>
              </a:solidFill>
              <a:miter lim="800000"/>
            </a:ln>
          </p:spPr>
          <p:style>
            <a:lnRef idx="0">
              <a:schemeClr val="accent1"/>
            </a:lnRef>
            <a:fillRef idx="1">
              <a:schemeClr val="accent1"/>
            </a:fillRef>
            <a:effectRef idx="0">
              <a:srgbClr val="000000"/>
            </a:effectRef>
            <a:fontRef idx="minor">
              <a:schemeClr val="lt1"/>
            </a:fontRef>
          </p:style>
          <p:txBody>
            <a:bodyPr rtlCol="0" anchor="ctr"/>
            <a:lstStyle/>
            <a:p>
              <a:pPr algn="ctr">
                <a:lnSpc>
                  <a:spcPct val="100000"/>
                </a:lnSpc>
              </a:pPr>
              <a:endParaRPr lang="en-US" sz="1600"/>
            </a:p>
          </p:txBody>
        </p:sp>
        <p:cxnSp>
          <p:nvCxnSpPr>
            <p:cNvPr id="25" name="Line">
              <a:extLst>
                <a:ext uri="{FF2B5EF4-FFF2-40B4-BE49-F238E27FC236}">
                  <a16:creationId xmlns:a16="http://schemas.microsoft.com/office/drawing/2014/main" id="{1DF8A784-7C74-A05E-2009-0B4EC38FF5F7}"/>
                </a:ext>
                <a:ext uri="{C183D7F6-B498-43B3-948B-1728B52AA6E4}">
                  <adec:decorative xmlns:adec="http://schemas.microsoft.com/office/drawing/2017/decorative" val="1"/>
                </a:ext>
              </a:extLst>
            </p:cNvPr>
            <p:cNvCxnSpPr>
              <a:cxnSpLocks/>
            </p:cNvCxnSpPr>
            <p:nvPr userDrawn="1"/>
          </p:nvCxnSpPr>
          <p:spPr>
            <a:xfrm>
              <a:off x="411163" y="3931920"/>
              <a:ext cx="6446837" cy="0"/>
            </a:xfrm>
            <a:prstGeom prst="line">
              <a:avLst/>
            </a:prstGeom>
            <a:ln w="19050" cap="flat">
              <a:solidFill>
                <a:srgbClr val="FFCC01"/>
              </a:solidFill>
              <a:miter lim="800000"/>
            </a:ln>
          </p:spPr>
          <p:style>
            <a:lnRef idx="1">
              <a:schemeClr val="accent1"/>
            </a:lnRef>
            <a:fillRef idx="0">
              <a:schemeClr val="accent1"/>
            </a:fillRef>
            <a:effectRef idx="0">
              <a:srgbClr val="000000"/>
            </a:effectRef>
            <a:fontRef idx="minor">
              <a:schemeClr val="lt1"/>
            </a:fontRef>
          </p:style>
        </p:cxnSp>
        <p:cxnSp>
          <p:nvCxnSpPr>
            <p:cNvPr id="26" name="Line">
              <a:extLst>
                <a:ext uri="{FF2B5EF4-FFF2-40B4-BE49-F238E27FC236}">
                  <a16:creationId xmlns:a16="http://schemas.microsoft.com/office/drawing/2014/main" id="{2E02CEE1-988F-0417-BE5F-BA01AFD1B251}"/>
                </a:ext>
                <a:ext uri="{C183D7F6-B498-43B3-948B-1728B52AA6E4}">
                  <adec:decorative xmlns:adec="http://schemas.microsoft.com/office/drawing/2017/decorative" val="1"/>
                </a:ext>
              </a:extLst>
            </p:cNvPr>
            <p:cNvCxnSpPr>
              <a:cxnSpLocks/>
            </p:cNvCxnSpPr>
            <p:nvPr userDrawn="1"/>
          </p:nvCxnSpPr>
          <p:spPr>
            <a:xfrm>
              <a:off x="4274795" y="3931920"/>
              <a:ext cx="0" cy="685800"/>
            </a:xfrm>
            <a:prstGeom prst="line">
              <a:avLst/>
            </a:prstGeom>
            <a:ln w="19050" cap="flat">
              <a:solidFill>
                <a:srgbClr val="FFCC01"/>
              </a:solidFill>
              <a:miter lim="800000"/>
            </a:ln>
          </p:spPr>
          <p:style>
            <a:lnRef idx="1">
              <a:schemeClr val="accent1"/>
            </a:lnRef>
            <a:fillRef idx="0">
              <a:schemeClr val="accent1"/>
            </a:fillRef>
            <a:effectRef idx="0">
              <a:srgbClr val="000000"/>
            </a:effectRef>
            <a:fontRef idx="minor">
              <a:schemeClr val="lt1"/>
            </a:fontRef>
          </p:style>
        </p:cxnSp>
      </p:grpSp>
      <p:sp>
        <p:nvSpPr>
          <p:cNvPr id="27" name="Title 1">
            <a:extLst>
              <a:ext uri="{FF2B5EF4-FFF2-40B4-BE49-F238E27FC236}">
                <a16:creationId xmlns:a16="http://schemas.microsoft.com/office/drawing/2014/main" id="{63A7B886-8E04-5007-BB32-A7D7AE38413B}"/>
              </a:ext>
            </a:extLst>
          </p:cNvPr>
          <p:cNvSpPr>
            <a:spLocks noGrp="1"/>
          </p:cNvSpPr>
          <p:nvPr>
            <p:ph type="ctrTitle" hasCustomPrompt="1"/>
          </p:nvPr>
        </p:nvSpPr>
        <p:spPr>
          <a:xfrm>
            <a:off x="914401" y="2202820"/>
            <a:ext cx="6429375" cy="1325880"/>
          </a:xfrm>
        </p:spPr>
        <p:txBody>
          <a:bodyPr anchor="t" anchorCtr="0"/>
          <a:lstStyle>
            <a:lvl1pPr algn="l">
              <a:lnSpc>
                <a:spcPct val="80000"/>
              </a:lnSpc>
              <a:defRPr sz="3600"/>
            </a:lvl1pPr>
          </a:lstStyle>
          <a:p>
            <a:r>
              <a:rPr lang="en-US"/>
              <a:t>Presentation title</a:t>
            </a:r>
            <a:br>
              <a:rPr lang="en-US"/>
            </a:br>
            <a:r>
              <a:rPr lang="en-US"/>
              <a:t>PRESENTATION TITLE</a:t>
            </a:r>
            <a:br>
              <a:rPr lang="en-US"/>
            </a:br>
            <a:r>
              <a:rPr lang="en-US"/>
              <a:t>THREE LINES MAX</a:t>
            </a:r>
          </a:p>
        </p:txBody>
      </p:sp>
      <p:sp>
        <p:nvSpPr>
          <p:cNvPr id="28" name="Subtitle 2">
            <a:extLst>
              <a:ext uri="{FF2B5EF4-FFF2-40B4-BE49-F238E27FC236}">
                <a16:creationId xmlns:a16="http://schemas.microsoft.com/office/drawing/2014/main" id="{378B44EF-38A4-9707-9ED0-23F22C855CA7}"/>
              </a:ext>
            </a:extLst>
          </p:cNvPr>
          <p:cNvSpPr>
            <a:spLocks noGrp="1"/>
          </p:cNvSpPr>
          <p:nvPr>
            <p:ph type="subTitle" idx="1" hasCustomPrompt="1"/>
          </p:nvPr>
        </p:nvSpPr>
        <p:spPr>
          <a:xfrm>
            <a:off x="914402" y="3784732"/>
            <a:ext cx="3565524" cy="457200"/>
          </a:xfrm>
        </p:spPr>
        <p:txBody>
          <a:bodyPr anchor="ctr" anchorCtr="0"/>
          <a:lstStyle>
            <a:lvl1pPr marL="0" indent="0" algn="l">
              <a:spcBef>
                <a:spcPts val="0"/>
              </a:spcBef>
              <a:buNone/>
              <a:defRPr sz="1200" b="1">
                <a:solidFill>
                  <a:schemeClr val="tx2"/>
                </a:solidFill>
              </a:defRPr>
            </a:lvl1pPr>
            <a:lvl2pPr marL="0" indent="0" algn="l">
              <a:spcBef>
                <a:spcPts val="0"/>
              </a:spcBef>
              <a:buNone/>
              <a:defRPr sz="1200" b="1">
                <a:solidFill>
                  <a:schemeClr val="tx2"/>
                </a:solidFill>
              </a:defRPr>
            </a:lvl2pPr>
            <a:lvl3pPr marL="0" indent="0" algn="l">
              <a:spcBef>
                <a:spcPts val="0"/>
              </a:spcBef>
              <a:buNone/>
              <a:defRPr sz="1200" b="1">
                <a:solidFill>
                  <a:schemeClr val="tx2"/>
                </a:solidFill>
              </a:defRPr>
            </a:lvl3pPr>
            <a:lvl4pPr marL="0" indent="0" algn="l">
              <a:spcBef>
                <a:spcPts val="0"/>
              </a:spcBef>
              <a:buNone/>
              <a:defRPr sz="1200" b="1">
                <a:solidFill>
                  <a:schemeClr val="tx2"/>
                </a:solidFill>
              </a:defRPr>
            </a:lvl4pPr>
            <a:lvl5pPr marL="0" indent="0" algn="l">
              <a:spcBef>
                <a:spcPts val="0"/>
              </a:spcBef>
              <a:buNone/>
              <a:defRPr sz="1200" b="1">
                <a:solidFill>
                  <a:schemeClr val="tx2"/>
                </a:solidFill>
              </a:defRPr>
            </a:lvl5pPr>
            <a:lvl6pPr marL="0" indent="0" algn="l">
              <a:spcBef>
                <a:spcPts val="0"/>
              </a:spcBef>
              <a:buNone/>
              <a:defRPr sz="1200" b="1">
                <a:solidFill>
                  <a:schemeClr val="tx2"/>
                </a:solidFill>
              </a:defRPr>
            </a:lvl6pPr>
            <a:lvl7pPr marL="0" indent="0" algn="l">
              <a:spcBef>
                <a:spcPts val="0"/>
              </a:spcBef>
              <a:buNone/>
              <a:defRPr sz="1200" b="1">
                <a:solidFill>
                  <a:schemeClr val="tx2"/>
                </a:solidFill>
              </a:defRPr>
            </a:lvl7pPr>
            <a:lvl8pPr marL="0" indent="0" algn="l">
              <a:spcBef>
                <a:spcPts val="0"/>
              </a:spcBef>
              <a:buNone/>
              <a:defRPr sz="1200" b="1">
                <a:solidFill>
                  <a:schemeClr val="tx2"/>
                </a:solidFill>
              </a:defRPr>
            </a:lvl8pPr>
            <a:lvl9pPr marL="0" indent="0" algn="l">
              <a:spcBef>
                <a:spcPts val="0"/>
              </a:spcBef>
              <a:buNone/>
              <a:defRPr sz="1200" b="1">
                <a:solidFill>
                  <a:schemeClr val="tx2"/>
                </a:solidFill>
              </a:defRPr>
            </a:lvl9pPr>
          </a:lstStyle>
          <a:p>
            <a:r>
              <a:rPr lang="en-US"/>
              <a:t>[Presentation subtitle/description]</a:t>
            </a:r>
          </a:p>
        </p:txBody>
      </p:sp>
      <p:sp>
        <p:nvSpPr>
          <p:cNvPr id="29" name="Text Placeholder 3">
            <a:extLst>
              <a:ext uri="{FF2B5EF4-FFF2-40B4-BE49-F238E27FC236}">
                <a16:creationId xmlns:a16="http://schemas.microsoft.com/office/drawing/2014/main" id="{6EB225BD-8BA1-27E0-7708-54249ED7D35A}"/>
              </a:ext>
            </a:extLst>
          </p:cNvPr>
          <p:cNvSpPr>
            <a:spLocks noGrp="1"/>
          </p:cNvSpPr>
          <p:nvPr>
            <p:ph type="body" sz="quarter" idx="10" hasCustomPrompt="1"/>
          </p:nvPr>
        </p:nvSpPr>
        <p:spPr>
          <a:xfrm>
            <a:off x="5212080" y="3784732"/>
            <a:ext cx="2131695" cy="457200"/>
          </a:xfrm>
        </p:spPr>
        <p:txBody>
          <a:bodyPr anchor="ctr" anchorCtr="0"/>
          <a:lstStyle>
            <a:lvl1pPr marL="0" indent="0" algn="ctr">
              <a:lnSpc>
                <a:spcPct val="80000"/>
              </a:lnSpc>
              <a:spcBef>
                <a:spcPts val="0"/>
              </a:spcBef>
              <a:buFontTx/>
              <a:buNone/>
              <a:defRPr sz="1400" b="1" cap="all" baseline="0">
                <a:solidFill>
                  <a:schemeClr val="tx2"/>
                </a:solidFill>
              </a:defRPr>
            </a:lvl1pPr>
            <a:lvl2pPr marL="0" indent="0" algn="ctr">
              <a:lnSpc>
                <a:spcPct val="80000"/>
              </a:lnSpc>
              <a:spcBef>
                <a:spcPts val="0"/>
              </a:spcBef>
              <a:buFontTx/>
              <a:buNone/>
              <a:defRPr sz="1400" b="1" cap="all" baseline="0">
                <a:solidFill>
                  <a:schemeClr val="tx2"/>
                </a:solidFill>
              </a:defRPr>
            </a:lvl2pPr>
            <a:lvl3pPr marL="0" indent="0" algn="ctr">
              <a:lnSpc>
                <a:spcPct val="80000"/>
              </a:lnSpc>
              <a:spcBef>
                <a:spcPts val="0"/>
              </a:spcBef>
              <a:buFontTx/>
              <a:buNone/>
              <a:defRPr sz="1400" b="1" cap="all" baseline="0">
                <a:solidFill>
                  <a:schemeClr val="tx2"/>
                </a:solidFill>
              </a:defRPr>
            </a:lvl3pPr>
            <a:lvl4pPr marL="0" indent="0" algn="ctr">
              <a:lnSpc>
                <a:spcPct val="80000"/>
              </a:lnSpc>
              <a:spcBef>
                <a:spcPts val="0"/>
              </a:spcBef>
              <a:buFontTx/>
              <a:buNone/>
              <a:defRPr sz="1400" b="1" cap="all" baseline="0">
                <a:solidFill>
                  <a:schemeClr val="tx2"/>
                </a:solidFill>
              </a:defRPr>
            </a:lvl4pPr>
            <a:lvl5pPr marL="0" indent="0" algn="ctr">
              <a:lnSpc>
                <a:spcPct val="80000"/>
              </a:lnSpc>
              <a:spcBef>
                <a:spcPts val="0"/>
              </a:spcBef>
              <a:buFontTx/>
              <a:buNone/>
              <a:defRPr sz="1400" b="1" cap="all" baseline="0">
                <a:solidFill>
                  <a:schemeClr val="tx2"/>
                </a:solidFill>
              </a:defRPr>
            </a:lvl5pPr>
            <a:lvl6pPr marL="0" indent="0" algn="ctr">
              <a:lnSpc>
                <a:spcPct val="80000"/>
              </a:lnSpc>
              <a:spcBef>
                <a:spcPts val="0"/>
              </a:spcBef>
              <a:buFontTx/>
              <a:buNone/>
              <a:defRPr sz="1400" b="1" cap="all" baseline="0">
                <a:solidFill>
                  <a:schemeClr val="tx2"/>
                </a:solidFill>
              </a:defRPr>
            </a:lvl6pPr>
            <a:lvl7pPr marL="0" indent="0" algn="ctr">
              <a:lnSpc>
                <a:spcPct val="80000"/>
              </a:lnSpc>
              <a:spcBef>
                <a:spcPts val="0"/>
              </a:spcBef>
              <a:buFontTx/>
              <a:buNone/>
              <a:defRPr sz="1400" b="1" cap="all" baseline="0">
                <a:solidFill>
                  <a:schemeClr val="tx2"/>
                </a:solidFill>
              </a:defRPr>
            </a:lvl7pPr>
            <a:lvl8pPr marL="0" indent="0" algn="ctr">
              <a:lnSpc>
                <a:spcPct val="80000"/>
              </a:lnSpc>
              <a:spcBef>
                <a:spcPts val="0"/>
              </a:spcBef>
              <a:buFontTx/>
              <a:buNone/>
              <a:defRPr sz="1400" b="1" cap="all" baseline="0">
                <a:solidFill>
                  <a:schemeClr val="tx2"/>
                </a:solidFill>
              </a:defRPr>
            </a:lvl8pPr>
            <a:lvl9pPr marL="0" indent="0" algn="ctr">
              <a:lnSpc>
                <a:spcPct val="80000"/>
              </a:lnSpc>
              <a:spcBef>
                <a:spcPts val="0"/>
              </a:spcBef>
              <a:buFontTx/>
              <a:buNone/>
              <a:defRPr sz="1400" b="1" cap="all" baseline="0">
                <a:solidFill>
                  <a:schemeClr val="tx2"/>
                </a:solidFill>
              </a:defRPr>
            </a:lvl9pPr>
          </a:lstStyle>
          <a:p>
            <a:pPr lvl="0"/>
            <a:r>
              <a:rPr lang="en-US"/>
              <a:t>[00 Month 0000]</a:t>
            </a:r>
          </a:p>
        </p:txBody>
      </p:sp>
      <p:pic>
        <p:nvPicPr>
          <p:cNvPr id="30" name="Picture 29">
            <a:extLst>
              <a:ext uri="{FF2B5EF4-FFF2-40B4-BE49-F238E27FC236}">
                <a16:creationId xmlns:a16="http://schemas.microsoft.com/office/drawing/2014/main" id="{7DA15189-0EE0-5679-2F6C-19C49A630D80}"/>
              </a:ext>
            </a:extLst>
          </p:cNvPr>
          <p:cNvPicPr>
            <a:picLocks noChangeAspect="1"/>
          </p:cNvPicPr>
          <p:nvPr/>
        </p:nvPicPr>
        <p:blipFill>
          <a:blip r:embed="rId4"/>
          <a:srcRect/>
          <a:stretch/>
        </p:blipFill>
        <p:spPr>
          <a:xfrm>
            <a:off x="10004616" y="411163"/>
            <a:ext cx="1629707" cy="478023"/>
          </a:xfrm>
          <a:prstGeom prst="rect">
            <a:avLst/>
          </a:prstGeom>
        </p:spPr>
      </p:pic>
      <p:sp>
        <p:nvSpPr>
          <p:cNvPr id="2" name="Rectangle 15">
            <a:extLst>
              <a:ext uri="{FF2B5EF4-FFF2-40B4-BE49-F238E27FC236}">
                <a16:creationId xmlns:a16="http://schemas.microsoft.com/office/drawing/2014/main" id="{D4C88638-6856-0BEB-48E7-78E46B7E57D8}"/>
              </a:ext>
            </a:extLst>
          </p:cNvPr>
          <p:cNvSpPr>
            <a:spLocks noChangeArrowheads="1"/>
          </p:cNvSpPr>
          <p:nvPr/>
        </p:nvSpPr>
        <p:spPr bwMode="auto">
          <a:xfrm>
            <a:off x="1386840" y="6657946"/>
            <a:ext cx="9418320" cy="200055"/>
          </a:xfrm>
          <a:prstGeom prst="rect">
            <a:avLst/>
          </a:prstGeom>
          <a:noFill/>
          <a:ln w="9525">
            <a:noFill/>
            <a:miter lim="800000"/>
            <a:headEnd/>
            <a:tailEnd/>
          </a:ln>
        </p:spPr>
        <p:txBody>
          <a:bodyPr wrap="square" lIns="0" rIns="0" anchor="b">
            <a:spAutoFit/>
          </a:bodyPr>
          <a:lstStyle/>
          <a:p>
            <a:pPr algn="ctr">
              <a:defRPr/>
            </a:pPr>
            <a:r>
              <a:rPr lang="en-US" sz="700" b="1" dirty="0">
                <a:solidFill>
                  <a:srgbClr val="2DAA27"/>
                </a:solidFill>
                <a:latin typeface="+mn-lt"/>
                <a:cs typeface="Arial Bold" panose="020B0704020202020204" pitchFamily="34" charset="0"/>
              </a:rPr>
              <a:t>UNCLASSIFIED / GENERAL</a:t>
            </a:r>
          </a:p>
        </p:txBody>
      </p:sp>
      <p:sp>
        <p:nvSpPr>
          <p:cNvPr id="3" name="Rectangle 2">
            <a:extLst>
              <a:ext uri="{FF2B5EF4-FFF2-40B4-BE49-F238E27FC236}">
                <a16:creationId xmlns:a16="http://schemas.microsoft.com/office/drawing/2014/main" id="{BDCC2702-2764-1DE3-1940-31386289C0D0}"/>
              </a:ext>
            </a:extLst>
          </p:cNvPr>
          <p:cNvSpPr>
            <a:spLocks noChangeArrowheads="1"/>
          </p:cNvSpPr>
          <p:nvPr/>
        </p:nvSpPr>
        <p:spPr bwMode="auto">
          <a:xfrm>
            <a:off x="1386840" y="1"/>
            <a:ext cx="9418320" cy="200055"/>
          </a:xfrm>
          <a:prstGeom prst="rect">
            <a:avLst/>
          </a:prstGeom>
          <a:noFill/>
          <a:ln w="9525">
            <a:noFill/>
            <a:miter lim="800000"/>
            <a:headEnd/>
            <a:tailEnd/>
          </a:ln>
        </p:spPr>
        <p:txBody>
          <a:bodyPr wrap="square" anchor="t" anchorCtr="0">
            <a:spAutoFit/>
          </a:bodyPr>
          <a:lstStyle/>
          <a:p>
            <a:pPr algn="ctr">
              <a:defRPr/>
            </a:pPr>
            <a:r>
              <a:rPr lang="en-US" sz="700" b="1" dirty="0">
                <a:solidFill>
                  <a:srgbClr val="2DAA27"/>
                </a:solidFill>
                <a:latin typeface="+mn-lt"/>
                <a:cs typeface="Arial Bold" panose="020B0704020202020204" pitchFamily="34" charset="0"/>
              </a:rPr>
              <a:t>UNCLASSIFIED / GENERAL</a:t>
            </a:r>
          </a:p>
        </p:txBody>
      </p:sp>
    </p:spTree>
    <p:extLst>
      <p:ext uri="{BB962C8B-B14F-4D97-AF65-F5344CB8AC3E}">
        <p14:creationId xmlns:p14="http://schemas.microsoft.com/office/powerpoint/2010/main" val="3898316820"/>
      </p:ext>
    </p:extLst>
  </p:cSld>
  <p:clrMapOvr>
    <a:overrideClrMapping bg1="dk1" tx1="lt1" bg2="dk2" tx2="lt2" accent1="accent1" accent2="accent2" accent3="accent3" accent4="accent4" accent5="accent5" accent6="accent6" hlink="hlink" folHlink="folHlink"/>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a:t>[Slide title]</a:t>
            </a:r>
          </a:p>
        </p:txBody>
      </p:sp>
      <p:sp>
        <p:nvSpPr>
          <p:cNvPr id="3" name="Content Placeholder 2"/>
          <p:cNvSpPr>
            <a:spLocks noGrp="1"/>
          </p:cNvSpPr>
          <p:nvPr>
            <p:ph idx="1"/>
          </p:nvPr>
        </p:nvSpPr>
        <p:spPr>
          <a:xfrm>
            <a:off x="548640" y="1600199"/>
            <a:ext cx="6795136"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4FBB89F-F200-3967-06C8-C1B71C7F0FF9}"/>
              </a:ext>
            </a:extLst>
          </p:cNvPr>
          <p:cNvSpPr>
            <a:spLocks noGrp="1"/>
          </p:cNvSpPr>
          <p:nvPr>
            <p:ph type="dt" sz="half" idx="10"/>
          </p:nvPr>
        </p:nvSpPr>
        <p:spPr>
          <a:xfrm>
            <a:off x="548640" y="6629400"/>
            <a:ext cx="822960" cy="228600"/>
          </a:xfrm>
        </p:spPr>
        <p:txBody>
          <a:bodyPr lIns="0"/>
          <a:lstStyle/>
          <a:p>
            <a:fld id="{AD622D1A-DF83-41A8-85FF-04D90BF831D3}" type="datetime3">
              <a:rPr lang="en-US" smtClean="0"/>
              <a:t>5 May 2026</a:t>
            </a:fld>
            <a:endParaRPr lang="en-US"/>
          </a:p>
        </p:txBody>
      </p:sp>
      <p:sp>
        <p:nvSpPr>
          <p:cNvPr id="6" name="Slide Number Placeholder 5">
            <a:extLst>
              <a:ext uri="{FF2B5EF4-FFF2-40B4-BE49-F238E27FC236}">
                <a16:creationId xmlns:a16="http://schemas.microsoft.com/office/drawing/2014/main" id="{03C0BAD3-337A-DC60-A7ED-BF13F0826264}"/>
              </a:ext>
            </a:extLst>
          </p:cNvPr>
          <p:cNvSpPr>
            <a:spLocks noGrp="1"/>
          </p:cNvSpPr>
          <p:nvPr>
            <p:ph type="sldNum" sz="quarter" idx="11"/>
          </p:nvPr>
        </p:nvSpPr>
        <p:spPr>
          <a:xfrm>
            <a:off x="11245104" y="6629400"/>
            <a:ext cx="399211" cy="228600"/>
          </a:xfrm>
        </p:spPr>
        <p:txBody>
          <a:bodyPr rIns="0"/>
          <a:lstStyle/>
          <a:p>
            <a:fld id="{64E5BE4B-2FBF-4174-9E62-85FAD1CB43A6}" type="slidenum">
              <a:rPr lang="en-US" smtClean="0"/>
              <a:pPr/>
              <a:t>‹#›</a:t>
            </a:fld>
            <a:endParaRPr lang="en-US"/>
          </a:p>
        </p:txBody>
      </p:sp>
    </p:spTree>
    <p:extLst>
      <p:ext uri="{BB962C8B-B14F-4D97-AF65-F5344CB8AC3E}">
        <p14:creationId xmlns:p14="http://schemas.microsoft.com/office/powerpoint/2010/main" val="672134150"/>
      </p:ext>
    </p:extLst>
  </p:cSld>
  <p:clrMapOvr>
    <a:masterClrMapping/>
  </p:clrMapOvr>
  <p:hf sldNum="0" hdr="0" ftr="0" dt="0"/>
  <p:extLst>
    <p:ext uri="{DCECCB84-F9BA-43D5-87BE-67443E8EF086}">
      <p15:sldGuideLst xmlns:p15="http://schemas.microsoft.com/office/powerpoint/2012/main">
        <p15:guide id="1" orient="horz" pos="1008">
          <p15:clr>
            <a:srgbClr val="A4A3A4"/>
          </p15:clr>
        </p15:guide>
        <p15:guide id="2" orient="horz" pos="3888">
          <p15:clr>
            <a:srgbClr val="A4A3A4"/>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2 Column">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C17D0BA3-CE88-4FFE-E80D-CD039190BDDD}"/>
              </a:ext>
            </a:extLst>
          </p:cNvPr>
          <p:cNvSpPr>
            <a:spLocks noGrp="1"/>
          </p:cNvSpPr>
          <p:nvPr>
            <p:ph type="title" hasCustomPrompt="1"/>
          </p:nvPr>
        </p:nvSpPr>
        <p:spPr/>
        <p:txBody>
          <a:bodyPr/>
          <a:lstStyle/>
          <a:p>
            <a:r>
              <a:rPr lang="en-US"/>
              <a:t>[Slide title]</a:t>
            </a:r>
          </a:p>
        </p:txBody>
      </p:sp>
      <p:sp>
        <p:nvSpPr>
          <p:cNvPr id="3" name="Content Placeholder 2"/>
          <p:cNvSpPr>
            <a:spLocks noGrp="1"/>
          </p:cNvSpPr>
          <p:nvPr>
            <p:ph sz="half" idx="1"/>
          </p:nvPr>
        </p:nvSpPr>
        <p:spPr>
          <a:xfrm>
            <a:off x="548639" y="1600200"/>
            <a:ext cx="5364480"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278879" y="1600200"/>
            <a:ext cx="5364480"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Date Placeholder 5">
            <a:extLst>
              <a:ext uri="{FF2B5EF4-FFF2-40B4-BE49-F238E27FC236}">
                <a16:creationId xmlns:a16="http://schemas.microsoft.com/office/drawing/2014/main" id="{43576077-E818-BDF1-A607-CD8784277FC5}"/>
              </a:ext>
            </a:extLst>
          </p:cNvPr>
          <p:cNvSpPr>
            <a:spLocks noGrp="1"/>
          </p:cNvSpPr>
          <p:nvPr>
            <p:ph type="dt" sz="half" idx="10"/>
          </p:nvPr>
        </p:nvSpPr>
        <p:spPr/>
        <p:txBody>
          <a:bodyPr/>
          <a:lstStyle/>
          <a:p>
            <a:fld id="{334F72C3-CDF3-44A8-B602-1649B1728485}" type="datetime3">
              <a:rPr lang="en-US" smtClean="0"/>
              <a:t>5 May 2026</a:t>
            </a:fld>
            <a:endParaRPr lang="en-US"/>
          </a:p>
        </p:txBody>
      </p:sp>
      <p:sp>
        <p:nvSpPr>
          <p:cNvPr id="7" name="Slide Number Placeholder 6">
            <a:extLst>
              <a:ext uri="{FF2B5EF4-FFF2-40B4-BE49-F238E27FC236}">
                <a16:creationId xmlns:a16="http://schemas.microsoft.com/office/drawing/2014/main" id="{B0B9DE45-E855-FE62-197B-32BBD9BBBA57}"/>
              </a:ext>
            </a:extLst>
          </p:cNvPr>
          <p:cNvSpPr>
            <a:spLocks noGrp="1"/>
          </p:cNvSpPr>
          <p:nvPr>
            <p:ph type="sldNum" sz="quarter" idx="11"/>
          </p:nvPr>
        </p:nvSpPr>
        <p:spPr/>
        <p:txBody>
          <a:bodyPr/>
          <a:lstStyle/>
          <a:p>
            <a:fld id="{64E5BE4B-2FBF-4174-9E62-85FAD1CB43A6}" type="slidenum">
              <a:rPr lang="en-US" smtClean="0"/>
              <a:pPr/>
              <a:t>‹#›</a:t>
            </a:fld>
            <a:endParaRPr lang="en-US"/>
          </a:p>
        </p:txBody>
      </p:sp>
    </p:spTree>
    <p:extLst>
      <p:ext uri="{BB962C8B-B14F-4D97-AF65-F5344CB8AC3E}">
        <p14:creationId xmlns:p14="http://schemas.microsoft.com/office/powerpoint/2010/main" val="764231881"/>
      </p:ext>
    </p:extLst>
  </p:cSld>
  <p:clrMapOvr>
    <a:masterClrMapping/>
  </p:clrMapOvr>
  <p:hf sldNum="0" hdr="0" ftr="0" dt="0"/>
  <p:extLst>
    <p:ext uri="{DCECCB84-F9BA-43D5-87BE-67443E8EF086}">
      <p15:sldGuideLst xmlns:p15="http://schemas.microsoft.com/office/powerpoint/2012/main">
        <p15:guide id="1" orient="horz" pos="1008">
          <p15:clr>
            <a:srgbClr val="A4A3A4"/>
          </p15:clr>
        </p15:guide>
        <p15:guide id="2" orient="horz" pos="3888">
          <p15:clr>
            <a:srgbClr val="A4A3A4"/>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A9713ED7-122D-D0BC-7C53-E1C615A94F8B}"/>
              </a:ext>
            </a:extLst>
          </p:cNvPr>
          <p:cNvSpPr>
            <a:spLocks noGrp="1"/>
          </p:cNvSpPr>
          <p:nvPr>
            <p:ph type="title" hasCustomPrompt="1"/>
          </p:nvPr>
        </p:nvSpPr>
        <p:spPr/>
        <p:txBody>
          <a:bodyPr/>
          <a:lstStyle/>
          <a:p>
            <a:r>
              <a:rPr lang="en-US"/>
              <a:t>[Slide title]</a:t>
            </a:r>
          </a:p>
        </p:txBody>
      </p:sp>
      <p:sp>
        <p:nvSpPr>
          <p:cNvPr id="3" name="Content Placeholder 2"/>
          <p:cNvSpPr>
            <a:spLocks noGrp="1"/>
          </p:cNvSpPr>
          <p:nvPr>
            <p:ph sz="half" idx="1"/>
          </p:nvPr>
        </p:nvSpPr>
        <p:spPr>
          <a:xfrm>
            <a:off x="548639" y="1600200"/>
            <a:ext cx="3450336"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370832" y="1600200"/>
            <a:ext cx="3450336"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4">
            <a:extLst>
              <a:ext uri="{FF2B5EF4-FFF2-40B4-BE49-F238E27FC236}">
                <a16:creationId xmlns:a16="http://schemas.microsoft.com/office/drawing/2014/main" id="{617618FB-CD21-AF4A-B264-6355E9BD7981}"/>
              </a:ext>
            </a:extLst>
          </p:cNvPr>
          <p:cNvSpPr>
            <a:spLocks noGrp="1"/>
          </p:cNvSpPr>
          <p:nvPr>
            <p:ph sz="half" idx="10"/>
          </p:nvPr>
        </p:nvSpPr>
        <p:spPr>
          <a:xfrm>
            <a:off x="8193023" y="1600200"/>
            <a:ext cx="3450336"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7645ED9-A46E-B9F8-0D30-36DF4C37823A}"/>
              </a:ext>
            </a:extLst>
          </p:cNvPr>
          <p:cNvSpPr>
            <a:spLocks noGrp="1"/>
          </p:cNvSpPr>
          <p:nvPr>
            <p:ph type="dt" sz="half" idx="11"/>
          </p:nvPr>
        </p:nvSpPr>
        <p:spPr/>
        <p:txBody>
          <a:bodyPr/>
          <a:lstStyle/>
          <a:p>
            <a:fld id="{1E0132BA-B5E7-4FFD-AF6C-169169D47D4A}" type="datetime3">
              <a:rPr lang="en-US" smtClean="0"/>
              <a:t>5 May 2026</a:t>
            </a:fld>
            <a:endParaRPr lang="en-US"/>
          </a:p>
        </p:txBody>
      </p:sp>
      <p:sp>
        <p:nvSpPr>
          <p:cNvPr id="8" name="Slide Number Placeholder 7">
            <a:extLst>
              <a:ext uri="{FF2B5EF4-FFF2-40B4-BE49-F238E27FC236}">
                <a16:creationId xmlns:a16="http://schemas.microsoft.com/office/drawing/2014/main" id="{87D0D458-416D-011B-0311-0C2B249BFF89}"/>
              </a:ext>
            </a:extLst>
          </p:cNvPr>
          <p:cNvSpPr>
            <a:spLocks noGrp="1"/>
          </p:cNvSpPr>
          <p:nvPr>
            <p:ph type="sldNum" sz="quarter" idx="12"/>
          </p:nvPr>
        </p:nvSpPr>
        <p:spPr/>
        <p:txBody>
          <a:bodyPr/>
          <a:lstStyle/>
          <a:p>
            <a:fld id="{64E5BE4B-2FBF-4174-9E62-85FAD1CB43A6}" type="slidenum">
              <a:rPr lang="en-US" smtClean="0"/>
              <a:pPr/>
              <a:t>‹#›</a:t>
            </a:fld>
            <a:endParaRPr lang="en-US"/>
          </a:p>
        </p:txBody>
      </p:sp>
    </p:spTree>
    <p:extLst>
      <p:ext uri="{BB962C8B-B14F-4D97-AF65-F5344CB8AC3E}">
        <p14:creationId xmlns:p14="http://schemas.microsoft.com/office/powerpoint/2010/main" val="223717580"/>
      </p:ext>
    </p:extLst>
  </p:cSld>
  <p:clrMapOvr>
    <a:masterClrMapping/>
  </p:clrMapOvr>
  <p:hf sldNum="0" hdr="0" ftr="0" dt="0"/>
  <p:extLst>
    <p:ext uri="{DCECCB84-F9BA-43D5-87BE-67443E8EF086}">
      <p15:sldGuideLst xmlns:p15="http://schemas.microsoft.com/office/powerpoint/2012/main">
        <p15:guide id="1" orient="horz" pos="1008">
          <p15:clr>
            <a:srgbClr val="A4A3A4"/>
          </p15:clr>
        </p15:guide>
        <p15:guide id="2" orient="horz" pos="3888">
          <p15:clr>
            <a:srgbClr val="A4A3A4"/>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4 Column">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561ED6E9-4BFC-F986-93E1-1249E94D9780}"/>
              </a:ext>
            </a:extLst>
          </p:cNvPr>
          <p:cNvSpPr>
            <a:spLocks noGrp="1"/>
          </p:cNvSpPr>
          <p:nvPr>
            <p:ph type="title" hasCustomPrompt="1"/>
          </p:nvPr>
        </p:nvSpPr>
        <p:spPr/>
        <p:txBody>
          <a:bodyPr/>
          <a:lstStyle/>
          <a:p>
            <a:r>
              <a:rPr lang="en-US"/>
              <a:t>[Slide title]</a:t>
            </a:r>
          </a:p>
        </p:txBody>
      </p:sp>
      <p:sp>
        <p:nvSpPr>
          <p:cNvPr id="3" name="Content Placeholder 2"/>
          <p:cNvSpPr>
            <a:spLocks noGrp="1"/>
          </p:cNvSpPr>
          <p:nvPr>
            <p:ph sz="half" idx="1"/>
          </p:nvPr>
        </p:nvSpPr>
        <p:spPr>
          <a:xfrm>
            <a:off x="548642" y="1600200"/>
            <a:ext cx="2499359" cy="4572000"/>
          </a:xfrm>
        </p:spPr>
        <p:txBody>
          <a:bodyPr/>
          <a:lstStyle>
            <a:lvl1pPr marL="137157" indent="-137157">
              <a:defRPr sz="1300"/>
            </a:lvl1pPr>
            <a:lvl2pPr marL="274313" indent="-137157">
              <a:defRPr sz="1300"/>
            </a:lvl2pPr>
            <a:lvl3pPr marL="411470" indent="-137157">
              <a:defRPr sz="1300"/>
            </a:lvl3pPr>
            <a:lvl4pPr marL="548626" indent="-137157">
              <a:defRPr sz="1300"/>
            </a:lvl4pPr>
            <a:lvl5pPr marL="685783" indent="-137157">
              <a:defRPr sz="1300"/>
            </a:lvl5pPr>
            <a:lvl6pPr marL="822939" indent="-137157">
              <a:defRPr sz="1300"/>
            </a:lvl6pPr>
            <a:lvl7pPr marL="960096" indent="-137157">
              <a:defRPr sz="1300"/>
            </a:lvl7pPr>
            <a:lvl8pPr marL="1097253" indent="-137157">
              <a:defRPr sz="1300"/>
            </a:lvl8pPr>
            <a:lvl9pPr marL="1234409" indent="-137157">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3413762" y="1600200"/>
            <a:ext cx="2499359" cy="4572000"/>
          </a:xfrm>
        </p:spPr>
        <p:txBody>
          <a:bodyPr/>
          <a:lstStyle>
            <a:lvl1pPr marL="137157" indent="-137157">
              <a:defRPr sz="1300"/>
            </a:lvl1pPr>
            <a:lvl2pPr marL="274313" indent="-137157">
              <a:defRPr sz="1300"/>
            </a:lvl2pPr>
            <a:lvl3pPr marL="411470" indent="-137157">
              <a:defRPr sz="1300"/>
            </a:lvl3pPr>
            <a:lvl4pPr marL="548626" indent="-137157">
              <a:defRPr sz="1300"/>
            </a:lvl4pPr>
            <a:lvl5pPr marL="685783" indent="-137157">
              <a:defRPr sz="1300"/>
            </a:lvl5pPr>
            <a:lvl6pPr marL="822939" indent="-137157">
              <a:defRPr sz="1300"/>
            </a:lvl6pPr>
            <a:lvl7pPr marL="960096" indent="-137157">
              <a:defRPr sz="1300"/>
            </a:lvl7pPr>
            <a:lvl8pPr marL="1097253" indent="-137157">
              <a:defRPr sz="1300"/>
            </a:lvl8pPr>
            <a:lvl9pPr marL="1234409" indent="-137157">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4">
            <a:extLst>
              <a:ext uri="{FF2B5EF4-FFF2-40B4-BE49-F238E27FC236}">
                <a16:creationId xmlns:a16="http://schemas.microsoft.com/office/drawing/2014/main" id="{617618FB-CD21-AF4A-B264-6355E9BD7981}"/>
              </a:ext>
            </a:extLst>
          </p:cNvPr>
          <p:cNvSpPr>
            <a:spLocks noGrp="1"/>
          </p:cNvSpPr>
          <p:nvPr>
            <p:ph sz="half" idx="10"/>
          </p:nvPr>
        </p:nvSpPr>
        <p:spPr>
          <a:xfrm>
            <a:off x="6278882" y="1600200"/>
            <a:ext cx="2499359" cy="4572000"/>
          </a:xfrm>
        </p:spPr>
        <p:txBody>
          <a:bodyPr/>
          <a:lstStyle>
            <a:lvl1pPr marL="137157" indent="-137157">
              <a:defRPr sz="1300"/>
            </a:lvl1pPr>
            <a:lvl2pPr marL="274313" indent="-137157">
              <a:defRPr sz="1300"/>
            </a:lvl2pPr>
            <a:lvl3pPr marL="411470" indent="-137157">
              <a:defRPr sz="1300"/>
            </a:lvl3pPr>
            <a:lvl4pPr marL="548626" indent="-137157">
              <a:defRPr sz="1300"/>
            </a:lvl4pPr>
            <a:lvl5pPr marL="685783" indent="-137157">
              <a:defRPr sz="1300"/>
            </a:lvl5pPr>
            <a:lvl6pPr marL="822939" indent="-137157">
              <a:defRPr sz="1300"/>
            </a:lvl6pPr>
            <a:lvl7pPr marL="960096" indent="-137157">
              <a:defRPr sz="1300"/>
            </a:lvl7pPr>
            <a:lvl8pPr marL="1097253" indent="-137157">
              <a:defRPr sz="1300"/>
            </a:lvl8pPr>
            <a:lvl9pPr marL="1234409" indent="-137157">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5">
            <a:extLst>
              <a:ext uri="{FF2B5EF4-FFF2-40B4-BE49-F238E27FC236}">
                <a16:creationId xmlns:a16="http://schemas.microsoft.com/office/drawing/2014/main" id="{873DCC96-E62A-5505-4F1E-4A80C8498209}"/>
              </a:ext>
            </a:extLst>
          </p:cNvPr>
          <p:cNvSpPr>
            <a:spLocks noGrp="1"/>
          </p:cNvSpPr>
          <p:nvPr>
            <p:ph sz="half" idx="11"/>
          </p:nvPr>
        </p:nvSpPr>
        <p:spPr>
          <a:xfrm>
            <a:off x="9144002" y="1600200"/>
            <a:ext cx="2499359" cy="4572000"/>
          </a:xfrm>
        </p:spPr>
        <p:txBody>
          <a:bodyPr/>
          <a:lstStyle>
            <a:lvl1pPr marL="137157" indent="-137157">
              <a:defRPr sz="1300"/>
            </a:lvl1pPr>
            <a:lvl2pPr marL="274313" indent="-137157">
              <a:defRPr sz="1300"/>
            </a:lvl2pPr>
            <a:lvl3pPr marL="411470" indent="-137157">
              <a:defRPr sz="1300"/>
            </a:lvl3pPr>
            <a:lvl4pPr marL="548626" indent="-137157">
              <a:defRPr sz="1300"/>
            </a:lvl4pPr>
            <a:lvl5pPr marL="685783" indent="-137157">
              <a:defRPr sz="1300"/>
            </a:lvl5pPr>
            <a:lvl6pPr marL="822939" indent="-137157">
              <a:defRPr sz="1300"/>
            </a:lvl6pPr>
            <a:lvl7pPr marL="960096" indent="-137157">
              <a:defRPr sz="1300"/>
            </a:lvl7pPr>
            <a:lvl8pPr marL="1097253" indent="-137157">
              <a:defRPr sz="1300"/>
            </a:lvl8pPr>
            <a:lvl9pPr marL="1234409" indent="-137157">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Date Placeholder 7">
            <a:extLst>
              <a:ext uri="{FF2B5EF4-FFF2-40B4-BE49-F238E27FC236}">
                <a16:creationId xmlns:a16="http://schemas.microsoft.com/office/drawing/2014/main" id="{99E75897-C7CA-D608-954E-EA24E33CBEB8}"/>
              </a:ext>
            </a:extLst>
          </p:cNvPr>
          <p:cNvSpPr>
            <a:spLocks noGrp="1"/>
          </p:cNvSpPr>
          <p:nvPr>
            <p:ph type="dt" sz="half" idx="12"/>
          </p:nvPr>
        </p:nvSpPr>
        <p:spPr/>
        <p:txBody>
          <a:bodyPr/>
          <a:lstStyle/>
          <a:p>
            <a:fld id="{81A30091-1C2A-4151-8D3C-D1E47A72615F}" type="datetime3">
              <a:rPr lang="en-US" smtClean="0"/>
              <a:t>5 May 2026</a:t>
            </a:fld>
            <a:endParaRPr lang="en-US"/>
          </a:p>
        </p:txBody>
      </p:sp>
      <p:sp>
        <p:nvSpPr>
          <p:cNvPr id="9" name="Slide Number Placeholder 8">
            <a:extLst>
              <a:ext uri="{FF2B5EF4-FFF2-40B4-BE49-F238E27FC236}">
                <a16:creationId xmlns:a16="http://schemas.microsoft.com/office/drawing/2014/main" id="{FF00C8CD-D32C-E34D-BB8E-34B4CB816D39}"/>
              </a:ext>
            </a:extLst>
          </p:cNvPr>
          <p:cNvSpPr>
            <a:spLocks noGrp="1"/>
          </p:cNvSpPr>
          <p:nvPr>
            <p:ph type="sldNum" sz="quarter" idx="13"/>
          </p:nvPr>
        </p:nvSpPr>
        <p:spPr/>
        <p:txBody>
          <a:bodyPr/>
          <a:lstStyle/>
          <a:p>
            <a:fld id="{64E5BE4B-2FBF-4174-9E62-85FAD1CB43A6}" type="slidenum">
              <a:rPr lang="en-US" smtClean="0"/>
              <a:pPr/>
              <a:t>‹#›</a:t>
            </a:fld>
            <a:endParaRPr lang="en-US"/>
          </a:p>
        </p:txBody>
      </p:sp>
    </p:spTree>
    <p:extLst>
      <p:ext uri="{BB962C8B-B14F-4D97-AF65-F5344CB8AC3E}">
        <p14:creationId xmlns:p14="http://schemas.microsoft.com/office/powerpoint/2010/main" val="2939278861"/>
      </p:ext>
    </p:extLst>
  </p:cSld>
  <p:clrMapOvr>
    <a:masterClrMapping/>
  </p:clrMapOvr>
  <p:hf sldNum="0" hdr="0" ftr="0" dt="0"/>
  <p:extLst>
    <p:ext uri="{DCECCB84-F9BA-43D5-87BE-67443E8EF086}">
      <p15:sldGuideLst xmlns:p15="http://schemas.microsoft.com/office/powerpoint/2012/main">
        <p15:guide id="1" orient="horz" pos="1008">
          <p15:clr>
            <a:srgbClr val="A4A3A4"/>
          </p15:clr>
        </p15:guide>
        <p15:guide id="2" orient="horz" pos="3888">
          <p15:clr>
            <a:srgbClr val="A4A3A4"/>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4 Icons">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561ED6E9-4BFC-F986-93E1-1249E94D9780}"/>
              </a:ext>
            </a:extLst>
          </p:cNvPr>
          <p:cNvSpPr>
            <a:spLocks noGrp="1"/>
          </p:cNvSpPr>
          <p:nvPr>
            <p:ph type="title" hasCustomPrompt="1"/>
          </p:nvPr>
        </p:nvSpPr>
        <p:spPr/>
        <p:txBody>
          <a:bodyPr/>
          <a:lstStyle/>
          <a:p>
            <a:r>
              <a:rPr lang="en-US"/>
              <a:t>[Slide title]</a:t>
            </a:r>
          </a:p>
        </p:txBody>
      </p:sp>
      <p:sp>
        <p:nvSpPr>
          <p:cNvPr id="9" name="Picture Placeholder 2">
            <a:extLst>
              <a:ext uri="{FF2B5EF4-FFF2-40B4-BE49-F238E27FC236}">
                <a16:creationId xmlns:a16="http://schemas.microsoft.com/office/drawing/2014/main" id="{2FDCDCBF-BE41-ACC6-2307-F24F0B601969}"/>
              </a:ext>
            </a:extLst>
          </p:cNvPr>
          <p:cNvSpPr>
            <a:spLocks noGrp="1" noChangeAspect="1"/>
          </p:cNvSpPr>
          <p:nvPr>
            <p:ph type="pic" sz="quarter" idx="12" hasCustomPrompt="1"/>
          </p:nvPr>
        </p:nvSpPr>
        <p:spPr>
          <a:xfrm>
            <a:off x="548640" y="1600200"/>
            <a:ext cx="557784" cy="555499"/>
          </a:xfrm>
        </p:spPr>
        <p:txBody>
          <a:bodyPr anchor="ctr" anchorCtr="0"/>
          <a:lstStyle>
            <a:lvl1pPr marL="0" indent="0" algn="ctr">
              <a:buFontTx/>
              <a:buNone/>
              <a:defRPr sz="800"/>
            </a:lvl1pPr>
          </a:lstStyle>
          <a:p>
            <a:r>
              <a:rPr lang="en-US"/>
              <a:t>[Icon]</a:t>
            </a:r>
          </a:p>
        </p:txBody>
      </p:sp>
      <p:sp>
        <p:nvSpPr>
          <p:cNvPr id="3" name="Content Placeholder 3"/>
          <p:cNvSpPr>
            <a:spLocks noGrp="1"/>
          </p:cNvSpPr>
          <p:nvPr>
            <p:ph sz="half" idx="1"/>
          </p:nvPr>
        </p:nvSpPr>
        <p:spPr>
          <a:xfrm>
            <a:off x="548642" y="2285997"/>
            <a:ext cx="2499359" cy="3886203"/>
          </a:xfrm>
        </p:spPr>
        <p:txBody>
          <a:bodyPr/>
          <a:lstStyle>
            <a:lvl1pPr marL="137157" indent="-137157">
              <a:defRPr sz="1300"/>
            </a:lvl1pPr>
            <a:lvl2pPr marL="274313" indent="-137157">
              <a:defRPr sz="1300"/>
            </a:lvl2pPr>
            <a:lvl3pPr marL="411470" indent="-137157">
              <a:defRPr sz="1300"/>
            </a:lvl3pPr>
            <a:lvl4pPr marL="548626" indent="-137157">
              <a:defRPr sz="1300"/>
            </a:lvl4pPr>
            <a:lvl5pPr marL="685783" indent="-137157">
              <a:defRPr sz="1300"/>
            </a:lvl5pPr>
            <a:lvl6pPr marL="822939" indent="-137157">
              <a:defRPr sz="1300"/>
            </a:lvl6pPr>
            <a:lvl7pPr marL="960096" indent="-137157">
              <a:defRPr sz="1300"/>
            </a:lvl7pPr>
            <a:lvl8pPr marL="1097253" indent="-137157">
              <a:defRPr sz="1300"/>
            </a:lvl8pPr>
            <a:lvl9pPr marL="1234409" indent="-137157">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4">
            <a:extLst>
              <a:ext uri="{FF2B5EF4-FFF2-40B4-BE49-F238E27FC236}">
                <a16:creationId xmlns:a16="http://schemas.microsoft.com/office/drawing/2014/main" id="{C7652FE0-2E63-C05D-5D80-EE5429B0A7EE}"/>
              </a:ext>
            </a:extLst>
          </p:cNvPr>
          <p:cNvSpPr>
            <a:spLocks noGrp="1" noChangeAspect="1"/>
          </p:cNvSpPr>
          <p:nvPr>
            <p:ph type="pic" sz="quarter" idx="13" hasCustomPrompt="1"/>
          </p:nvPr>
        </p:nvSpPr>
        <p:spPr>
          <a:xfrm>
            <a:off x="3413760" y="1600200"/>
            <a:ext cx="557784" cy="557784"/>
          </a:xfrm>
        </p:spPr>
        <p:txBody>
          <a:bodyPr anchor="ctr" anchorCtr="0"/>
          <a:lstStyle>
            <a:lvl1pPr marL="0" indent="0" algn="ctr">
              <a:buFontTx/>
              <a:buNone/>
              <a:defRPr sz="800"/>
            </a:lvl1pPr>
          </a:lstStyle>
          <a:p>
            <a:r>
              <a:rPr lang="en-US"/>
              <a:t>[Icon]</a:t>
            </a:r>
          </a:p>
        </p:txBody>
      </p:sp>
      <p:sp>
        <p:nvSpPr>
          <p:cNvPr id="4" name="Content Placeholder 5"/>
          <p:cNvSpPr>
            <a:spLocks noGrp="1"/>
          </p:cNvSpPr>
          <p:nvPr>
            <p:ph sz="half" idx="2"/>
          </p:nvPr>
        </p:nvSpPr>
        <p:spPr>
          <a:xfrm>
            <a:off x="3413762" y="2285997"/>
            <a:ext cx="2499359" cy="3886203"/>
          </a:xfrm>
        </p:spPr>
        <p:txBody>
          <a:bodyPr/>
          <a:lstStyle>
            <a:lvl1pPr marL="137157" indent="-137157">
              <a:defRPr sz="1300"/>
            </a:lvl1pPr>
            <a:lvl2pPr marL="274313" indent="-137157">
              <a:defRPr sz="1300"/>
            </a:lvl2pPr>
            <a:lvl3pPr marL="411470" indent="-137157">
              <a:defRPr sz="1300"/>
            </a:lvl3pPr>
            <a:lvl4pPr marL="548626" indent="-137157">
              <a:defRPr sz="1300"/>
            </a:lvl4pPr>
            <a:lvl5pPr marL="685783" indent="-137157">
              <a:defRPr sz="1300"/>
            </a:lvl5pPr>
            <a:lvl6pPr marL="822939" indent="-137157">
              <a:defRPr sz="1300"/>
            </a:lvl6pPr>
            <a:lvl7pPr marL="960096" indent="-137157">
              <a:defRPr sz="1300"/>
            </a:lvl7pPr>
            <a:lvl8pPr marL="1097253" indent="-137157">
              <a:defRPr sz="1300"/>
            </a:lvl8pPr>
            <a:lvl9pPr marL="1234409" indent="-137157">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6">
            <a:extLst>
              <a:ext uri="{FF2B5EF4-FFF2-40B4-BE49-F238E27FC236}">
                <a16:creationId xmlns:a16="http://schemas.microsoft.com/office/drawing/2014/main" id="{B76F3E0A-3A89-0179-6808-7B86658B2939}"/>
              </a:ext>
            </a:extLst>
          </p:cNvPr>
          <p:cNvSpPr>
            <a:spLocks noGrp="1" noChangeAspect="1"/>
          </p:cNvSpPr>
          <p:nvPr>
            <p:ph type="pic" sz="quarter" idx="14" hasCustomPrompt="1"/>
          </p:nvPr>
        </p:nvSpPr>
        <p:spPr>
          <a:xfrm>
            <a:off x="6278880" y="1600200"/>
            <a:ext cx="557784" cy="557784"/>
          </a:xfrm>
        </p:spPr>
        <p:txBody>
          <a:bodyPr anchor="ctr" anchorCtr="0"/>
          <a:lstStyle>
            <a:lvl1pPr marL="0" indent="0" algn="ctr">
              <a:buFontTx/>
              <a:buNone/>
              <a:defRPr sz="800"/>
            </a:lvl1pPr>
          </a:lstStyle>
          <a:p>
            <a:r>
              <a:rPr lang="en-US"/>
              <a:t>[Icon]</a:t>
            </a:r>
          </a:p>
        </p:txBody>
      </p:sp>
      <p:sp>
        <p:nvSpPr>
          <p:cNvPr id="6" name="Content Placeholder 7">
            <a:extLst>
              <a:ext uri="{FF2B5EF4-FFF2-40B4-BE49-F238E27FC236}">
                <a16:creationId xmlns:a16="http://schemas.microsoft.com/office/drawing/2014/main" id="{617618FB-CD21-AF4A-B264-6355E9BD7981}"/>
              </a:ext>
            </a:extLst>
          </p:cNvPr>
          <p:cNvSpPr>
            <a:spLocks noGrp="1"/>
          </p:cNvSpPr>
          <p:nvPr>
            <p:ph sz="half" idx="10"/>
          </p:nvPr>
        </p:nvSpPr>
        <p:spPr>
          <a:xfrm>
            <a:off x="6278882" y="2285997"/>
            <a:ext cx="2499359" cy="3886203"/>
          </a:xfrm>
        </p:spPr>
        <p:txBody>
          <a:bodyPr/>
          <a:lstStyle>
            <a:lvl1pPr marL="137157" indent="-137157">
              <a:defRPr sz="1300"/>
            </a:lvl1pPr>
            <a:lvl2pPr marL="274313" indent="-137157">
              <a:defRPr sz="1300"/>
            </a:lvl2pPr>
            <a:lvl3pPr marL="411470" indent="-137157">
              <a:defRPr sz="1300"/>
            </a:lvl3pPr>
            <a:lvl4pPr marL="548626" indent="-137157">
              <a:defRPr sz="1300"/>
            </a:lvl4pPr>
            <a:lvl5pPr marL="685783" indent="-137157">
              <a:defRPr sz="1300"/>
            </a:lvl5pPr>
            <a:lvl6pPr marL="822939" indent="-137157">
              <a:defRPr sz="1300"/>
            </a:lvl6pPr>
            <a:lvl7pPr marL="960096" indent="-137157">
              <a:defRPr sz="1300"/>
            </a:lvl7pPr>
            <a:lvl8pPr marL="1097253" indent="-137157">
              <a:defRPr sz="1300"/>
            </a:lvl8pPr>
            <a:lvl9pPr marL="1234409" indent="-137157">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Picture Placeholder 8">
            <a:extLst>
              <a:ext uri="{FF2B5EF4-FFF2-40B4-BE49-F238E27FC236}">
                <a16:creationId xmlns:a16="http://schemas.microsoft.com/office/drawing/2014/main" id="{83E5AF74-1A89-50D1-F570-2D5345102584}"/>
              </a:ext>
            </a:extLst>
          </p:cNvPr>
          <p:cNvSpPr>
            <a:spLocks noGrp="1" noChangeAspect="1"/>
          </p:cNvSpPr>
          <p:nvPr>
            <p:ph type="pic" sz="quarter" idx="15" hasCustomPrompt="1"/>
          </p:nvPr>
        </p:nvSpPr>
        <p:spPr>
          <a:xfrm>
            <a:off x="9144000" y="1600200"/>
            <a:ext cx="557784" cy="557784"/>
          </a:xfrm>
        </p:spPr>
        <p:txBody>
          <a:bodyPr anchor="ctr" anchorCtr="0"/>
          <a:lstStyle>
            <a:lvl1pPr marL="0" indent="0" algn="ctr">
              <a:buFontTx/>
              <a:buNone/>
              <a:defRPr sz="800"/>
            </a:lvl1pPr>
          </a:lstStyle>
          <a:p>
            <a:r>
              <a:rPr lang="en-US"/>
              <a:t>[Icon]</a:t>
            </a:r>
          </a:p>
        </p:txBody>
      </p:sp>
      <p:sp>
        <p:nvSpPr>
          <p:cNvPr id="5" name="Content Placeholder 9">
            <a:extLst>
              <a:ext uri="{FF2B5EF4-FFF2-40B4-BE49-F238E27FC236}">
                <a16:creationId xmlns:a16="http://schemas.microsoft.com/office/drawing/2014/main" id="{873DCC96-E62A-5505-4F1E-4A80C8498209}"/>
              </a:ext>
            </a:extLst>
          </p:cNvPr>
          <p:cNvSpPr>
            <a:spLocks noGrp="1"/>
          </p:cNvSpPr>
          <p:nvPr>
            <p:ph sz="half" idx="11"/>
          </p:nvPr>
        </p:nvSpPr>
        <p:spPr>
          <a:xfrm>
            <a:off x="9144002" y="2285997"/>
            <a:ext cx="2499359" cy="3886203"/>
          </a:xfrm>
        </p:spPr>
        <p:txBody>
          <a:bodyPr/>
          <a:lstStyle>
            <a:lvl1pPr marL="137157" indent="-137157">
              <a:defRPr sz="1300"/>
            </a:lvl1pPr>
            <a:lvl2pPr marL="274313" indent="-137157">
              <a:defRPr sz="1300"/>
            </a:lvl2pPr>
            <a:lvl3pPr marL="411470" indent="-137157">
              <a:defRPr sz="1300"/>
            </a:lvl3pPr>
            <a:lvl4pPr marL="548626" indent="-137157">
              <a:defRPr sz="1300"/>
            </a:lvl4pPr>
            <a:lvl5pPr marL="685783" indent="-137157">
              <a:defRPr sz="1300"/>
            </a:lvl5pPr>
            <a:lvl6pPr marL="822939" indent="-137157">
              <a:defRPr sz="1300"/>
            </a:lvl6pPr>
            <a:lvl7pPr marL="960096" indent="-137157">
              <a:defRPr sz="1300"/>
            </a:lvl7pPr>
            <a:lvl8pPr marL="1097253" indent="-137157">
              <a:defRPr sz="1300"/>
            </a:lvl8pPr>
            <a:lvl9pPr marL="1234409" indent="-137157">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Date Placeholder 7">
            <a:extLst>
              <a:ext uri="{FF2B5EF4-FFF2-40B4-BE49-F238E27FC236}">
                <a16:creationId xmlns:a16="http://schemas.microsoft.com/office/drawing/2014/main" id="{8B7C8174-B194-B25B-91AA-597E72C81310}"/>
              </a:ext>
            </a:extLst>
          </p:cNvPr>
          <p:cNvSpPr>
            <a:spLocks noGrp="1"/>
          </p:cNvSpPr>
          <p:nvPr>
            <p:ph type="dt" sz="half" idx="16"/>
          </p:nvPr>
        </p:nvSpPr>
        <p:spPr/>
        <p:txBody>
          <a:bodyPr/>
          <a:lstStyle/>
          <a:p>
            <a:fld id="{35D703CE-07B4-4C05-A488-B4566700621F}" type="datetime3">
              <a:rPr lang="en-US" smtClean="0"/>
              <a:t>5 May 2026</a:t>
            </a:fld>
            <a:endParaRPr lang="en-US"/>
          </a:p>
        </p:txBody>
      </p:sp>
      <p:sp>
        <p:nvSpPr>
          <p:cNvPr id="13" name="Slide Number Placeholder 12">
            <a:extLst>
              <a:ext uri="{FF2B5EF4-FFF2-40B4-BE49-F238E27FC236}">
                <a16:creationId xmlns:a16="http://schemas.microsoft.com/office/drawing/2014/main" id="{089FF259-217B-3F10-C738-AE2C6A9EE838}"/>
              </a:ext>
            </a:extLst>
          </p:cNvPr>
          <p:cNvSpPr>
            <a:spLocks noGrp="1"/>
          </p:cNvSpPr>
          <p:nvPr>
            <p:ph type="sldNum" sz="quarter" idx="17"/>
          </p:nvPr>
        </p:nvSpPr>
        <p:spPr/>
        <p:txBody>
          <a:bodyPr/>
          <a:lstStyle/>
          <a:p>
            <a:fld id="{64E5BE4B-2FBF-4174-9E62-85FAD1CB43A6}" type="slidenum">
              <a:rPr lang="en-US" smtClean="0"/>
              <a:pPr/>
              <a:t>‹#›</a:t>
            </a:fld>
            <a:endParaRPr lang="en-US"/>
          </a:p>
        </p:txBody>
      </p:sp>
    </p:spTree>
    <p:extLst>
      <p:ext uri="{BB962C8B-B14F-4D97-AF65-F5344CB8AC3E}">
        <p14:creationId xmlns:p14="http://schemas.microsoft.com/office/powerpoint/2010/main" val="3043203696"/>
      </p:ext>
    </p:extLst>
  </p:cSld>
  <p:clrMapOvr>
    <a:masterClrMapping/>
  </p:clrMapOvr>
  <p:hf sldNum="0" hdr="0" ftr="0" dt="0"/>
  <p:extLst>
    <p:ext uri="{DCECCB84-F9BA-43D5-87BE-67443E8EF086}">
      <p15:sldGuideLst xmlns:p15="http://schemas.microsoft.com/office/powerpoint/2012/main">
        <p15:guide id="1" orient="horz" pos="1008">
          <p15:clr>
            <a:srgbClr val="A4A3A4"/>
          </p15:clr>
        </p15:guide>
        <p15:guide id="2" orient="horz" pos="3888">
          <p15:clr>
            <a:srgbClr val="A4A3A4"/>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p:cSld name="4 Numbers">
    <p:bg>
      <p:bgPr>
        <a:solidFill>
          <a:srgbClr val="221F20"/>
        </a:solid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354C21BF-3440-8CAE-0A59-466346C7713E}"/>
              </a:ext>
            </a:extLst>
          </p:cNvPr>
          <p:cNvSpPr>
            <a:spLocks noGrp="1"/>
          </p:cNvSpPr>
          <p:nvPr>
            <p:ph type="title" hasCustomPrompt="1"/>
          </p:nvPr>
        </p:nvSpPr>
        <p:spPr/>
        <p:txBody>
          <a:bodyPr/>
          <a:lstStyle/>
          <a:p>
            <a:r>
              <a:rPr lang="en-US"/>
              <a:t>[Slide title]</a:t>
            </a:r>
          </a:p>
        </p:txBody>
      </p:sp>
      <p:cxnSp>
        <p:nvCxnSpPr>
          <p:cNvPr id="15" name="Line">
            <a:extLst>
              <a:ext uri="{FF2B5EF4-FFF2-40B4-BE49-F238E27FC236}">
                <a16:creationId xmlns:a16="http://schemas.microsoft.com/office/drawing/2014/main" id="{8412A77E-32D6-ECE7-C58C-21E3C08D86B3}"/>
              </a:ext>
              <a:ext uri="{C183D7F6-B498-43B3-948B-1728B52AA6E4}">
                <adec:decorative xmlns:adec="http://schemas.microsoft.com/office/drawing/2017/decorative" val="1"/>
              </a:ext>
            </a:extLst>
          </p:cNvPr>
          <p:cNvCxnSpPr>
            <a:cxnSpLocks/>
          </p:cNvCxnSpPr>
          <p:nvPr/>
        </p:nvCxnSpPr>
        <p:spPr>
          <a:xfrm>
            <a:off x="548640" y="1600200"/>
            <a:ext cx="2499360" cy="0"/>
          </a:xfrm>
          <a:prstGeom prst="line">
            <a:avLst/>
          </a:prstGeom>
          <a:ln w="19050" cap="flat">
            <a:solidFill>
              <a:schemeClr val="tx2"/>
            </a:solidFill>
            <a:miter/>
          </a:ln>
        </p:spPr>
        <p:style>
          <a:lnRef idx="1">
            <a:schemeClr val="accent1"/>
          </a:lnRef>
          <a:fillRef idx="0">
            <a:schemeClr val="accent1"/>
          </a:fillRef>
          <a:effectRef idx="0">
            <a:srgbClr val="000000"/>
          </a:effectRef>
          <a:fontRef idx="minor">
            <a:schemeClr val="lt1"/>
          </a:fontRef>
        </p:style>
      </p:cxnSp>
      <p:sp>
        <p:nvSpPr>
          <p:cNvPr id="13" name="TextBox">
            <a:extLst>
              <a:ext uri="{FF2B5EF4-FFF2-40B4-BE49-F238E27FC236}">
                <a16:creationId xmlns:a16="http://schemas.microsoft.com/office/drawing/2014/main" id="{AF47D3F9-758C-0713-980A-E6E56BBC1088}"/>
              </a:ext>
            </a:extLst>
          </p:cNvPr>
          <p:cNvSpPr txBox="1"/>
          <p:nvPr/>
        </p:nvSpPr>
        <p:spPr>
          <a:xfrm>
            <a:off x="548642" y="1737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solidFill>
                  <a:schemeClr val="tx2"/>
                </a:solidFill>
              </a:rPr>
              <a:t>01</a:t>
            </a:r>
          </a:p>
        </p:txBody>
      </p:sp>
      <p:sp>
        <p:nvSpPr>
          <p:cNvPr id="3" name="Content Placeholder 2"/>
          <p:cNvSpPr>
            <a:spLocks noGrp="1"/>
          </p:cNvSpPr>
          <p:nvPr>
            <p:ph sz="half" idx="1"/>
          </p:nvPr>
        </p:nvSpPr>
        <p:spPr>
          <a:xfrm>
            <a:off x="548642" y="2286000"/>
            <a:ext cx="2499359" cy="3886200"/>
          </a:xfrm>
        </p:spPr>
        <p:txBody>
          <a:bodyPr/>
          <a:lstStyle>
            <a:lvl1pPr marL="0" indent="0">
              <a:spcBef>
                <a:spcPts val="1000"/>
              </a:spcBef>
              <a:buFontTx/>
              <a:buNone/>
              <a:defRPr sz="1300">
                <a:solidFill>
                  <a:schemeClr val="tx1"/>
                </a:solidFill>
              </a:defRPr>
            </a:lvl1pPr>
            <a:lvl2pPr marL="137157" indent="-137157">
              <a:spcBef>
                <a:spcPts val="1000"/>
              </a:spcBef>
              <a:buFont typeface="Arial" panose="020B0604020202020204" pitchFamily="34" charset="0"/>
              <a:buChar char="▪"/>
              <a:defRPr sz="1300">
                <a:solidFill>
                  <a:schemeClr val="tx1"/>
                </a:solidFill>
              </a:defRPr>
            </a:lvl2pPr>
            <a:lvl3pPr marL="274313" indent="-137157">
              <a:defRPr sz="1300">
                <a:solidFill>
                  <a:schemeClr val="tx1"/>
                </a:solidFill>
              </a:defRPr>
            </a:lvl3pPr>
            <a:lvl4pPr marL="411470" indent="-137157">
              <a:defRPr sz="1300">
                <a:solidFill>
                  <a:schemeClr val="tx1"/>
                </a:solidFill>
              </a:defRPr>
            </a:lvl4pPr>
            <a:lvl5pPr marL="548626" indent="-137157">
              <a:defRPr sz="1300">
                <a:solidFill>
                  <a:schemeClr val="tx1"/>
                </a:solidFill>
              </a:defRPr>
            </a:lvl5pPr>
            <a:lvl6pPr marL="685783" indent="-137157">
              <a:defRPr sz="1300">
                <a:solidFill>
                  <a:schemeClr val="tx1"/>
                </a:solidFill>
              </a:defRPr>
            </a:lvl6pPr>
            <a:lvl7pPr marL="822939" indent="-137157">
              <a:defRPr sz="1300">
                <a:solidFill>
                  <a:schemeClr val="tx1"/>
                </a:solidFill>
              </a:defRPr>
            </a:lvl7pPr>
            <a:lvl8pPr marL="960096" indent="-137157">
              <a:defRPr sz="1300">
                <a:solidFill>
                  <a:schemeClr val="tx1"/>
                </a:solidFill>
              </a:defRPr>
            </a:lvl8pPr>
            <a:lvl9pPr marL="1097253" indent="-137157">
              <a:defRPr sz="1300">
                <a:solidFill>
                  <a:schemeClr val="tx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9" name="Line">
            <a:extLst>
              <a:ext uri="{FF2B5EF4-FFF2-40B4-BE49-F238E27FC236}">
                <a16:creationId xmlns:a16="http://schemas.microsoft.com/office/drawing/2014/main" id="{D7771284-6191-6AE5-C8DC-E26F4DD28049}"/>
              </a:ext>
              <a:ext uri="{C183D7F6-B498-43B3-948B-1728B52AA6E4}">
                <adec:decorative xmlns:adec="http://schemas.microsoft.com/office/drawing/2017/decorative" val="1"/>
              </a:ext>
            </a:extLst>
          </p:cNvPr>
          <p:cNvCxnSpPr>
            <a:cxnSpLocks/>
          </p:cNvCxnSpPr>
          <p:nvPr/>
        </p:nvCxnSpPr>
        <p:spPr>
          <a:xfrm>
            <a:off x="3413760" y="1600200"/>
            <a:ext cx="2499360" cy="0"/>
          </a:xfrm>
          <a:prstGeom prst="line">
            <a:avLst/>
          </a:prstGeom>
          <a:ln w="19050" cap="flat">
            <a:solidFill>
              <a:schemeClr val="tx2"/>
            </a:solidFill>
            <a:miter/>
          </a:ln>
        </p:spPr>
        <p:style>
          <a:lnRef idx="1">
            <a:schemeClr val="accent1"/>
          </a:lnRef>
          <a:fillRef idx="0">
            <a:schemeClr val="accent1"/>
          </a:fillRef>
          <a:effectRef idx="0">
            <a:srgbClr val="000000"/>
          </a:effectRef>
          <a:fontRef idx="minor">
            <a:schemeClr val="lt1"/>
          </a:fontRef>
        </p:style>
      </p:cxnSp>
      <p:sp>
        <p:nvSpPr>
          <p:cNvPr id="10" name="TextBox">
            <a:extLst>
              <a:ext uri="{FF2B5EF4-FFF2-40B4-BE49-F238E27FC236}">
                <a16:creationId xmlns:a16="http://schemas.microsoft.com/office/drawing/2014/main" id="{0D9A8745-BD6D-12B2-16DF-02CB2BB85704}"/>
              </a:ext>
            </a:extLst>
          </p:cNvPr>
          <p:cNvSpPr txBox="1"/>
          <p:nvPr/>
        </p:nvSpPr>
        <p:spPr>
          <a:xfrm>
            <a:off x="3413762" y="1737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solidFill>
                  <a:schemeClr val="tx2"/>
                </a:solidFill>
              </a:rPr>
              <a:t>02</a:t>
            </a:r>
          </a:p>
        </p:txBody>
      </p:sp>
      <p:sp>
        <p:nvSpPr>
          <p:cNvPr id="4" name="Content Placeholder 3"/>
          <p:cNvSpPr>
            <a:spLocks noGrp="1"/>
          </p:cNvSpPr>
          <p:nvPr>
            <p:ph sz="half" idx="2"/>
          </p:nvPr>
        </p:nvSpPr>
        <p:spPr>
          <a:xfrm>
            <a:off x="3413762" y="2286000"/>
            <a:ext cx="2499359" cy="3886200"/>
          </a:xfrm>
        </p:spPr>
        <p:txBody>
          <a:bodyPr/>
          <a:lstStyle>
            <a:lvl1pPr marL="0" indent="0">
              <a:spcBef>
                <a:spcPts val="1000"/>
              </a:spcBef>
              <a:buNone/>
              <a:defRPr sz="1300">
                <a:solidFill>
                  <a:schemeClr val="tx1"/>
                </a:solidFill>
              </a:defRPr>
            </a:lvl1pPr>
            <a:lvl2pPr marL="137157" indent="-137157">
              <a:spcBef>
                <a:spcPts val="1000"/>
              </a:spcBef>
              <a:buFont typeface="Arial" panose="020B0604020202020204" pitchFamily="34" charset="0"/>
              <a:buChar char="▪"/>
              <a:defRPr sz="1300">
                <a:solidFill>
                  <a:schemeClr val="tx1"/>
                </a:solidFill>
              </a:defRPr>
            </a:lvl2pPr>
            <a:lvl3pPr marL="274313" indent="-137157">
              <a:defRPr sz="1300">
                <a:solidFill>
                  <a:schemeClr val="tx1"/>
                </a:solidFill>
              </a:defRPr>
            </a:lvl3pPr>
            <a:lvl4pPr marL="411470" indent="-137157">
              <a:defRPr sz="1300">
                <a:solidFill>
                  <a:schemeClr val="tx1"/>
                </a:solidFill>
              </a:defRPr>
            </a:lvl4pPr>
            <a:lvl5pPr marL="548626" indent="-137157">
              <a:defRPr sz="1300">
                <a:solidFill>
                  <a:schemeClr val="tx1"/>
                </a:solidFill>
              </a:defRPr>
            </a:lvl5pPr>
            <a:lvl6pPr marL="685783" indent="-137157">
              <a:defRPr sz="1300">
                <a:solidFill>
                  <a:schemeClr val="tx1"/>
                </a:solidFill>
              </a:defRPr>
            </a:lvl6pPr>
            <a:lvl7pPr marL="822939" indent="-137157">
              <a:defRPr sz="1300">
                <a:solidFill>
                  <a:schemeClr val="tx1"/>
                </a:solidFill>
              </a:defRPr>
            </a:lvl7pPr>
            <a:lvl8pPr marL="960096" indent="-137157">
              <a:defRPr sz="1300">
                <a:solidFill>
                  <a:schemeClr val="tx1"/>
                </a:solidFill>
              </a:defRPr>
            </a:lvl8pPr>
            <a:lvl9pPr marL="1097253" indent="-137157">
              <a:defRPr sz="1300">
                <a:solidFill>
                  <a:schemeClr val="tx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1" name="Line">
            <a:extLst>
              <a:ext uri="{FF2B5EF4-FFF2-40B4-BE49-F238E27FC236}">
                <a16:creationId xmlns:a16="http://schemas.microsoft.com/office/drawing/2014/main" id="{7F3E6C41-3F3A-5394-DD39-6844F7E13753}"/>
              </a:ext>
              <a:ext uri="{C183D7F6-B498-43B3-948B-1728B52AA6E4}">
                <adec:decorative xmlns:adec="http://schemas.microsoft.com/office/drawing/2017/decorative" val="1"/>
              </a:ext>
            </a:extLst>
          </p:cNvPr>
          <p:cNvCxnSpPr>
            <a:cxnSpLocks/>
          </p:cNvCxnSpPr>
          <p:nvPr/>
        </p:nvCxnSpPr>
        <p:spPr>
          <a:xfrm>
            <a:off x="6278880" y="1600200"/>
            <a:ext cx="2499360" cy="0"/>
          </a:xfrm>
          <a:prstGeom prst="line">
            <a:avLst/>
          </a:prstGeom>
          <a:ln w="19050" cap="flat">
            <a:solidFill>
              <a:schemeClr val="tx2"/>
            </a:solidFill>
            <a:miter/>
          </a:ln>
        </p:spPr>
        <p:style>
          <a:lnRef idx="1">
            <a:schemeClr val="accent1"/>
          </a:lnRef>
          <a:fillRef idx="0">
            <a:schemeClr val="accent1"/>
          </a:fillRef>
          <a:effectRef idx="0">
            <a:srgbClr val="000000"/>
          </a:effectRef>
          <a:fontRef idx="minor">
            <a:schemeClr val="lt1"/>
          </a:fontRef>
        </p:style>
      </p:cxnSp>
      <p:sp>
        <p:nvSpPr>
          <p:cNvPr id="12" name="TextBox">
            <a:extLst>
              <a:ext uri="{FF2B5EF4-FFF2-40B4-BE49-F238E27FC236}">
                <a16:creationId xmlns:a16="http://schemas.microsoft.com/office/drawing/2014/main" id="{BBB1FB2A-A05A-0E6A-2901-52A7D695A891}"/>
              </a:ext>
            </a:extLst>
          </p:cNvPr>
          <p:cNvSpPr txBox="1"/>
          <p:nvPr/>
        </p:nvSpPr>
        <p:spPr>
          <a:xfrm>
            <a:off x="6278882" y="1737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solidFill>
                  <a:schemeClr val="tx2"/>
                </a:solidFill>
              </a:rPr>
              <a:t>03</a:t>
            </a:r>
          </a:p>
        </p:txBody>
      </p:sp>
      <p:sp>
        <p:nvSpPr>
          <p:cNvPr id="6" name="Content Placeholder 4">
            <a:extLst>
              <a:ext uri="{FF2B5EF4-FFF2-40B4-BE49-F238E27FC236}">
                <a16:creationId xmlns:a16="http://schemas.microsoft.com/office/drawing/2014/main" id="{617618FB-CD21-AF4A-B264-6355E9BD7981}"/>
              </a:ext>
            </a:extLst>
          </p:cNvPr>
          <p:cNvSpPr>
            <a:spLocks noGrp="1"/>
          </p:cNvSpPr>
          <p:nvPr>
            <p:ph sz="half" idx="10"/>
          </p:nvPr>
        </p:nvSpPr>
        <p:spPr>
          <a:xfrm>
            <a:off x="6278882" y="2286000"/>
            <a:ext cx="2499359" cy="3886200"/>
          </a:xfrm>
        </p:spPr>
        <p:txBody>
          <a:bodyPr/>
          <a:lstStyle>
            <a:lvl1pPr marL="0" indent="0">
              <a:spcBef>
                <a:spcPts val="1000"/>
              </a:spcBef>
              <a:buNone/>
              <a:defRPr sz="1300">
                <a:solidFill>
                  <a:schemeClr val="tx1"/>
                </a:solidFill>
              </a:defRPr>
            </a:lvl1pPr>
            <a:lvl2pPr marL="137157" indent="-137157">
              <a:spcBef>
                <a:spcPts val="1000"/>
              </a:spcBef>
              <a:buFont typeface="Arial" panose="020B0604020202020204" pitchFamily="34" charset="0"/>
              <a:buChar char="▪"/>
              <a:defRPr sz="1300">
                <a:solidFill>
                  <a:schemeClr val="tx1"/>
                </a:solidFill>
              </a:defRPr>
            </a:lvl2pPr>
            <a:lvl3pPr marL="274313" indent="-137157">
              <a:defRPr sz="1300">
                <a:solidFill>
                  <a:schemeClr val="tx1"/>
                </a:solidFill>
              </a:defRPr>
            </a:lvl3pPr>
            <a:lvl4pPr marL="411470" indent="-137157">
              <a:defRPr sz="1300">
                <a:solidFill>
                  <a:schemeClr val="tx1"/>
                </a:solidFill>
              </a:defRPr>
            </a:lvl4pPr>
            <a:lvl5pPr marL="548626" indent="-137157">
              <a:defRPr sz="1300">
                <a:solidFill>
                  <a:schemeClr val="tx1"/>
                </a:solidFill>
              </a:defRPr>
            </a:lvl5pPr>
            <a:lvl6pPr marL="685783" indent="-137157">
              <a:defRPr sz="1300">
                <a:solidFill>
                  <a:schemeClr val="tx1"/>
                </a:solidFill>
              </a:defRPr>
            </a:lvl6pPr>
            <a:lvl7pPr marL="822939" indent="-137157">
              <a:defRPr sz="1300">
                <a:solidFill>
                  <a:schemeClr val="tx1"/>
                </a:solidFill>
              </a:defRPr>
            </a:lvl7pPr>
            <a:lvl8pPr marL="960096" indent="-137157">
              <a:defRPr sz="1300">
                <a:solidFill>
                  <a:schemeClr val="tx1"/>
                </a:solidFill>
              </a:defRPr>
            </a:lvl8pPr>
            <a:lvl9pPr marL="1097253" indent="-137157">
              <a:defRPr sz="1300">
                <a:solidFill>
                  <a:schemeClr val="tx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4" name="Line">
            <a:extLst>
              <a:ext uri="{FF2B5EF4-FFF2-40B4-BE49-F238E27FC236}">
                <a16:creationId xmlns:a16="http://schemas.microsoft.com/office/drawing/2014/main" id="{FE115B30-3E6D-E823-531E-BB5BAA199BD0}"/>
              </a:ext>
              <a:ext uri="{C183D7F6-B498-43B3-948B-1728B52AA6E4}">
                <adec:decorative xmlns:adec="http://schemas.microsoft.com/office/drawing/2017/decorative" val="1"/>
              </a:ext>
            </a:extLst>
          </p:cNvPr>
          <p:cNvCxnSpPr>
            <a:cxnSpLocks/>
          </p:cNvCxnSpPr>
          <p:nvPr/>
        </p:nvCxnSpPr>
        <p:spPr>
          <a:xfrm>
            <a:off x="9144000" y="1600200"/>
            <a:ext cx="2499360" cy="0"/>
          </a:xfrm>
          <a:prstGeom prst="line">
            <a:avLst/>
          </a:prstGeom>
          <a:ln w="19050" cap="flat">
            <a:solidFill>
              <a:schemeClr val="tx2"/>
            </a:solidFill>
            <a:miter/>
          </a:ln>
        </p:spPr>
        <p:style>
          <a:lnRef idx="1">
            <a:schemeClr val="accent1"/>
          </a:lnRef>
          <a:fillRef idx="0">
            <a:schemeClr val="accent1"/>
          </a:fillRef>
          <a:effectRef idx="0">
            <a:srgbClr val="000000"/>
          </a:effectRef>
          <a:fontRef idx="minor">
            <a:schemeClr val="lt1"/>
          </a:fontRef>
        </p:style>
      </p:cxnSp>
      <p:sp>
        <p:nvSpPr>
          <p:cNvPr id="16" name="TextBox">
            <a:extLst>
              <a:ext uri="{FF2B5EF4-FFF2-40B4-BE49-F238E27FC236}">
                <a16:creationId xmlns:a16="http://schemas.microsoft.com/office/drawing/2014/main" id="{694F0353-A0DD-9642-BDD7-8FC612070822}"/>
              </a:ext>
            </a:extLst>
          </p:cNvPr>
          <p:cNvSpPr txBox="1"/>
          <p:nvPr/>
        </p:nvSpPr>
        <p:spPr>
          <a:xfrm>
            <a:off x="9144002" y="1737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solidFill>
                  <a:schemeClr val="tx2"/>
                </a:solidFill>
              </a:rPr>
              <a:t>04</a:t>
            </a:r>
          </a:p>
        </p:txBody>
      </p:sp>
      <p:sp>
        <p:nvSpPr>
          <p:cNvPr id="5" name="Content Placeholder 5">
            <a:extLst>
              <a:ext uri="{FF2B5EF4-FFF2-40B4-BE49-F238E27FC236}">
                <a16:creationId xmlns:a16="http://schemas.microsoft.com/office/drawing/2014/main" id="{873DCC96-E62A-5505-4F1E-4A80C8498209}"/>
              </a:ext>
            </a:extLst>
          </p:cNvPr>
          <p:cNvSpPr>
            <a:spLocks noGrp="1"/>
          </p:cNvSpPr>
          <p:nvPr>
            <p:ph sz="half" idx="11"/>
          </p:nvPr>
        </p:nvSpPr>
        <p:spPr>
          <a:xfrm>
            <a:off x="9144002" y="2286000"/>
            <a:ext cx="2499359" cy="3886200"/>
          </a:xfrm>
        </p:spPr>
        <p:txBody>
          <a:bodyPr/>
          <a:lstStyle>
            <a:lvl1pPr marL="0" indent="0">
              <a:spcBef>
                <a:spcPts val="1000"/>
              </a:spcBef>
              <a:buNone/>
              <a:defRPr sz="1300">
                <a:solidFill>
                  <a:schemeClr val="tx1"/>
                </a:solidFill>
              </a:defRPr>
            </a:lvl1pPr>
            <a:lvl2pPr marL="137157" indent="-137157">
              <a:spcBef>
                <a:spcPts val="1000"/>
              </a:spcBef>
              <a:buFont typeface="Arial" panose="020B0604020202020204" pitchFamily="34" charset="0"/>
              <a:buChar char="▪"/>
              <a:defRPr sz="1300">
                <a:solidFill>
                  <a:schemeClr val="tx1"/>
                </a:solidFill>
              </a:defRPr>
            </a:lvl2pPr>
            <a:lvl3pPr marL="274313" indent="-137157">
              <a:defRPr sz="1300">
                <a:solidFill>
                  <a:schemeClr val="tx1"/>
                </a:solidFill>
              </a:defRPr>
            </a:lvl3pPr>
            <a:lvl4pPr marL="411470" indent="-137157">
              <a:defRPr sz="1300">
                <a:solidFill>
                  <a:schemeClr val="tx1"/>
                </a:solidFill>
              </a:defRPr>
            </a:lvl4pPr>
            <a:lvl5pPr marL="548626" indent="-137157">
              <a:defRPr sz="1300">
                <a:solidFill>
                  <a:schemeClr val="tx1"/>
                </a:solidFill>
              </a:defRPr>
            </a:lvl5pPr>
            <a:lvl6pPr marL="685783" indent="-137157">
              <a:defRPr sz="1300">
                <a:solidFill>
                  <a:schemeClr val="tx1"/>
                </a:solidFill>
              </a:defRPr>
            </a:lvl6pPr>
            <a:lvl7pPr marL="822939" indent="-137157">
              <a:defRPr sz="1300">
                <a:solidFill>
                  <a:schemeClr val="tx1"/>
                </a:solidFill>
              </a:defRPr>
            </a:lvl7pPr>
            <a:lvl8pPr marL="960096" indent="-137157">
              <a:defRPr sz="1300">
                <a:solidFill>
                  <a:schemeClr val="tx1"/>
                </a:solidFill>
              </a:defRPr>
            </a:lvl8pPr>
            <a:lvl9pPr marL="1097253" indent="-137157">
              <a:defRPr sz="1300">
                <a:solidFill>
                  <a:schemeClr val="tx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Date Placeholder 7">
            <a:extLst>
              <a:ext uri="{FF2B5EF4-FFF2-40B4-BE49-F238E27FC236}">
                <a16:creationId xmlns:a16="http://schemas.microsoft.com/office/drawing/2014/main" id="{CB012D9A-AE72-0239-7D2F-3E585FB16AD8}"/>
              </a:ext>
            </a:extLst>
          </p:cNvPr>
          <p:cNvSpPr>
            <a:spLocks noGrp="1"/>
          </p:cNvSpPr>
          <p:nvPr>
            <p:ph type="dt" sz="half" idx="12"/>
          </p:nvPr>
        </p:nvSpPr>
        <p:spPr/>
        <p:txBody>
          <a:bodyPr/>
          <a:lstStyle/>
          <a:p>
            <a:fld id="{694BD61C-20BA-43AF-A21F-1DAFB3200099}" type="datetime3">
              <a:rPr lang="en-US" smtClean="0"/>
              <a:t>5 May 2026</a:t>
            </a:fld>
            <a:endParaRPr lang="en-US"/>
          </a:p>
        </p:txBody>
      </p:sp>
      <p:sp>
        <p:nvSpPr>
          <p:cNvPr id="17" name="Slide Number Placeholder 16">
            <a:extLst>
              <a:ext uri="{FF2B5EF4-FFF2-40B4-BE49-F238E27FC236}">
                <a16:creationId xmlns:a16="http://schemas.microsoft.com/office/drawing/2014/main" id="{D07D52D1-634D-ECD5-045A-38F96B973AD0}"/>
              </a:ext>
            </a:extLst>
          </p:cNvPr>
          <p:cNvSpPr>
            <a:spLocks noGrp="1"/>
          </p:cNvSpPr>
          <p:nvPr>
            <p:ph type="sldNum" sz="quarter" idx="13"/>
          </p:nvPr>
        </p:nvSpPr>
        <p:spPr/>
        <p:txBody>
          <a:bodyPr/>
          <a:lstStyle/>
          <a:p>
            <a:fld id="{64E5BE4B-2FBF-4174-9E62-85FAD1CB43A6}" type="slidenum">
              <a:rPr lang="en-US" smtClean="0"/>
              <a:pPr/>
              <a:t>‹#›</a:t>
            </a:fld>
            <a:endParaRPr lang="en-US"/>
          </a:p>
        </p:txBody>
      </p:sp>
      <p:sp>
        <p:nvSpPr>
          <p:cNvPr id="21" name="Rectangle 15">
            <a:extLst>
              <a:ext uri="{FF2B5EF4-FFF2-40B4-BE49-F238E27FC236}">
                <a16:creationId xmlns:a16="http://schemas.microsoft.com/office/drawing/2014/main" id="{DEB0DA69-FBF7-5C40-833F-1B7B11772F88}"/>
              </a:ext>
            </a:extLst>
          </p:cNvPr>
          <p:cNvSpPr>
            <a:spLocks noChangeArrowheads="1"/>
          </p:cNvSpPr>
          <p:nvPr/>
        </p:nvSpPr>
        <p:spPr bwMode="auto">
          <a:xfrm>
            <a:off x="1386840" y="6657946"/>
            <a:ext cx="9418320" cy="200055"/>
          </a:xfrm>
          <a:prstGeom prst="rect">
            <a:avLst/>
          </a:prstGeom>
          <a:noFill/>
          <a:ln w="9525">
            <a:noFill/>
            <a:miter lim="800000"/>
            <a:headEnd/>
            <a:tailEnd/>
          </a:ln>
        </p:spPr>
        <p:txBody>
          <a:bodyPr wrap="square" lIns="0" rIns="0" anchor="b">
            <a:spAutoFit/>
          </a:bodyPr>
          <a:lstStyle/>
          <a:p>
            <a:pPr algn="ctr">
              <a:defRPr/>
            </a:pPr>
            <a:r>
              <a:rPr lang="en-US" sz="700" b="1">
                <a:solidFill>
                  <a:schemeClr val="tx1"/>
                </a:solidFill>
                <a:latin typeface="+mn-lt"/>
                <a:cs typeface="Arial Bold" panose="020B0704020202020204" pitchFamily="34" charset="0"/>
              </a:rPr>
              <a:t>EDIT CONTROL STATEMENT UNDER &gt; VIEW &gt; SLIDE MASTER &gt; SCROLL TO TOP &gt; CHANGE HEADER AND FOOTER</a:t>
            </a:r>
          </a:p>
        </p:txBody>
      </p:sp>
      <p:sp>
        <p:nvSpPr>
          <p:cNvPr id="22" name="Rectangle 21">
            <a:extLst>
              <a:ext uri="{FF2B5EF4-FFF2-40B4-BE49-F238E27FC236}">
                <a16:creationId xmlns:a16="http://schemas.microsoft.com/office/drawing/2014/main" id="{D597C6E0-6809-7398-D956-E5305EC75B10}"/>
              </a:ext>
            </a:extLst>
          </p:cNvPr>
          <p:cNvSpPr>
            <a:spLocks noChangeArrowheads="1"/>
          </p:cNvSpPr>
          <p:nvPr/>
        </p:nvSpPr>
        <p:spPr bwMode="auto">
          <a:xfrm>
            <a:off x="1386840" y="1"/>
            <a:ext cx="9418320" cy="200055"/>
          </a:xfrm>
          <a:prstGeom prst="rect">
            <a:avLst/>
          </a:prstGeom>
          <a:noFill/>
          <a:ln w="9525">
            <a:noFill/>
            <a:miter lim="800000"/>
            <a:headEnd/>
            <a:tailEnd/>
          </a:ln>
        </p:spPr>
        <p:txBody>
          <a:bodyPr wrap="square" anchor="t" anchorCtr="0">
            <a:spAutoFit/>
          </a:bodyPr>
          <a:lstStyle/>
          <a:p>
            <a:pPr algn="ctr">
              <a:defRPr/>
            </a:pPr>
            <a:r>
              <a:rPr lang="en-US" sz="700" b="1">
                <a:solidFill>
                  <a:schemeClr val="tx1"/>
                </a:solidFill>
                <a:latin typeface="+mn-lt"/>
                <a:cs typeface="Arial Bold" panose="020B0704020202020204" pitchFamily="34" charset="0"/>
              </a:rPr>
              <a:t>EDIT CONTROL STATEMENT UNDER &gt; VIEW &gt; SLIDE MASTER &gt; SCROLL TO TOP &gt; CHANGE HEADER AND FOOTER</a:t>
            </a:r>
          </a:p>
        </p:txBody>
      </p:sp>
      <p:pic>
        <p:nvPicPr>
          <p:cNvPr id="2" name="Picture 1">
            <a:extLst>
              <a:ext uri="{FF2B5EF4-FFF2-40B4-BE49-F238E27FC236}">
                <a16:creationId xmlns:a16="http://schemas.microsoft.com/office/drawing/2014/main" id="{E584E015-ECF9-BB95-F3AC-0C50F66718F1}"/>
              </a:ext>
            </a:extLst>
          </p:cNvPr>
          <p:cNvPicPr>
            <a:picLocks noChangeAspect="1"/>
          </p:cNvPicPr>
          <p:nvPr/>
        </p:nvPicPr>
        <p:blipFill>
          <a:blip r:embed="rId2"/>
          <a:srcRect/>
          <a:stretch/>
        </p:blipFill>
        <p:spPr>
          <a:xfrm>
            <a:off x="10004616" y="411163"/>
            <a:ext cx="1629707" cy="478023"/>
          </a:xfrm>
          <a:prstGeom prst="rect">
            <a:avLst/>
          </a:prstGeom>
        </p:spPr>
      </p:pic>
    </p:spTree>
    <p:extLst>
      <p:ext uri="{BB962C8B-B14F-4D97-AF65-F5344CB8AC3E}">
        <p14:creationId xmlns:p14="http://schemas.microsoft.com/office/powerpoint/2010/main" val="1965984262"/>
      </p:ext>
    </p:extLst>
  </p:cSld>
  <p:clrMapOvr>
    <a:overrideClrMapping bg1="dk1" tx1="lt1" bg2="dk2" tx2="lt2" accent1="accent1" accent2="accent2" accent3="accent3" accent4="accent4" accent5="accent5" accent6="accent6" hlink="hlink" folHlink="folHlink"/>
  </p:clrMapOvr>
  <p:hf sldNum="0" hdr="0" ftr="0" dt="0"/>
  <p:extLst>
    <p:ext uri="{DCECCB84-F9BA-43D5-87BE-67443E8EF086}">
      <p15:sldGuideLst xmlns:p15="http://schemas.microsoft.com/office/powerpoint/2012/main">
        <p15:guide id="1" orient="horz" pos="1008">
          <p15:clr>
            <a:srgbClr val="A4A3A4"/>
          </p15:clr>
        </p15:guide>
        <p15:guide id="2" orient="horz" pos="3888">
          <p15:clr>
            <a:srgbClr val="A4A3A4"/>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4 Numbers - White">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6D6FD270-DB0B-36F0-B138-75209607ED74}"/>
              </a:ext>
            </a:extLst>
          </p:cNvPr>
          <p:cNvSpPr>
            <a:spLocks noGrp="1"/>
          </p:cNvSpPr>
          <p:nvPr>
            <p:ph type="title" hasCustomPrompt="1"/>
          </p:nvPr>
        </p:nvSpPr>
        <p:spPr/>
        <p:txBody>
          <a:bodyPr/>
          <a:lstStyle/>
          <a:p>
            <a:r>
              <a:rPr lang="en-US"/>
              <a:t>[Slide title]</a:t>
            </a:r>
          </a:p>
        </p:txBody>
      </p:sp>
      <p:cxnSp>
        <p:nvCxnSpPr>
          <p:cNvPr id="15" name="Line">
            <a:extLst>
              <a:ext uri="{FF2B5EF4-FFF2-40B4-BE49-F238E27FC236}">
                <a16:creationId xmlns:a16="http://schemas.microsoft.com/office/drawing/2014/main" id="{8412A77E-32D6-ECE7-C58C-21E3C08D86B3}"/>
              </a:ext>
              <a:ext uri="{C183D7F6-B498-43B3-948B-1728B52AA6E4}">
                <adec:decorative xmlns:adec="http://schemas.microsoft.com/office/drawing/2017/decorative" val="1"/>
              </a:ext>
            </a:extLst>
          </p:cNvPr>
          <p:cNvCxnSpPr>
            <a:cxnSpLocks/>
          </p:cNvCxnSpPr>
          <p:nvPr/>
        </p:nvCxnSpPr>
        <p:spPr>
          <a:xfrm>
            <a:off x="548640" y="1600200"/>
            <a:ext cx="2499360" cy="0"/>
          </a:xfrm>
          <a:prstGeom prst="line">
            <a:avLst/>
          </a:prstGeom>
          <a:ln w="19050" cap="flat">
            <a:solidFill>
              <a:schemeClr val="tx1"/>
            </a:solidFill>
            <a:miter/>
          </a:ln>
        </p:spPr>
        <p:style>
          <a:lnRef idx="1">
            <a:schemeClr val="accent1"/>
          </a:lnRef>
          <a:fillRef idx="0">
            <a:schemeClr val="accent1"/>
          </a:fillRef>
          <a:effectRef idx="0">
            <a:srgbClr val="000000"/>
          </a:effectRef>
          <a:fontRef idx="minor">
            <a:schemeClr val="lt1"/>
          </a:fontRef>
        </p:style>
      </p:cxnSp>
      <p:sp>
        <p:nvSpPr>
          <p:cNvPr id="13" name="TextBox">
            <a:extLst>
              <a:ext uri="{FF2B5EF4-FFF2-40B4-BE49-F238E27FC236}">
                <a16:creationId xmlns:a16="http://schemas.microsoft.com/office/drawing/2014/main" id="{AF47D3F9-758C-0713-980A-E6E56BBC1088}"/>
              </a:ext>
            </a:extLst>
          </p:cNvPr>
          <p:cNvSpPr txBox="1"/>
          <p:nvPr/>
        </p:nvSpPr>
        <p:spPr>
          <a:xfrm>
            <a:off x="548642" y="1737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t>01</a:t>
            </a:r>
          </a:p>
        </p:txBody>
      </p:sp>
      <p:sp>
        <p:nvSpPr>
          <p:cNvPr id="3" name="Content Placeholder 2"/>
          <p:cNvSpPr>
            <a:spLocks noGrp="1"/>
          </p:cNvSpPr>
          <p:nvPr>
            <p:ph sz="half" idx="1"/>
          </p:nvPr>
        </p:nvSpPr>
        <p:spPr>
          <a:xfrm>
            <a:off x="548642" y="2286000"/>
            <a:ext cx="2499359" cy="3886200"/>
          </a:xfrm>
        </p:spPr>
        <p:txBody>
          <a:bodyPr/>
          <a:lstStyle>
            <a:lvl1pPr marL="0" indent="0">
              <a:spcBef>
                <a:spcPts val="1000"/>
              </a:spcBef>
              <a:buFontTx/>
              <a:buNone/>
              <a:defRPr sz="1300"/>
            </a:lvl1pPr>
            <a:lvl2pPr marL="137157" indent="-137157">
              <a:spcBef>
                <a:spcPts val="1000"/>
              </a:spcBef>
              <a:buFont typeface="Arial" panose="020B0604020202020204" pitchFamily="34" charset="0"/>
              <a:buChar char="▪"/>
              <a:defRPr sz="1300"/>
            </a:lvl2pPr>
            <a:lvl3pPr marL="274313" indent="-137157">
              <a:defRPr sz="1300"/>
            </a:lvl3pPr>
            <a:lvl4pPr marL="411470" indent="-137157">
              <a:defRPr sz="1300"/>
            </a:lvl4pPr>
            <a:lvl5pPr marL="548626" indent="-137157">
              <a:defRPr sz="1300"/>
            </a:lvl5pPr>
            <a:lvl6pPr marL="685783" indent="-137157">
              <a:defRPr sz="1300"/>
            </a:lvl6pPr>
            <a:lvl7pPr marL="822939" indent="-137157">
              <a:defRPr sz="1300"/>
            </a:lvl7pPr>
            <a:lvl8pPr marL="960096" indent="-137157">
              <a:defRPr sz="1300"/>
            </a:lvl8pPr>
            <a:lvl9pPr marL="1097253" indent="-137157">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9" name="Line">
            <a:extLst>
              <a:ext uri="{FF2B5EF4-FFF2-40B4-BE49-F238E27FC236}">
                <a16:creationId xmlns:a16="http://schemas.microsoft.com/office/drawing/2014/main" id="{D7771284-6191-6AE5-C8DC-E26F4DD28049}"/>
              </a:ext>
              <a:ext uri="{C183D7F6-B498-43B3-948B-1728B52AA6E4}">
                <adec:decorative xmlns:adec="http://schemas.microsoft.com/office/drawing/2017/decorative" val="1"/>
              </a:ext>
            </a:extLst>
          </p:cNvPr>
          <p:cNvCxnSpPr>
            <a:cxnSpLocks/>
          </p:cNvCxnSpPr>
          <p:nvPr/>
        </p:nvCxnSpPr>
        <p:spPr>
          <a:xfrm>
            <a:off x="3413760" y="1600200"/>
            <a:ext cx="2499360" cy="0"/>
          </a:xfrm>
          <a:prstGeom prst="line">
            <a:avLst/>
          </a:prstGeom>
          <a:ln w="19050" cap="flat">
            <a:solidFill>
              <a:schemeClr val="tx1"/>
            </a:solidFill>
            <a:miter/>
          </a:ln>
        </p:spPr>
        <p:style>
          <a:lnRef idx="1">
            <a:schemeClr val="accent1"/>
          </a:lnRef>
          <a:fillRef idx="0">
            <a:schemeClr val="accent1"/>
          </a:fillRef>
          <a:effectRef idx="0">
            <a:srgbClr val="000000"/>
          </a:effectRef>
          <a:fontRef idx="minor">
            <a:schemeClr val="lt1"/>
          </a:fontRef>
        </p:style>
      </p:cxnSp>
      <p:sp>
        <p:nvSpPr>
          <p:cNvPr id="10" name="TextBox">
            <a:extLst>
              <a:ext uri="{FF2B5EF4-FFF2-40B4-BE49-F238E27FC236}">
                <a16:creationId xmlns:a16="http://schemas.microsoft.com/office/drawing/2014/main" id="{0D9A8745-BD6D-12B2-16DF-02CB2BB85704}"/>
              </a:ext>
            </a:extLst>
          </p:cNvPr>
          <p:cNvSpPr txBox="1"/>
          <p:nvPr/>
        </p:nvSpPr>
        <p:spPr>
          <a:xfrm>
            <a:off x="3413762" y="1737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t>02</a:t>
            </a:r>
          </a:p>
        </p:txBody>
      </p:sp>
      <p:sp>
        <p:nvSpPr>
          <p:cNvPr id="4" name="Content Placeholder 3"/>
          <p:cNvSpPr>
            <a:spLocks noGrp="1"/>
          </p:cNvSpPr>
          <p:nvPr>
            <p:ph sz="half" idx="2"/>
          </p:nvPr>
        </p:nvSpPr>
        <p:spPr>
          <a:xfrm>
            <a:off x="3413762" y="2286000"/>
            <a:ext cx="2499359" cy="3886200"/>
          </a:xfrm>
        </p:spPr>
        <p:txBody>
          <a:bodyPr/>
          <a:lstStyle>
            <a:lvl1pPr marL="0" indent="0">
              <a:spcBef>
                <a:spcPts val="1000"/>
              </a:spcBef>
              <a:buNone/>
              <a:defRPr sz="1300"/>
            </a:lvl1pPr>
            <a:lvl2pPr marL="137157" indent="-137157">
              <a:spcBef>
                <a:spcPts val="1000"/>
              </a:spcBef>
              <a:buFont typeface="Arial" panose="020B0604020202020204" pitchFamily="34" charset="0"/>
              <a:buChar char="▪"/>
              <a:defRPr sz="1300"/>
            </a:lvl2pPr>
            <a:lvl3pPr marL="274313" indent="-137157">
              <a:defRPr sz="1300"/>
            </a:lvl3pPr>
            <a:lvl4pPr marL="411470" indent="-137157">
              <a:defRPr sz="1300"/>
            </a:lvl4pPr>
            <a:lvl5pPr marL="548626" indent="-137157">
              <a:defRPr sz="1300"/>
            </a:lvl5pPr>
            <a:lvl6pPr marL="685783" indent="-137157">
              <a:defRPr sz="1300"/>
            </a:lvl6pPr>
            <a:lvl7pPr marL="822939" indent="-137157">
              <a:defRPr sz="1300"/>
            </a:lvl7pPr>
            <a:lvl8pPr marL="960096" indent="-137157">
              <a:defRPr sz="1300"/>
            </a:lvl8pPr>
            <a:lvl9pPr marL="1097253" indent="-137157">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1" name="Line">
            <a:extLst>
              <a:ext uri="{FF2B5EF4-FFF2-40B4-BE49-F238E27FC236}">
                <a16:creationId xmlns:a16="http://schemas.microsoft.com/office/drawing/2014/main" id="{7F3E6C41-3F3A-5394-DD39-6844F7E13753}"/>
              </a:ext>
              <a:ext uri="{C183D7F6-B498-43B3-948B-1728B52AA6E4}">
                <adec:decorative xmlns:adec="http://schemas.microsoft.com/office/drawing/2017/decorative" val="1"/>
              </a:ext>
            </a:extLst>
          </p:cNvPr>
          <p:cNvCxnSpPr>
            <a:cxnSpLocks/>
          </p:cNvCxnSpPr>
          <p:nvPr/>
        </p:nvCxnSpPr>
        <p:spPr>
          <a:xfrm>
            <a:off x="6278880" y="1600200"/>
            <a:ext cx="2499360" cy="0"/>
          </a:xfrm>
          <a:prstGeom prst="line">
            <a:avLst/>
          </a:prstGeom>
          <a:ln w="19050" cap="flat">
            <a:solidFill>
              <a:schemeClr val="tx1"/>
            </a:solidFill>
            <a:miter/>
          </a:ln>
        </p:spPr>
        <p:style>
          <a:lnRef idx="1">
            <a:schemeClr val="accent1"/>
          </a:lnRef>
          <a:fillRef idx="0">
            <a:schemeClr val="accent1"/>
          </a:fillRef>
          <a:effectRef idx="0">
            <a:srgbClr val="000000"/>
          </a:effectRef>
          <a:fontRef idx="minor">
            <a:schemeClr val="lt1"/>
          </a:fontRef>
        </p:style>
      </p:cxnSp>
      <p:sp>
        <p:nvSpPr>
          <p:cNvPr id="12" name="TextBox">
            <a:extLst>
              <a:ext uri="{FF2B5EF4-FFF2-40B4-BE49-F238E27FC236}">
                <a16:creationId xmlns:a16="http://schemas.microsoft.com/office/drawing/2014/main" id="{BBB1FB2A-A05A-0E6A-2901-52A7D695A891}"/>
              </a:ext>
            </a:extLst>
          </p:cNvPr>
          <p:cNvSpPr txBox="1"/>
          <p:nvPr/>
        </p:nvSpPr>
        <p:spPr>
          <a:xfrm>
            <a:off x="6278882" y="1737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t>03</a:t>
            </a:r>
          </a:p>
        </p:txBody>
      </p:sp>
      <p:sp>
        <p:nvSpPr>
          <p:cNvPr id="6" name="Content Placeholder 4">
            <a:extLst>
              <a:ext uri="{FF2B5EF4-FFF2-40B4-BE49-F238E27FC236}">
                <a16:creationId xmlns:a16="http://schemas.microsoft.com/office/drawing/2014/main" id="{617618FB-CD21-AF4A-B264-6355E9BD7981}"/>
              </a:ext>
            </a:extLst>
          </p:cNvPr>
          <p:cNvSpPr>
            <a:spLocks noGrp="1"/>
          </p:cNvSpPr>
          <p:nvPr>
            <p:ph sz="half" idx="10"/>
          </p:nvPr>
        </p:nvSpPr>
        <p:spPr>
          <a:xfrm>
            <a:off x="6278882" y="2286000"/>
            <a:ext cx="2499359" cy="3886200"/>
          </a:xfrm>
        </p:spPr>
        <p:txBody>
          <a:bodyPr/>
          <a:lstStyle>
            <a:lvl1pPr marL="0" indent="0">
              <a:spcBef>
                <a:spcPts val="1000"/>
              </a:spcBef>
              <a:buNone/>
              <a:defRPr sz="1300"/>
            </a:lvl1pPr>
            <a:lvl2pPr marL="137157" indent="-137157">
              <a:spcBef>
                <a:spcPts val="1000"/>
              </a:spcBef>
              <a:buFont typeface="Arial" panose="020B0604020202020204" pitchFamily="34" charset="0"/>
              <a:buChar char="▪"/>
              <a:defRPr sz="1300"/>
            </a:lvl2pPr>
            <a:lvl3pPr marL="274313" indent="-137157">
              <a:defRPr sz="1300"/>
            </a:lvl3pPr>
            <a:lvl4pPr marL="411470" indent="-137157">
              <a:defRPr sz="1300"/>
            </a:lvl4pPr>
            <a:lvl5pPr marL="548626" indent="-137157">
              <a:defRPr sz="1300"/>
            </a:lvl5pPr>
            <a:lvl6pPr marL="685783" indent="-137157">
              <a:defRPr sz="1300"/>
            </a:lvl6pPr>
            <a:lvl7pPr marL="822939" indent="-137157">
              <a:defRPr sz="1300"/>
            </a:lvl7pPr>
            <a:lvl8pPr marL="960096" indent="-137157">
              <a:defRPr sz="1300"/>
            </a:lvl8pPr>
            <a:lvl9pPr marL="1097253" indent="-137157">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4" name="Line">
            <a:extLst>
              <a:ext uri="{FF2B5EF4-FFF2-40B4-BE49-F238E27FC236}">
                <a16:creationId xmlns:a16="http://schemas.microsoft.com/office/drawing/2014/main" id="{FE115B30-3E6D-E823-531E-BB5BAA199BD0}"/>
              </a:ext>
              <a:ext uri="{C183D7F6-B498-43B3-948B-1728B52AA6E4}">
                <adec:decorative xmlns:adec="http://schemas.microsoft.com/office/drawing/2017/decorative" val="1"/>
              </a:ext>
            </a:extLst>
          </p:cNvPr>
          <p:cNvCxnSpPr>
            <a:cxnSpLocks/>
          </p:cNvCxnSpPr>
          <p:nvPr/>
        </p:nvCxnSpPr>
        <p:spPr>
          <a:xfrm>
            <a:off x="9144000" y="1600200"/>
            <a:ext cx="2499360" cy="0"/>
          </a:xfrm>
          <a:prstGeom prst="line">
            <a:avLst/>
          </a:prstGeom>
          <a:ln w="19050" cap="flat">
            <a:solidFill>
              <a:schemeClr val="tx1"/>
            </a:solidFill>
            <a:miter/>
          </a:ln>
        </p:spPr>
        <p:style>
          <a:lnRef idx="1">
            <a:schemeClr val="accent1"/>
          </a:lnRef>
          <a:fillRef idx="0">
            <a:schemeClr val="accent1"/>
          </a:fillRef>
          <a:effectRef idx="0">
            <a:srgbClr val="000000"/>
          </a:effectRef>
          <a:fontRef idx="minor">
            <a:schemeClr val="lt1"/>
          </a:fontRef>
        </p:style>
      </p:cxnSp>
      <p:sp>
        <p:nvSpPr>
          <p:cNvPr id="16" name="TextBox">
            <a:extLst>
              <a:ext uri="{FF2B5EF4-FFF2-40B4-BE49-F238E27FC236}">
                <a16:creationId xmlns:a16="http://schemas.microsoft.com/office/drawing/2014/main" id="{694F0353-A0DD-9642-BDD7-8FC612070822}"/>
              </a:ext>
            </a:extLst>
          </p:cNvPr>
          <p:cNvSpPr txBox="1"/>
          <p:nvPr/>
        </p:nvSpPr>
        <p:spPr>
          <a:xfrm>
            <a:off x="9144002" y="1737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t>04</a:t>
            </a:r>
          </a:p>
        </p:txBody>
      </p:sp>
      <p:sp>
        <p:nvSpPr>
          <p:cNvPr id="5" name="Content Placeholder 5">
            <a:extLst>
              <a:ext uri="{FF2B5EF4-FFF2-40B4-BE49-F238E27FC236}">
                <a16:creationId xmlns:a16="http://schemas.microsoft.com/office/drawing/2014/main" id="{873DCC96-E62A-5505-4F1E-4A80C8498209}"/>
              </a:ext>
            </a:extLst>
          </p:cNvPr>
          <p:cNvSpPr>
            <a:spLocks noGrp="1"/>
          </p:cNvSpPr>
          <p:nvPr>
            <p:ph sz="half" idx="11"/>
          </p:nvPr>
        </p:nvSpPr>
        <p:spPr>
          <a:xfrm>
            <a:off x="9144002" y="2286000"/>
            <a:ext cx="2499359" cy="3886200"/>
          </a:xfrm>
        </p:spPr>
        <p:txBody>
          <a:bodyPr/>
          <a:lstStyle>
            <a:lvl1pPr marL="0" indent="0">
              <a:spcBef>
                <a:spcPts val="1000"/>
              </a:spcBef>
              <a:buNone/>
              <a:defRPr sz="1300"/>
            </a:lvl1pPr>
            <a:lvl2pPr marL="137157" indent="-137157">
              <a:spcBef>
                <a:spcPts val="1000"/>
              </a:spcBef>
              <a:buFont typeface="Arial" panose="020B0604020202020204" pitchFamily="34" charset="0"/>
              <a:buChar char="▪"/>
              <a:defRPr sz="1300"/>
            </a:lvl2pPr>
            <a:lvl3pPr marL="274313" indent="-137157">
              <a:defRPr sz="1300"/>
            </a:lvl3pPr>
            <a:lvl4pPr marL="411470" indent="-137157">
              <a:defRPr sz="1300"/>
            </a:lvl4pPr>
            <a:lvl5pPr marL="548626" indent="-137157">
              <a:defRPr sz="1300"/>
            </a:lvl5pPr>
            <a:lvl6pPr marL="685783" indent="-137157">
              <a:defRPr sz="1300"/>
            </a:lvl6pPr>
            <a:lvl7pPr marL="822939" indent="-137157">
              <a:defRPr sz="1300"/>
            </a:lvl7pPr>
            <a:lvl8pPr marL="960096" indent="-137157">
              <a:defRPr sz="1300"/>
            </a:lvl8pPr>
            <a:lvl9pPr marL="1097253" indent="-137157">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Date Placeholder 7">
            <a:extLst>
              <a:ext uri="{FF2B5EF4-FFF2-40B4-BE49-F238E27FC236}">
                <a16:creationId xmlns:a16="http://schemas.microsoft.com/office/drawing/2014/main" id="{BE669241-96AF-C7FA-0BE4-6592ABD25879}"/>
              </a:ext>
            </a:extLst>
          </p:cNvPr>
          <p:cNvSpPr>
            <a:spLocks noGrp="1"/>
          </p:cNvSpPr>
          <p:nvPr>
            <p:ph type="dt" sz="half" idx="12"/>
          </p:nvPr>
        </p:nvSpPr>
        <p:spPr/>
        <p:txBody>
          <a:bodyPr/>
          <a:lstStyle/>
          <a:p>
            <a:fld id="{A7B8021B-6105-4216-96FC-94348F216D0E}" type="datetime3">
              <a:rPr lang="en-US" smtClean="0"/>
              <a:t>5 May 2026</a:t>
            </a:fld>
            <a:endParaRPr lang="en-US"/>
          </a:p>
        </p:txBody>
      </p:sp>
      <p:sp>
        <p:nvSpPr>
          <p:cNvPr id="17" name="Slide Number Placeholder 16">
            <a:extLst>
              <a:ext uri="{FF2B5EF4-FFF2-40B4-BE49-F238E27FC236}">
                <a16:creationId xmlns:a16="http://schemas.microsoft.com/office/drawing/2014/main" id="{A6C2643F-F661-8B8E-E36F-1F135C6F65B8}"/>
              </a:ext>
            </a:extLst>
          </p:cNvPr>
          <p:cNvSpPr>
            <a:spLocks noGrp="1"/>
          </p:cNvSpPr>
          <p:nvPr>
            <p:ph type="sldNum" sz="quarter" idx="13"/>
          </p:nvPr>
        </p:nvSpPr>
        <p:spPr/>
        <p:txBody>
          <a:bodyPr/>
          <a:lstStyle/>
          <a:p>
            <a:fld id="{64E5BE4B-2FBF-4174-9E62-85FAD1CB43A6}" type="slidenum">
              <a:rPr lang="en-US" smtClean="0"/>
              <a:pPr/>
              <a:t>‹#›</a:t>
            </a:fld>
            <a:endParaRPr lang="en-US"/>
          </a:p>
        </p:txBody>
      </p:sp>
    </p:spTree>
    <p:extLst>
      <p:ext uri="{BB962C8B-B14F-4D97-AF65-F5344CB8AC3E}">
        <p14:creationId xmlns:p14="http://schemas.microsoft.com/office/powerpoint/2010/main" val="3414234545"/>
      </p:ext>
    </p:extLst>
  </p:cSld>
  <p:clrMapOvr>
    <a:masterClrMapping/>
  </p:clrMapOvr>
  <p:hf sldNum="0" hdr="0" ftr="0" dt="0"/>
  <p:extLst>
    <p:ext uri="{DCECCB84-F9BA-43D5-87BE-67443E8EF086}">
      <p15:sldGuideLst xmlns:p15="http://schemas.microsoft.com/office/powerpoint/2012/main">
        <p15:guide id="1" orient="horz" pos="1008">
          <p15:clr>
            <a:srgbClr val="A4A3A4"/>
          </p15:clr>
        </p15:guide>
        <p15:guide id="2" orient="horz" pos="3888">
          <p15:clr>
            <a:srgbClr val="A4A3A4"/>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8 Numbers">
    <p:bg>
      <p:bgPr>
        <a:solidFill>
          <a:srgbClr val="221F20"/>
        </a:solidFill>
        <a:effectLst/>
      </p:bgPr>
    </p:bg>
    <p:spTree>
      <p:nvGrpSpPr>
        <p:cNvPr id="1" name=""/>
        <p:cNvGrpSpPr/>
        <p:nvPr/>
      </p:nvGrpSpPr>
      <p:grpSpPr>
        <a:xfrm>
          <a:off x="0" y="0"/>
          <a:ext cx="0" cy="0"/>
          <a:chOff x="0" y="0"/>
          <a:chExt cx="0" cy="0"/>
        </a:xfrm>
      </p:grpSpPr>
      <p:sp>
        <p:nvSpPr>
          <p:cNvPr id="17" name="Title 1">
            <a:extLst>
              <a:ext uri="{FF2B5EF4-FFF2-40B4-BE49-F238E27FC236}">
                <a16:creationId xmlns:a16="http://schemas.microsoft.com/office/drawing/2014/main" id="{AEEBA188-82A1-2FC4-842F-8120003B65B0}"/>
              </a:ext>
            </a:extLst>
          </p:cNvPr>
          <p:cNvSpPr>
            <a:spLocks noGrp="1"/>
          </p:cNvSpPr>
          <p:nvPr>
            <p:ph type="title" hasCustomPrompt="1"/>
          </p:nvPr>
        </p:nvSpPr>
        <p:spPr/>
        <p:txBody>
          <a:bodyPr/>
          <a:lstStyle/>
          <a:p>
            <a:r>
              <a:rPr lang="en-US"/>
              <a:t>[Slide title]</a:t>
            </a:r>
          </a:p>
        </p:txBody>
      </p:sp>
      <p:cxnSp>
        <p:nvCxnSpPr>
          <p:cNvPr id="15" name="Line">
            <a:extLst>
              <a:ext uri="{FF2B5EF4-FFF2-40B4-BE49-F238E27FC236}">
                <a16:creationId xmlns:a16="http://schemas.microsoft.com/office/drawing/2014/main" id="{8412A77E-32D6-ECE7-C58C-21E3C08D86B3}"/>
              </a:ext>
              <a:ext uri="{C183D7F6-B498-43B3-948B-1728B52AA6E4}">
                <adec:decorative xmlns:adec="http://schemas.microsoft.com/office/drawing/2017/decorative" val="1"/>
              </a:ext>
            </a:extLst>
          </p:cNvPr>
          <p:cNvCxnSpPr>
            <a:cxnSpLocks/>
          </p:cNvCxnSpPr>
          <p:nvPr/>
        </p:nvCxnSpPr>
        <p:spPr>
          <a:xfrm>
            <a:off x="548640" y="1600200"/>
            <a:ext cx="2499360" cy="0"/>
          </a:xfrm>
          <a:prstGeom prst="line">
            <a:avLst/>
          </a:prstGeom>
          <a:ln w="19050" cap="flat">
            <a:solidFill>
              <a:schemeClr val="tx2"/>
            </a:solidFill>
            <a:miter/>
          </a:ln>
        </p:spPr>
        <p:style>
          <a:lnRef idx="1">
            <a:schemeClr val="accent1"/>
          </a:lnRef>
          <a:fillRef idx="0">
            <a:schemeClr val="accent1"/>
          </a:fillRef>
          <a:effectRef idx="0">
            <a:srgbClr val="000000"/>
          </a:effectRef>
          <a:fontRef idx="minor">
            <a:schemeClr val="lt1"/>
          </a:fontRef>
        </p:style>
      </p:cxnSp>
      <p:sp>
        <p:nvSpPr>
          <p:cNvPr id="13" name="TextBox">
            <a:extLst>
              <a:ext uri="{FF2B5EF4-FFF2-40B4-BE49-F238E27FC236}">
                <a16:creationId xmlns:a16="http://schemas.microsoft.com/office/drawing/2014/main" id="{AF47D3F9-758C-0713-980A-E6E56BBC1088}"/>
              </a:ext>
            </a:extLst>
          </p:cNvPr>
          <p:cNvSpPr txBox="1"/>
          <p:nvPr/>
        </p:nvSpPr>
        <p:spPr>
          <a:xfrm>
            <a:off x="548642" y="1737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solidFill>
                  <a:schemeClr val="tx2"/>
                </a:solidFill>
              </a:rPr>
              <a:t>01</a:t>
            </a:r>
          </a:p>
        </p:txBody>
      </p:sp>
      <p:sp>
        <p:nvSpPr>
          <p:cNvPr id="3" name="Content Placeholder 2"/>
          <p:cNvSpPr>
            <a:spLocks noGrp="1"/>
          </p:cNvSpPr>
          <p:nvPr>
            <p:ph sz="half" idx="1"/>
          </p:nvPr>
        </p:nvSpPr>
        <p:spPr>
          <a:xfrm>
            <a:off x="548642" y="2286000"/>
            <a:ext cx="2499359" cy="1325880"/>
          </a:xfrm>
        </p:spPr>
        <p:txBody>
          <a:bodyPr/>
          <a:lstStyle>
            <a:lvl1pPr marL="0" indent="0">
              <a:spcBef>
                <a:spcPts val="1000"/>
              </a:spcBef>
              <a:buNone/>
              <a:defRPr sz="1300"/>
            </a:lvl1pPr>
            <a:lvl2pPr marL="137157" indent="-137157">
              <a:spcBef>
                <a:spcPts val="1000"/>
              </a:spcBef>
              <a:buFont typeface="Arial" panose="020B0604020202020204" pitchFamily="34" charset="0"/>
              <a:buChar char="▪"/>
              <a:defRPr sz="1300"/>
            </a:lvl2pPr>
            <a:lvl3pPr marL="274313" indent="-137157">
              <a:defRPr sz="1300"/>
            </a:lvl3pPr>
            <a:lvl4pPr marL="411470" indent="-137157">
              <a:defRPr sz="1300"/>
            </a:lvl4pPr>
            <a:lvl5pPr marL="548626" indent="-137157">
              <a:defRPr sz="1300"/>
            </a:lvl5pPr>
            <a:lvl6pPr marL="685783" indent="-137157">
              <a:defRPr sz="1300"/>
            </a:lvl6pPr>
            <a:lvl7pPr marL="822939" indent="-137157">
              <a:defRPr sz="1300"/>
            </a:lvl7pPr>
            <a:lvl8pPr marL="960096" indent="-137157">
              <a:defRPr sz="1300"/>
            </a:lvl8pPr>
            <a:lvl9pPr marL="1097253" indent="-137157">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9" name="Line">
            <a:extLst>
              <a:ext uri="{FF2B5EF4-FFF2-40B4-BE49-F238E27FC236}">
                <a16:creationId xmlns:a16="http://schemas.microsoft.com/office/drawing/2014/main" id="{D7771284-6191-6AE5-C8DC-E26F4DD28049}"/>
              </a:ext>
              <a:ext uri="{C183D7F6-B498-43B3-948B-1728B52AA6E4}">
                <adec:decorative xmlns:adec="http://schemas.microsoft.com/office/drawing/2017/decorative" val="1"/>
              </a:ext>
            </a:extLst>
          </p:cNvPr>
          <p:cNvCxnSpPr>
            <a:cxnSpLocks/>
          </p:cNvCxnSpPr>
          <p:nvPr/>
        </p:nvCxnSpPr>
        <p:spPr>
          <a:xfrm>
            <a:off x="3413760" y="1600200"/>
            <a:ext cx="2499360" cy="0"/>
          </a:xfrm>
          <a:prstGeom prst="line">
            <a:avLst/>
          </a:prstGeom>
          <a:ln w="19050" cap="flat">
            <a:solidFill>
              <a:schemeClr val="tx2"/>
            </a:solidFill>
            <a:miter/>
          </a:ln>
        </p:spPr>
        <p:style>
          <a:lnRef idx="1">
            <a:schemeClr val="accent1"/>
          </a:lnRef>
          <a:fillRef idx="0">
            <a:schemeClr val="accent1"/>
          </a:fillRef>
          <a:effectRef idx="0">
            <a:srgbClr val="000000"/>
          </a:effectRef>
          <a:fontRef idx="minor">
            <a:schemeClr val="lt1"/>
          </a:fontRef>
        </p:style>
      </p:cxnSp>
      <p:sp>
        <p:nvSpPr>
          <p:cNvPr id="10" name="TextBox">
            <a:extLst>
              <a:ext uri="{FF2B5EF4-FFF2-40B4-BE49-F238E27FC236}">
                <a16:creationId xmlns:a16="http://schemas.microsoft.com/office/drawing/2014/main" id="{0D9A8745-BD6D-12B2-16DF-02CB2BB85704}"/>
              </a:ext>
            </a:extLst>
          </p:cNvPr>
          <p:cNvSpPr txBox="1"/>
          <p:nvPr/>
        </p:nvSpPr>
        <p:spPr>
          <a:xfrm>
            <a:off x="3413762" y="1737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solidFill>
                  <a:schemeClr val="tx2"/>
                </a:solidFill>
              </a:rPr>
              <a:t>02</a:t>
            </a:r>
          </a:p>
        </p:txBody>
      </p:sp>
      <p:sp>
        <p:nvSpPr>
          <p:cNvPr id="4" name="Content Placeholder 3"/>
          <p:cNvSpPr>
            <a:spLocks noGrp="1"/>
          </p:cNvSpPr>
          <p:nvPr>
            <p:ph sz="half" idx="2"/>
          </p:nvPr>
        </p:nvSpPr>
        <p:spPr>
          <a:xfrm>
            <a:off x="3413762" y="2286000"/>
            <a:ext cx="2499359" cy="1325880"/>
          </a:xfrm>
        </p:spPr>
        <p:txBody>
          <a:bodyPr/>
          <a:lstStyle>
            <a:lvl1pPr marL="0" indent="0">
              <a:spcBef>
                <a:spcPts val="1000"/>
              </a:spcBef>
              <a:buNone/>
              <a:defRPr sz="1300"/>
            </a:lvl1pPr>
            <a:lvl2pPr marL="137157" indent="-137157">
              <a:spcBef>
                <a:spcPts val="1000"/>
              </a:spcBef>
              <a:buFont typeface="Arial" panose="020B0604020202020204" pitchFamily="34" charset="0"/>
              <a:buChar char="▪"/>
              <a:defRPr sz="1300"/>
            </a:lvl2pPr>
            <a:lvl3pPr marL="274313" indent="-137157">
              <a:defRPr sz="1300"/>
            </a:lvl3pPr>
            <a:lvl4pPr marL="411470" indent="-137157">
              <a:defRPr sz="1300"/>
            </a:lvl4pPr>
            <a:lvl5pPr marL="548626" indent="-137157">
              <a:defRPr sz="1300"/>
            </a:lvl5pPr>
            <a:lvl6pPr marL="685783" indent="-137157">
              <a:defRPr sz="1300"/>
            </a:lvl6pPr>
            <a:lvl7pPr marL="822939" indent="-137157">
              <a:defRPr sz="1300"/>
            </a:lvl7pPr>
            <a:lvl8pPr marL="960096" indent="-137157">
              <a:defRPr sz="1300"/>
            </a:lvl8pPr>
            <a:lvl9pPr marL="1097253" indent="-137157">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1" name="Line">
            <a:extLst>
              <a:ext uri="{FF2B5EF4-FFF2-40B4-BE49-F238E27FC236}">
                <a16:creationId xmlns:a16="http://schemas.microsoft.com/office/drawing/2014/main" id="{7F3E6C41-3F3A-5394-DD39-6844F7E13753}"/>
              </a:ext>
              <a:ext uri="{C183D7F6-B498-43B3-948B-1728B52AA6E4}">
                <adec:decorative xmlns:adec="http://schemas.microsoft.com/office/drawing/2017/decorative" val="1"/>
              </a:ext>
            </a:extLst>
          </p:cNvPr>
          <p:cNvCxnSpPr>
            <a:cxnSpLocks/>
          </p:cNvCxnSpPr>
          <p:nvPr/>
        </p:nvCxnSpPr>
        <p:spPr>
          <a:xfrm>
            <a:off x="6278880" y="1600200"/>
            <a:ext cx="2499360" cy="0"/>
          </a:xfrm>
          <a:prstGeom prst="line">
            <a:avLst/>
          </a:prstGeom>
          <a:ln w="19050" cap="flat">
            <a:solidFill>
              <a:schemeClr val="tx2"/>
            </a:solidFill>
            <a:miter/>
          </a:ln>
        </p:spPr>
        <p:style>
          <a:lnRef idx="1">
            <a:schemeClr val="accent1"/>
          </a:lnRef>
          <a:fillRef idx="0">
            <a:schemeClr val="accent1"/>
          </a:fillRef>
          <a:effectRef idx="0">
            <a:srgbClr val="000000"/>
          </a:effectRef>
          <a:fontRef idx="minor">
            <a:schemeClr val="lt1"/>
          </a:fontRef>
        </p:style>
      </p:cxnSp>
      <p:sp>
        <p:nvSpPr>
          <p:cNvPr id="12" name="TextBox">
            <a:extLst>
              <a:ext uri="{FF2B5EF4-FFF2-40B4-BE49-F238E27FC236}">
                <a16:creationId xmlns:a16="http://schemas.microsoft.com/office/drawing/2014/main" id="{BBB1FB2A-A05A-0E6A-2901-52A7D695A891}"/>
              </a:ext>
            </a:extLst>
          </p:cNvPr>
          <p:cNvSpPr txBox="1"/>
          <p:nvPr/>
        </p:nvSpPr>
        <p:spPr>
          <a:xfrm>
            <a:off x="6278882" y="1737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solidFill>
                  <a:schemeClr val="tx2"/>
                </a:solidFill>
              </a:rPr>
              <a:t>03</a:t>
            </a:r>
          </a:p>
        </p:txBody>
      </p:sp>
      <p:sp>
        <p:nvSpPr>
          <p:cNvPr id="6" name="Content Placeholder 4">
            <a:extLst>
              <a:ext uri="{FF2B5EF4-FFF2-40B4-BE49-F238E27FC236}">
                <a16:creationId xmlns:a16="http://schemas.microsoft.com/office/drawing/2014/main" id="{617618FB-CD21-AF4A-B264-6355E9BD7981}"/>
              </a:ext>
            </a:extLst>
          </p:cNvPr>
          <p:cNvSpPr>
            <a:spLocks noGrp="1"/>
          </p:cNvSpPr>
          <p:nvPr>
            <p:ph sz="half" idx="10"/>
          </p:nvPr>
        </p:nvSpPr>
        <p:spPr>
          <a:xfrm>
            <a:off x="6278882" y="2286000"/>
            <a:ext cx="2499359" cy="1325880"/>
          </a:xfrm>
        </p:spPr>
        <p:txBody>
          <a:bodyPr/>
          <a:lstStyle>
            <a:lvl1pPr marL="0" indent="0">
              <a:spcBef>
                <a:spcPts val="1000"/>
              </a:spcBef>
              <a:buNone/>
              <a:defRPr sz="1300"/>
            </a:lvl1pPr>
            <a:lvl2pPr marL="137157" indent="-137157">
              <a:spcBef>
                <a:spcPts val="1000"/>
              </a:spcBef>
              <a:buFont typeface="Arial" panose="020B0604020202020204" pitchFamily="34" charset="0"/>
              <a:buChar char="▪"/>
              <a:defRPr sz="1300"/>
            </a:lvl2pPr>
            <a:lvl3pPr marL="274313" indent="-137157">
              <a:defRPr sz="1300"/>
            </a:lvl3pPr>
            <a:lvl4pPr marL="411470" indent="-137157">
              <a:defRPr sz="1300"/>
            </a:lvl4pPr>
            <a:lvl5pPr marL="548626" indent="-137157">
              <a:defRPr sz="1300"/>
            </a:lvl5pPr>
            <a:lvl6pPr marL="685783" indent="-137157">
              <a:defRPr sz="1300"/>
            </a:lvl6pPr>
            <a:lvl7pPr marL="822939" indent="-137157">
              <a:defRPr sz="1300"/>
            </a:lvl7pPr>
            <a:lvl8pPr marL="960096" indent="-137157">
              <a:defRPr sz="1300"/>
            </a:lvl8pPr>
            <a:lvl9pPr marL="1097253" indent="-137157">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4" name="Line">
            <a:extLst>
              <a:ext uri="{FF2B5EF4-FFF2-40B4-BE49-F238E27FC236}">
                <a16:creationId xmlns:a16="http://schemas.microsoft.com/office/drawing/2014/main" id="{FE115B30-3E6D-E823-531E-BB5BAA199BD0}"/>
              </a:ext>
              <a:ext uri="{C183D7F6-B498-43B3-948B-1728B52AA6E4}">
                <adec:decorative xmlns:adec="http://schemas.microsoft.com/office/drawing/2017/decorative" val="1"/>
              </a:ext>
            </a:extLst>
          </p:cNvPr>
          <p:cNvCxnSpPr>
            <a:cxnSpLocks/>
          </p:cNvCxnSpPr>
          <p:nvPr/>
        </p:nvCxnSpPr>
        <p:spPr>
          <a:xfrm>
            <a:off x="9144000" y="1600200"/>
            <a:ext cx="2499360" cy="0"/>
          </a:xfrm>
          <a:prstGeom prst="line">
            <a:avLst/>
          </a:prstGeom>
          <a:ln w="19050" cap="flat">
            <a:solidFill>
              <a:schemeClr val="tx2"/>
            </a:solidFill>
            <a:miter/>
          </a:ln>
        </p:spPr>
        <p:style>
          <a:lnRef idx="1">
            <a:schemeClr val="accent1"/>
          </a:lnRef>
          <a:fillRef idx="0">
            <a:schemeClr val="accent1"/>
          </a:fillRef>
          <a:effectRef idx="0">
            <a:srgbClr val="000000"/>
          </a:effectRef>
          <a:fontRef idx="minor">
            <a:schemeClr val="lt1"/>
          </a:fontRef>
        </p:style>
      </p:cxnSp>
      <p:sp>
        <p:nvSpPr>
          <p:cNvPr id="16" name="TextBox">
            <a:extLst>
              <a:ext uri="{FF2B5EF4-FFF2-40B4-BE49-F238E27FC236}">
                <a16:creationId xmlns:a16="http://schemas.microsoft.com/office/drawing/2014/main" id="{694F0353-A0DD-9642-BDD7-8FC612070822}"/>
              </a:ext>
            </a:extLst>
          </p:cNvPr>
          <p:cNvSpPr txBox="1"/>
          <p:nvPr/>
        </p:nvSpPr>
        <p:spPr>
          <a:xfrm>
            <a:off x="9144002" y="1737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solidFill>
                  <a:schemeClr val="tx2"/>
                </a:solidFill>
              </a:rPr>
              <a:t>04</a:t>
            </a:r>
          </a:p>
        </p:txBody>
      </p:sp>
      <p:sp>
        <p:nvSpPr>
          <p:cNvPr id="5" name="Content Placeholder 5">
            <a:extLst>
              <a:ext uri="{FF2B5EF4-FFF2-40B4-BE49-F238E27FC236}">
                <a16:creationId xmlns:a16="http://schemas.microsoft.com/office/drawing/2014/main" id="{873DCC96-E62A-5505-4F1E-4A80C8498209}"/>
              </a:ext>
            </a:extLst>
          </p:cNvPr>
          <p:cNvSpPr>
            <a:spLocks noGrp="1"/>
          </p:cNvSpPr>
          <p:nvPr>
            <p:ph sz="half" idx="11"/>
          </p:nvPr>
        </p:nvSpPr>
        <p:spPr>
          <a:xfrm>
            <a:off x="9144002" y="2286000"/>
            <a:ext cx="2499359" cy="1325880"/>
          </a:xfrm>
        </p:spPr>
        <p:txBody>
          <a:bodyPr/>
          <a:lstStyle>
            <a:lvl1pPr marL="0" indent="0">
              <a:spcBef>
                <a:spcPts val="1000"/>
              </a:spcBef>
              <a:buNone/>
              <a:defRPr sz="1300"/>
            </a:lvl1pPr>
            <a:lvl2pPr marL="137157" indent="-137157">
              <a:spcBef>
                <a:spcPts val="1000"/>
              </a:spcBef>
              <a:buFont typeface="Arial" panose="020B0604020202020204" pitchFamily="34" charset="0"/>
              <a:buChar char="▪"/>
              <a:defRPr sz="1300"/>
            </a:lvl2pPr>
            <a:lvl3pPr marL="274313" indent="-137157">
              <a:defRPr sz="1300"/>
            </a:lvl3pPr>
            <a:lvl4pPr marL="411470" indent="-137157">
              <a:defRPr sz="1300"/>
            </a:lvl4pPr>
            <a:lvl5pPr marL="548626" indent="-137157">
              <a:defRPr sz="1300"/>
            </a:lvl5pPr>
            <a:lvl6pPr marL="685783" indent="-137157">
              <a:defRPr sz="1300"/>
            </a:lvl6pPr>
            <a:lvl7pPr marL="822939" indent="-137157">
              <a:defRPr sz="1300"/>
            </a:lvl7pPr>
            <a:lvl8pPr marL="960096" indent="-137157">
              <a:defRPr sz="1300"/>
            </a:lvl8pPr>
            <a:lvl9pPr marL="1097253" indent="-137157">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7" name="Line">
            <a:extLst>
              <a:ext uri="{FF2B5EF4-FFF2-40B4-BE49-F238E27FC236}">
                <a16:creationId xmlns:a16="http://schemas.microsoft.com/office/drawing/2014/main" id="{1A90E933-723C-D9CC-B7AB-3043EDAB638D}"/>
              </a:ext>
              <a:ext uri="{C183D7F6-B498-43B3-948B-1728B52AA6E4}">
                <adec:decorative xmlns:adec="http://schemas.microsoft.com/office/drawing/2017/decorative" val="1"/>
              </a:ext>
            </a:extLst>
          </p:cNvPr>
          <p:cNvCxnSpPr>
            <a:cxnSpLocks/>
          </p:cNvCxnSpPr>
          <p:nvPr/>
        </p:nvCxnSpPr>
        <p:spPr>
          <a:xfrm>
            <a:off x="548640" y="3886200"/>
            <a:ext cx="2499360" cy="0"/>
          </a:xfrm>
          <a:prstGeom prst="line">
            <a:avLst/>
          </a:prstGeom>
          <a:ln w="19050" cap="flat">
            <a:solidFill>
              <a:schemeClr val="tx2"/>
            </a:solidFill>
            <a:miter/>
          </a:ln>
        </p:spPr>
        <p:style>
          <a:lnRef idx="1">
            <a:schemeClr val="accent1"/>
          </a:lnRef>
          <a:fillRef idx="0">
            <a:schemeClr val="accent1"/>
          </a:fillRef>
          <a:effectRef idx="0">
            <a:srgbClr val="000000"/>
          </a:effectRef>
          <a:fontRef idx="minor">
            <a:schemeClr val="lt1"/>
          </a:fontRef>
        </p:style>
      </p:cxnSp>
      <p:sp>
        <p:nvSpPr>
          <p:cNvPr id="8" name="TextBox">
            <a:extLst>
              <a:ext uri="{FF2B5EF4-FFF2-40B4-BE49-F238E27FC236}">
                <a16:creationId xmlns:a16="http://schemas.microsoft.com/office/drawing/2014/main" id="{8E3B414F-BCCF-E0E0-A5B7-9D21FED7A614}"/>
              </a:ext>
            </a:extLst>
          </p:cNvPr>
          <p:cNvSpPr txBox="1"/>
          <p:nvPr/>
        </p:nvSpPr>
        <p:spPr>
          <a:xfrm>
            <a:off x="548642" y="4023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solidFill>
                  <a:schemeClr val="tx2"/>
                </a:solidFill>
              </a:rPr>
              <a:t>05</a:t>
            </a:r>
          </a:p>
        </p:txBody>
      </p:sp>
      <p:sp>
        <p:nvSpPr>
          <p:cNvPr id="18" name="Content Placeholder 6">
            <a:extLst>
              <a:ext uri="{FF2B5EF4-FFF2-40B4-BE49-F238E27FC236}">
                <a16:creationId xmlns:a16="http://schemas.microsoft.com/office/drawing/2014/main" id="{5731522F-82BF-A739-FBD5-84B13AFCBF10}"/>
              </a:ext>
            </a:extLst>
          </p:cNvPr>
          <p:cNvSpPr>
            <a:spLocks noGrp="1"/>
          </p:cNvSpPr>
          <p:nvPr>
            <p:ph sz="half" idx="12"/>
          </p:nvPr>
        </p:nvSpPr>
        <p:spPr>
          <a:xfrm>
            <a:off x="548642" y="4572000"/>
            <a:ext cx="2499359" cy="1325880"/>
          </a:xfrm>
        </p:spPr>
        <p:txBody>
          <a:bodyPr/>
          <a:lstStyle>
            <a:lvl1pPr marL="0" indent="0">
              <a:spcBef>
                <a:spcPts val="1000"/>
              </a:spcBef>
              <a:buNone/>
              <a:defRPr sz="1300"/>
            </a:lvl1pPr>
            <a:lvl2pPr marL="137157" indent="-137157">
              <a:spcBef>
                <a:spcPts val="1000"/>
              </a:spcBef>
              <a:buFont typeface="Arial" panose="020B0604020202020204" pitchFamily="34" charset="0"/>
              <a:buChar char="▪"/>
              <a:defRPr sz="1300"/>
            </a:lvl2pPr>
            <a:lvl3pPr marL="274313" indent="-137157">
              <a:defRPr sz="1300"/>
            </a:lvl3pPr>
            <a:lvl4pPr marL="411470" indent="-137157">
              <a:defRPr sz="1300"/>
            </a:lvl4pPr>
            <a:lvl5pPr marL="548626" indent="-137157">
              <a:defRPr sz="1300"/>
            </a:lvl5pPr>
            <a:lvl6pPr marL="685783" indent="-137157">
              <a:defRPr sz="1300"/>
            </a:lvl6pPr>
            <a:lvl7pPr marL="822939" indent="-137157">
              <a:defRPr sz="1300"/>
            </a:lvl7pPr>
            <a:lvl8pPr marL="960096" indent="-137157">
              <a:defRPr sz="1300"/>
            </a:lvl8pPr>
            <a:lvl9pPr marL="1097253" indent="-137157">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9" name="Line">
            <a:extLst>
              <a:ext uri="{FF2B5EF4-FFF2-40B4-BE49-F238E27FC236}">
                <a16:creationId xmlns:a16="http://schemas.microsoft.com/office/drawing/2014/main" id="{B07AB9A6-54AF-4DC6-E298-2E576695A65F}"/>
              </a:ext>
              <a:ext uri="{C183D7F6-B498-43B3-948B-1728B52AA6E4}">
                <adec:decorative xmlns:adec="http://schemas.microsoft.com/office/drawing/2017/decorative" val="1"/>
              </a:ext>
            </a:extLst>
          </p:cNvPr>
          <p:cNvCxnSpPr>
            <a:cxnSpLocks/>
          </p:cNvCxnSpPr>
          <p:nvPr/>
        </p:nvCxnSpPr>
        <p:spPr>
          <a:xfrm>
            <a:off x="3413760" y="3886200"/>
            <a:ext cx="2499360" cy="0"/>
          </a:xfrm>
          <a:prstGeom prst="line">
            <a:avLst/>
          </a:prstGeom>
          <a:ln w="19050" cap="flat">
            <a:solidFill>
              <a:schemeClr val="tx2"/>
            </a:solidFill>
            <a:miter/>
          </a:ln>
        </p:spPr>
        <p:style>
          <a:lnRef idx="1">
            <a:schemeClr val="accent1"/>
          </a:lnRef>
          <a:fillRef idx="0">
            <a:schemeClr val="accent1"/>
          </a:fillRef>
          <a:effectRef idx="0">
            <a:srgbClr val="000000"/>
          </a:effectRef>
          <a:fontRef idx="minor">
            <a:schemeClr val="lt1"/>
          </a:fontRef>
        </p:style>
      </p:cxnSp>
      <p:sp>
        <p:nvSpPr>
          <p:cNvPr id="20" name="TextBox">
            <a:extLst>
              <a:ext uri="{FF2B5EF4-FFF2-40B4-BE49-F238E27FC236}">
                <a16:creationId xmlns:a16="http://schemas.microsoft.com/office/drawing/2014/main" id="{E79A49CF-30B2-91DC-6BCA-2A41DD4CBF09}"/>
              </a:ext>
            </a:extLst>
          </p:cNvPr>
          <p:cNvSpPr txBox="1"/>
          <p:nvPr/>
        </p:nvSpPr>
        <p:spPr>
          <a:xfrm>
            <a:off x="3413762" y="4023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solidFill>
                  <a:schemeClr val="tx2"/>
                </a:solidFill>
              </a:rPr>
              <a:t>06</a:t>
            </a:r>
          </a:p>
        </p:txBody>
      </p:sp>
      <p:sp>
        <p:nvSpPr>
          <p:cNvPr id="25" name="Content Placeholder 7">
            <a:extLst>
              <a:ext uri="{FF2B5EF4-FFF2-40B4-BE49-F238E27FC236}">
                <a16:creationId xmlns:a16="http://schemas.microsoft.com/office/drawing/2014/main" id="{5FE6691B-ACEF-8803-7DC3-70B52F899908}"/>
              </a:ext>
            </a:extLst>
          </p:cNvPr>
          <p:cNvSpPr>
            <a:spLocks noGrp="1"/>
          </p:cNvSpPr>
          <p:nvPr>
            <p:ph sz="half" idx="13"/>
          </p:nvPr>
        </p:nvSpPr>
        <p:spPr>
          <a:xfrm>
            <a:off x="3413762" y="4572000"/>
            <a:ext cx="2499359" cy="1325880"/>
          </a:xfrm>
        </p:spPr>
        <p:txBody>
          <a:bodyPr/>
          <a:lstStyle>
            <a:lvl1pPr marL="0" indent="0">
              <a:spcBef>
                <a:spcPts val="1000"/>
              </a:spcBef>
              <a:buNone/>
              <a:defRPr sz="1300"/>
            </a:lvl1pPr>
            <a:lvl2pPr marL="137157" indent="-137157">
              <a:spcBef>
                <a:spcPts val="1000"/>
              </a:spcBef>
              <a:buFont typeface="Arial" panose="020B0604020202020204" pitchFamily="34" charset="0"/>
              <a:buChar char="▪"/>
              <a:defRPr sz="1300"/>
            </a:lvl2pPr>
            <a:lvl3pPr marL="274313" indent="-137157">
              <a:defRPr sz="1300"/>
            </a:lvl3pPr>
            <a:lvl4pPr marL="411470" indent="-137157">
              <a:defRPr sz="1300"/>
            </a:lvl4pPr>
            <a:lvl5pPr marL="548626" indent="-137157">
              <a:defRPr sz="1300"/>
            </a:lvl5pPr>
            <a:lvl6pPr marL="685783" indent="-137157">
              <a:defRPr sz="1300"/>
            </a:lvl6pPr>
            <a:lvl7pPr marL="822939" indent="-137157">
              <a:defRPr sz="1300"/>
            </a:lvl7pPr>
            <a:lvl8pPr marL="960096" indent="-137157">
              <a:defRPr sz="1300"/>
            </a:lvl8pPr>
            <a:lvl9pPr marL="1097253" indent="-137157">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21" name="Line">
            <a:extLst>
              <a:ext uri="{FF2B5EF4-FFF2-40B4-BE49-F238E27FC236}">
                <a16:creationId xmlns:a16="http://schemas.microsoft.com/office/drawing/2014/main" id="{DE9CD609-8A04-24B8-B562-11703E18D251}"/>
              </a:ext>
              <a:ext uri="{C183D7F6-B498-43B3-948B-1728B52AA6E4}">
                <adec:decorative xmlns:adec="http://schemas.microsoft.com/office/drawing/2017/decorative" val="1"/>
              </a:ext>
            </a:extLst>
          </p:cNvPr>
          <p:cNvCxnSpPr>
            <a:cxnSpLocks/>
          </p:cNvCxnSpPr>
          <p:nvPr/>
        </p:nvCxnSpPr>
        <p:spPr>
          <a:xfrm>
            <a:off x="6278880" y="3886200"/>
            <a:ext cx="2499360" cy="0"/>
          </a:xfrm>
          <a:prstGeom prst="line">
            <a:avLst/>
          </a:prstGeom>
          <a:ln w="19050" cap="flat">
            <a:solidFill>
              <a:schemeClr val="tx2"/>
            </a:solidFill>
            <a:miter/>
          </a:ln>
        </p:spPr>
        <p:style>
          <a:lnRef idx="1">
            <a:schemeClr val="accent1"/>
          </a:lnRef>
          <a:fillRef idx="0">
            <a:schemeClr val="accent1"/>
          </a:fillRef>
          <a:effectRef idx="0">
            <a:srgbClr val="000000"/>
          </a:effectRef>
          <a:fontRef idx="minor">
            <a:schemeClr val="lt1"/>
          </a:fontRef>
        </p:style>
      </p:cxnSp>
      <p:sp>
        <p:nvSpPr>
          <p:cNvPr id="22" name="TextBox">
            <a:extLst>
              <a:ext uri="{FF2B5EF4-FFF2-40B4-BE49-F238E27FC236}">
                <a16:creationId xmlns:a16="http://schemas.microsoft.com/office/drawing/2014/main" id="{7C5E0031-266F-D418-0BAB-9BD3C4F1EC3F}"/>
              </a:ext>
            </a:extLst>
          </p:cNvPr>
          <p:cNvSpPr txBox="1"/>
          <p:nvPr/>
        </p:nvSpPr>
        <p:spPr>
          <a:xfrm>
            <a:off x="6278882" y="4023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solidFill>
                  <a:schemeClr val="tx2"/>
                </a:solidFill>
              </a:rPr>
              <a:t>07</a:t>
            </a:r>
          </a:p>
        </p:txBody>
      </p:sp>
      <p:sp>
        <p:nvSpPr>
          <p:cNvPr id="26" name="Content Placeholder 8">
            <a:extLst>
              <a:ext uri="{FF2B5EF4-FFF2-40B4-BE49-F238E27FC236}">
                <a16:creationId xmlns:a16="http://schemas.microsoft.com/office/drawing/2014/main" id="{772BE48E-72DE-7245-BBDA-BF3FEC69BED1}"/>
              </a:ext>
            </a:extLst>
          </p:cNvPr>
          <p:cNvSpPr>
            <a:spLocks noGrp="1"/>
          </p:cNvSpPr>
          <p:nvPr>
            <p:ph sz="half" idx="14"/>
          </p:nvPr>
        </p:nvSpPr>
        <p:spPr>
          <a:xfrm>
            <a:off x="6278882" y="4572000"/>
            <a:ext cx="2499359" cy="1325880"/>
          </a:xfrm>
        </p:spPr>
        <p:txBody>
          <a:bodyPr/>
          <a:lstStyle>
            <a:lvl1pPr marL="0" indent="0">
              <a:spcBef>
                <a:spcPts val="1000"/>
              </a:spcBef>
              <a:buNone/>
              <a:defRPr sz="1300"/>
            </a:lvl1pPr>
            <a:lvl2pPr marL="137157" indent="-137157">
              <a:spcBef>
                <a:spcPts val="1000"/>
              </a:spcBef>
              <a:buFont typeface="Arial" panose="020B0604020202020204" pitchFamily="34" charset="0"/>
              <a:buChar char="▪"/>
              <a:defRPr sz="1300"/>
            </a:lvl2pPr>
            <a:lvl3pPr marL="274313" indent="-137157">
              <a:defRPr sz="1300"/>
            </a:lvl3pPr>
            <a:lvl4pPr marL="411470" indent="-137157">
              <a:defRPr sz="1300"/>
            </a:lvl4pPr>
            <a:lvl5pPr marL="548626" indent="-137157">
              <a:defRPr sz="1300"/>
            </a:lvl5pPr>
            <a:lvl6pPr marL="685783" indent="-137157">
              <a:defRPr sz="1300"/>
            </a:lvl6pPr>
            <a:lvl7pPr marL="822939" indent="-137157">
              <a:defRPr sz="1300"/>
            </a:lvl7pPr>
            <a:lvl8pPr marL="960096" indent="-137157">
              <a:defRPr sz="1300"/>
            </a:lvl8pPr>
            <a:lvl9pPr marL="1097253" indent="-137157">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23" name="Line">
            <a:extLst>
              <a:ext uri="{FF2B5EF4-FFF2-40B4-BE49-F238E27FC236}">
                <a16:creationId xmlns:a16="http://schemas.microsoft.com/office/drawing/2014/main" id="{51FB53C0-6EA8-D891-85A3-23EE83EADE03}"/>
              </a:ext>
              <a:ext uri="{C183D7F6-B498-43B3-948B-1728B52AA6E4}">
                <adec:decorative xmlns:adec="http://schemas.microsoft.com/office/drawing/2017/decorative" val="1"/>
              </a:ext>
            </a:extLst>
          </p:cNvPr>
          <p:cNvCxnSpPr>
            <a:cxnSpLocks/>
          </p:cNvCxnSpPr>
          <p:nvPr/>
        </p:nvCxnSpPr>
        <p:spPr>
          <a:xfrm>
            <a:off x="9144000" y="3886200"/>
            <a:ext cx="2499360" cy="0"/>
          </a:xfrm>
          <a:prstGeom prst="line">
            <a:avLst/>
          </a:prstGeom>
          <a:ln w="19050" cap="flat">
            <a:solidFill>
              <a:schemeClr val="tx2"/>
            </a:solidFill>
            <a:miter/>
          </a:ln>
        </p:spPr>
        <p:style>
          <a:lnRef idx="1">
            <a:schemeClr val="accent1"/>
          </a:lnRef>
          <a:fillRef idx="0">
            <a:schemeClr val="accent1"/>
          </a:fillRef>
          <a:effectRef idx="0">
            <a:srgbClr val="000000"/>
          </a:effectRef>
          <a:fontRef idx="minor">
            <a:schemeClr val="lt1"/>
          </a:fontRef>
        </p:style>
      </p:cxnSp>
      <p:sp>
        <p:nvSpPr>
          <p:cNvPr id="24" name="TextBox">
            <a:extLst>
              <a:ext uri="{FF2B5EF4-FFF2-40B4-BE49-F238E27FC236}">
                <a16:creationId xmlns:a16="http://schemas.microsoft.com/office/drawing/2014/main" id="{6BF9F70B-8D8A-3E73-E423-909DA6A75EB4}"/>
              </a:ext>
            </a:extLst>
          </p:cNvPr>
          <p:cNvSpPr txBox="1"/>
          <p:nvPr/>
        </p:nvSpPr>
        <p:spPr>
          <a:xfrm>
            <a:off x="9144002" y="4023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solidFill>
                  <a:schemeClr val="tx2"/>
                </a:solidFill>
              </a:rPr>
              <a:t>08</a:t>
            </a:r>
          </a:p>
        </p:txBody>
      </p:sp>
      <p:sp>
        <p:nvSpPr>
          <p:cNvPr id="27" name="Content Placeholder 9">
            <a:extLst>
              <a:ext uri="{FF2B5EF4-FFF2-40B4-BE49-F238E27FC236}">
                <a16:creationId xmlns:a16="http://schemas.microsoft.com/office/drawing/2014/main" id="{EA060839-AF98-8040-7AE9-8F0D7E00C135}"/>
              </a:ext>
            </a:extLst>
          </p:cNvPr>
          <p:cNvSpPr>
            <a:spLocks noGrp="1"/>
          </p:cNvSpPr>
          <p:nvPr>
            <p:ph sz="half" idx="15"/>
          </p:nvPr>
        </p:nvSpPr>
        <p:spPr>
          <a:xfrm>
            <a:off x="9144002" y="4572000"/>
            <a:ext cx="2499359" cy="1325880"/>
          </a:xfrm>
        </p:spPr>
        <p:txBody>
          <a:bodyPr/>
          <a:lstStyle>
            <a:lvl1pPr marL="0" indent="0">
              <a:spcBef>
                <a:spcPts val="1000"/>
              </a:spcBef>
              <a:buNone/>
              <a:defRPr sz="1300"/>
            </a:lvl1pPr>
            <a:lvl2pPr marL="137157" indent="-137157">
              <a:spcBef>
                <a:spcPts val="1000"/>
              </a:spcBef>
              <a:buFont typeface="Arial" panose="020B0604020202020204" pitchFamily="34" charset="0"/>
              <a:buChar char="▪"/>
              <a:defRPr sz="1300"/>
            </a:lvl2pPr>
            <a:lvl3pPr marL="274313" indent="-137157">
              <a:defRPr sz="1300"/>
            </a:lvl3pPr>
            <a:lvl4pPr marL="411470" indent="-137157">
              <a:defRPr sz="1300"/>
            </a:lvl4pPr>
            <a:lvl5pPr marL="548626" indent="-137157">
              <a:defRPr sz="1300"/>
            </a:lvl5pPr>
            <a:lvl6pPr marL="685783" indent="-137157">
              <a:defRPr sz="1300"/>
            </a:lvl6pPr>
            <a:lvl7pPr marL="822939" indent="-137157">
              <a:defRPr sz="1300"/>
            </a:lvl7pPr>
            <a:lvl8pPr marL="960096" indent="-137157">
              <a:defRPr sz="1300"/>
            </a:lvl8pPr>
            <a:lvl9pPr marL="1097253" indent="-137157">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Date Placeholder 27">
            <a:extLst>
              <a:ext uri="{FF2B5EF4-FFF2-40B4-BE49-F238E27FC236}">
                <a16:creationId xmlns:a16="http://schemas.microsoft.com/office/drawing/2014/main" id="{6E3723B8-B265-6943-67A5-DF3F0D5EC1CD}"/>
              </a:ext>
            </a:extLst>
          </p:cNvPr>
          <p:cNvSpPr>
            <a:spLocks noGrp="1"/>
          </p:cNvSpPr>
          <p:nvPr>
            <p:ph type="dt" sz="half" idx="16"/>
          </p:nvPr>
        </p:nvSpPr>
        <p:spPr/>
        <p:txBody>
          <a:bodyPr/>
          <a:lstStyle/>
          <a:p>
            <a:fld id="{5D27CFAB-73E6-44A8-B862-B3306344E3F2}" type="datetime3">
              <a:rPr lang="en-US" smtClean="0"/>
              <a:t>5 May 2026</a:t>
            </a:fld>
            <a:endParaRPr lang="en-US"/>
          </a:p>
        </p:txBody>
      </p:sp>
      <p:sp>
        <p:nvSpPr>
          <p:cNvPr id="29" name="Slide Number Placeholder 28">
            <a:extLst>
              <a:ext uri="{FF2B5EF4-FFF2-40B4-BE49-F238E27FC236}">
                <a16:creationId xmlns:a16="http://schemas.microsoft.com/office/drawing/2014/main" id="{8D4AF177-759A-A93C-2097-C2C22D93680F}"/>
              </a:ext>
            </a:extLst>
          </p:cNvPr>
          <p:cNvSpPr>
            <a:spLocks noGrp="1"/>
          </p:cNvSpPr>
          <p:nvPr>
            <p:ph type="sldNum" sz="quarter" idx="17"/>
          </p:nvPr>
        </p:nvSpPr>
        <p:spPr/>
        <p:txBody>
          <a:bodyPr/>
          <a:lstStyle/>
          <a:p>
            <a:fld id="{64E5BE4B-2FBF-4174-9E62-85FAD1CB43A6}" type="slidenum">
              <a:rPr lang="en-US" smtClean="0"/>
              <a:pPr/>
              <a:t>‹#›</a:t>
            </a:fld>
            <a:endParaRPr lang="en-US"/>
          </a:p>
        </p:txBody>
      </p:sp>
      <p:sp>
        <p:nvSpPr>
          <p:cNvPr id="36" name="Rectangle 15">
            <a:extLst>
              <a:ext uri="{FF2B5EF4-FFF2-40B4-BE49-F238E27FC236}">
                <a16:creationId xmlns:a16="http://schemas.microsoft.com/office/drawing/2014/main" id="{FEDB97C0-F514-9C55-3E16-9FC0105AEFDF}"/>
              </a:ext>
            </a:extLst>
          </p:cNvPr>
          <p:cNvSpPr>
            <a:spLocks noChangeArrowheads="1"/>
          </p:cNvSpPr>
          <p:nvPr/>
        </p:nvSpPr>
        <p:spPr bwMode="auto">
          <a:xfrm>
            <a:off x="1386840" y="6657946"/>
            <a:ext cx="9418320" cy="200055"/>
          </a:xfrm>
          <a:prstGeom prst="rect">
            <a:avLst/>
          </a:prstGeom>
          <a:noFill/>
          <a:ln w="9525">
            <a:noFill/>
            <a:miter lim="800000"/>
            <a:headEnd/>
            <a:tailEnd/>
          </a:ln>
        </p:spPr>
        <p:txBody>
          <a:bodyPr wrap="square" lIns="0" rIns="0" anchor="b">
            <a:spAutoFit/>
          </a:bodyPr>
          <a:lstStyle/>
          <a:p>
            <a:pPr algn="ctr">
              <a:defRPr/>
            </a:pPr>
            <a:r>
              <a:rPr lang="en-US" sz="700" b="1">
                <a:solidFill>
                  <a:schemeClr val="tx1"/>
                </a:solidFill>
                <a:latin typeface="+mn-lt"/>
                <a:cs typeface="Arial Bold" panose="020B0704020202020204" pitchFamily="34" charset="0"/>
              </a:rPr>
              <a:t>EDIT CONTROL STATEMENT UNDER &gt; VIEW &gt; SLIDE MASTER &gt; SCROLL TO TOP &gt; CHANGE HEADER AND FOOTER</a:t>
            </a:r>
          </a:p>
        </p:txBody>
      </p:sp>
      <p:sp>
        <p:nvSpPr>
          <p:cNvPr id="37" name="Rectangle 36">
            <a:extLst>
              <a:ext uri="{FF2B5EF4-FFF2-40B4-BE49-F238E27FC236}">
                <a16:creationId xmlns:a16="http://schemas.microsoft.com/office/drawing/2014/main" id="{0C06597B-21CB-E031-D41A-B15442D12216}"/>
              </a:ext>
            </a:extLst>
          </p:cNvPr>
          <p:cNvSpPr>
            <a:spLocks noChangeArrowheads="1"/>
          </p:cNvSpPr>
          <p:nvPr/>
        </p:nvSpPr>
        <p:spPr bwMode="auto">
          <a:xfrm>
            <a:off x="1386840" y="1"/>
            <a:ext cx="9418320" cy="200055"/>
          </a:xfrm>
          <a:prstGeom prst="rect">
            <a:avLst/>
          </a:prstGeom>
          <a:noFill/>
          <a:ln w="9525">
            <a:noFill/>
            <a:miter lim="800000"/>
            <a:headEnd/>
            <a:tailEnd/>
          </a:ln>
        </p:spPr>
        <p:txBody>
          <a:bodyPr wrap="square" anchor="t" anchorCtr="0">
            <a:spAutoFit/>
          </a:bodyPr>
          <a:lstStyle/>
          <a:p>
            <a:pPr algn="ctr">
              <a:defRPr/>
            </a:pPr>
            <a:r>
              <a:rPr lang="en-US" sz="700" b="1">
                <a:solidFill>
                  <a:schemeClr val="tx1"/>
                </a:solidFill>
                <a:latin typeface="+mn-lt"/>
                <a:cs typeface="Arial Bold" panose="020B0704020202020204" pitchFamily="34" charset="0"/>
              </a:rPr>
              <a:t>EDIT CONTROL STATEMENT UNDER &gt; VIEW &gt; SLIDE MASTER &gt; SCROLL TO TOP &gt; CHANGE HEADER AND FOOTER</a:t>
            </a:r>
          </a:p>
        </p:txBody>
      </p:sp>
      <p:pic>
        <p:nvPicPr>
          <p:cNvPr id="2" name="Picture 1">
            <a:extLst>
              <a:ext uri="{FF2B5EF4-FFF2-40B4-BE49-F238E27FC236}">
                <a16:creationId xmlns:a16="http://schemas.microsoft.com/office/drawing/2014/main" id="{7E419FAE-92B3-3B6A-EDE9-C7A373F39B65}"/>
              </a:ext>
            </a:extLst>
          </p:cNvPr>
          <p:cNvPicPr>
            <a:picLocks noChangeAspect="1"/>
          </p:cNvPicPr>
          <p:nvPr/>
        </p:nvPicPr>
        <p:blipFill>
          <a:blip r:embed="rId2"/>
          <a:srcRect/>
          <a:stretch/>
        </p:blipFill>
        <p:spPr>
          <a:xfrm>
            <a:off x="10004616" y="411163"/>
            <a:ext cx="1629707" cy="478023"/>
          </a:xfrm>
          <a:prstGeom prst="rect">
            <a:avLst/>
          </a:prstGeom>
        </p:spPr>
      </p:pic>
    </p:spTree>
    <p:extLst>
      <p:ext uri="{BB962C8B-B14F-4D97-AF65-F5344CB8AC3E}">
        <p14:creationId xmlns:p14="http://schemas.microsoft.com/office/powerpoint/2010/main" val="1620197429"/>
      </p:ext>
    </p:extLst>
  </p:cSld>
  <p:clrMapOvr>
    <a:overrideClrMapping bg1="dk1" tx1="lt1" bg2="dk2" tx2="lt2" accent1="accent1" accent2="accent2" accent3="accent3" accent4="accent4" accent5="accent5" accent6="accent6" hlink="hlink" folHlink="folHlink"/>
  </p:clrMapOvr>
  <p:hf sldNum="0" hdr="0" ftr="0" dt="0"/>
  <p:extLst>
    <p:ext uri="{DCECCB84-F9BA-43D5-87BE-67443E8EF086}">
      <p15:sldGuideLst xmlns:p15="http://schemas.microsoft.com/office/powerpoint/2012/main">
        <p15:guide id="1" orient="horz" pos="3888">
          <p15:clr>
            <a:srgbClr val="A4A3A4"/>
          </p15:clr>
        </p15:guide>
        <p15:guide id="2" orient="horz" pos="1008">
          <p15:clr>
            <a:srgbClr val="A4A3A4"/>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8 Numbers - White">
    <p:spTree>
      <p:nvGrpSpPr>
        <p:cNvPr id="1" name=""/>
        <p:cNvGrpSpPr/>
        <p:nvPr/>
      </p:nvGrpSpPr>
      <p:grpSpPr>
        <a:xfrm>
          <a:off x="0" y="0"/>
          <a:ext cx="0" cy="0"/>
          <a:chOff x="0" y="0"/>
          <a:chExt cx="0" cy="0"/>
        </a:xfrm>
      </p:grpSpPr>
      <p:sp>
        <p:nvSpPr>
          <p:cNvPr id="17" name="Title 1">
            <a:extLst>
              <a:ext uri="{FF2B5EF4-FFF2-40B4-BE49-F238E27FC236}">
                <a16:creationId xmlns:a16="http://schemas.microsoft.com/office/drawing/2014/main" id="{963F0940-E33E-9D7F-C52B-16CFD0545B23}"/>
              </a:ext>
            </a:extLst>
          </p:cNvPr>
          <p:cNvSpPr>
            <a:spLocks noGrp="1"/>
          </p:cNvSpPr>
          <p:nvPr>
            <p:ph type="title" hasCustomPrompt="1"/>
          </p:nvPr>
        </p:nvSpPr>
        <p:spPr/>
        <p:txBody>
          <a:bodyPr/>
          <a:lstStyle/>
          <a:p>
            <a:r>
              <a:rPr lang="en-US"/>
              <a:t>[Slide title]</a:t>
            </a:r>
          </a:p>
        </p:txBody>
      </p:sp>
      <p:cxnSp>
        <p:nvCxnSpPr>
          <p:cNvPr id="15" name="Line">
            <a:extLst>
              <a:ext uri="{FF2B5EF4-FFF2-40B4-BE49-F238E27FC236}">
                <a16:creationId xmlns:a16="http://schemas.microsoft.com/office/drawing/2014/main" id="{8412A77E-32D6-ECE7-C58C-21E3C08D86B3}"/>
              </a:ext>
              <a:ext uri="{C183D7F6-B498-43B3-948B-1728B52AA6E4}">
                <adec:decorative xmlns:adec="http://schemas.microsoft.com/office/drawing/2017/decorative" val="1"/>
              </a:ext>
            </a:extLst>
          </p:cNvPr>
          <p:cNvCxnSpPr>
            <a:cxnSpLocks/>
          </p:cNvCxnSpPr>
          <p:nvPr/>
        </p:nvCxnSpPr>
        <p:spPr>
          <a:xfrm>
            <a:off x="548640" y="1600200"/>
            <a:ext cx="2499360" cy="0"/>
          </a:xfrm>
          <a:prstGeom prst="line">
            <a:avLst/>
          </a:prstGeom>
          <a:ln w="19050" cap="flat">
            <a:solidFill>
              <a:schemeClr val="tx1"/>
            </a:solidFill>
            <a:miter/>
          </a:ln>
        </p:spPr>
        <p:style>
          <a:lnRef idx="1">
            <a:schemeClr val="accent1"/>
          </a:lnRef>
          <a:fillRef idx="0">
            <a:schemeClr val="accent1"/>
          </a:fillRef>
          <a:effectRef idx="0">
            <a:srgbClr val="000000"/>
          </a:effectRef>
          <a:fontRef idx="minor">
            <a:schemeClr val="lt1"/>
          </a:fontRef>
        </p:style>
      </p:cxnSp>
      <p:sp>
        <p:nvSpPr>
          <p:cNvPr id="13" name="TextBox">
            <a:extLst>
              <a:ext uri="{FF2B5EF4-FFF2-40B4-BE49-F238E27FC236}">
                <a16:creationId xmlns:a16="http://schemas.microsoft.com/office/drawing/2014/main" id="{AF47D3F9-758C-0713-980A-E6E56BBC1088}"/>
              </a:ext>
            </a:extLst>
          </p:cNvPr>
          <p:cNvSpPr txBox="1"/>
          <p:nvPr/>
        </p:nvSpPr>
        <p:spPr>
          <a:xfrm>
            <a:off x="548642" y="1737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t>01</a:t>
            </a:r>
          </a:p>
        </p:txBody>
      </p:sp>
      <p:sp>
        <p:nvSpPr>
          <p:cNvPr id="3" name="Content Placeholder 2"/>
          <p:cNvSpPr>
            <a:spLocks noGrp="1"/>
          </p:cNvSpPr>
          <p:nvPr>
            <p:ph sz="half" idx="1"/>
          </p:nvPr>
        </p:nvSpPr>
        <p:spPr>
          <a:xfrm>
            <a:off x="548642" y="2286000"/>
            <a:ext cx="2499359" cy="1325880"/>
          </a:xfrm>
        </p:spPr>
        <p:txBody>
          <a:bodyPr/>
          <a:lstStyle>
            <a:lvl1pPr marL="0" indent="0">
              <a:spcBef>
                <a:spcPts val="1000"/>
              </a:spcBef>
              <a:buNone/>
              <a:defRPr sz="1300"/>
            </a:lvl1pPr>
            <a:lvl2pPr marL="137157" indent="-137157">
              <a:spcBef>
                <a:spcPts val="1000"/>
              </a:spcBef>
              <a:buFont typeface="Arial" panose="020B0604020202020204" pitchFamily="34" charset="0"/>
              <a:buChar char="▪"/>
              <a:defRPr sz="1300"/>
            </a:lvl2pPr>
            <a:lvl3pPr marL="274313" indent="-137157">
              <a:defRPr sz="1300"/>
            </a:lvl3pPr>
            <a:lvl4pPr marL="411470" indent="-137157">
              <a:defRPr sz="1300"/>
            </a:lvl4pPr>
            <a:lvl5pPr marL="548626" indent="-137157">
              <a:defRPr sz="1300"/>
            </a:lvl5pPr>
            <a:lvl6pPr marL="685783" indent="-137157">
              <a:defRPr sz="1300"/>
            </a:lvl6pPr>
            <a:lvl7pPr marL="822939" indent="-137157">
              <a:defRPr sz="1300"/>
            </a:lvl7pPr>
            <a:lvl8pPr marL="960096" indent="-137157">
              <a:defRPr sz="1300"/>
            </a:lvl8pPr>
            <a:lvl9pPr marL="1097253" indent="-137157">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9" name="Line">
            <a:extLst>
              <a:ext uri="{FF2B5EF4-FFF2-40B4-BE49-F238E27FC236}">
                <a16:creationId xmlns:a16="http://schemas.microsoft.com/office/drawing/2014/main" id="{D7771284-6191-6AE5-C8DC-E26F4DD28049}"/>
              </a:ext>
              <a:ext uri="{C183D7F6-B498-43B3-948B-1728B52AA6E4}">
                <adec:decorative xmlns:adec="http://schemas.microsoft.com/office/drawing/2017/decorative" val="1"/>
              </a:ext>
            </a:extLst>
          </p:cNvPr>
          <p:cNvCxnSpPr>
            <a:cxnSpLocks/>
          </p:cNvCxnSpPr>
          <p:nvPr/>
        </p:nvCxnSpPr>
        <p:spPr>
          <a:xfrm>
            <a:off x="3413760" y="1600200"/>
            <a:ext cx="2499360" cy="0"/>
          </a:xfrm>
          <a:prstGeom prst="line">
            <a:avLst/>
          </a:prstGeom>
          <a:ln w="19050" cap="flat">
            <a:solidFill>
              <a:schemeClr val="tx1"/>
            </a:solidFill>
            <a:miter/>
          </a:ln>
        </p:spPr>
        <p:style>
          <a:lnRef idx="1">
            <a:schemeClr val="accent1"/>
          </a:lnRef>
          <a:fillRef idx="0">
            <a:schemeClr val="accent1"/>
          </a:fillRef>
          <a:effectRef idx="0">
            <a:srgbClr val="000000"/>
          </a:effectRef>
          <a:fontRef idx="minor">
            <a:schemeClr val="lt1"/>
          </a:fontRef>
        </p:style>
      </p:cxnSp>
      <p:sp>
        <p:nvSpPr>
          <p:cNvPr id="10" name="TextBox">
            <a:extLst>
              <a:ext uri="{FF2B5EF4-FFF2-40B4-BE49-F238E27FC236}">
                <a16:creationId xmlns:a16="http://schemas.microsoft.com/office/drawing/2014/main" id="{0D9A8745-BD6D-12B2-16DF-02CB2BB85704}"/>
              </a:ext>
            </a:extLst>
          </p:cNvPr>
          <p:cNvSpPr txBox="1"/>
          <p:nvPr/>
        </p:nvSpPr>
        <p:spPr>
          <a:xfrm>
            <a:off x="3413762" y="1737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t>02</a:t>
            </a:r>
          </a:p>
        </p:txBody>
      </p:sp>
      <p:sp>
        <p:nvSpPr>
          <p:cNvPr id="4" name="Content Placeholder 3"/>
          <p:cNvSpPr>
            <a:spLocks noGrp="1"/>
          </p:cNvSpPr>
          <p:nvPr>
            <p:ph sz="half" idx="2"/>
          </p:nvPr>
        </p:nvSpPr>
        <p:spPr>
          <a:xfrm>
            <a:off x="3413762" y="2286000"/>
            <a:ext cx="2499359" cy="1325880"/>
          </a:xfrm>
        </p:spPr>
        <p:txBody>
          <a:bodyPr/>
          <a:lstStyle>
            <a:lvl1pPr marL="0" indent="0">
              <a:spcBef>
                <a:spcPts val="1000"/>
              </a:spcBef>
              <a:buNone/>
              <a:defRPr sz="1300"/>
            </a:lvl1pPr>
            <a:lvl2pPr marL="137157" indent="-137157">
              <a:spcBef>
                <a:spcPts val="1000"/>
              </a:spcBef>
              <a:buFont typeface="Arial" panose="020B0604020202020204" pitchFamily="34" charset="0"/>
              <a:buChar char="▪"/>
              <a:defRPr sz="1300"/>
            </a:lvl2pPr>
            <a:lvl3pPr marL="274313" indent="-137157">
              <a:defRPr sz="1300"/>
            </a:lvl3pPr>
            <a:lvl4pPr marL="411470" indent="-137157">
              <a:defRPr sz="1300"/>
            </a:lvl4pPr>
            <a:lvl5pPr marL="548626" indent="-137157">
              <a:defRPr sz="1300"/>
            </a:lvl5pPr>
            <a:lvl6pPr marL="685783" indent="-137157">
              <a:defRPr sz="1300"/>
            </a:lvl6pPr>
            <a:lvl7pPr marL="822939" indent="-137157">
              <a:defRPr sz="1300"/>
            </a:lvl7pPr>
            <a:lvl8pPr marL="960096" indent="-137157">
              <a:defRPr sz="1300"/>
            </a:lvl8pPr>
            <a:lvl9pPr marL="1097253" indent="-137157">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1" name="Line">
            <a:extLst>
              <a:ext uri="{FF2B5EF4-FFF2-40B4-BE49-F238E27FC236}">
                <a16:creationId xmlns:a16="http://schemas.microsoft.com/office/drawing/2014/main" id="{7F3E6C41-3F3A-5394-DD39-6844F7E13753}"/>
              </a:ext>
              <a:ext uri="{C183D7F6-B498-43B3-948B-1728B52AA6E4}">
                <adec:decorative xmlns:adec="http://schemas.microsoft.com/office/drawing/2017/decorative" val="1"/>
              </a:ext>
            </a:extLst>
          </p:cNvPr>
          <p:cNvCxnSpPr>
            <a:cxnSpLocks/>
          </p:cNvCxnSpPr>
          <p:nvPr/>
        </p:nvCxnSpPr>
        <p:spPr>
          <a:xfrm>
            <a:off x="6278880" y="1600200"/>
            <a:ext cx="2499360" cy="0"/>
          </a:xfrm>
          <a:prstGeom prst="line">
            <a:avLst/>
          </a:prstGeom>
          <a:ln w="19050" cap="flat">
            <a:solidFill>
              <a:schemeClr val="tx1"/>
            </a:solidFill>
            <a:miter/>
          </a:ln>
        </p:spPr>
        <p:style>
          <a:lnRef idx="1">
            <a:schemeClr val="accent1"/>
          </a:lnRef>
          <a:fillRef idx="0">
            <a:schemeClr val="accent1"/>
          </a:fillRef>
          <a:effectRef idx="0">
            <a:srgbClr val="000000"/>
          </a:effectRef>
          <a:fontRef idx="minor">
            <a:schemeClr val="lt1"/>
          </a:fontRef>
        </p:style>
      </p:cxnSp>
      <p:sp>
        <p:nvSpPr>
          <p:cNvPr id="12" name="TextBox">
            <a:extLst>
              <a:ext uri="{FF2B5EF4-FFF2-40B4-BE49-F238E27FC236}">
                <a16:creationId xmlns:a16="http://schemas.microsoft.com/office/drawing/2014/main" id="{BBB1FB2A-A05A-0E6A-2901-52A7D695A891}"/>
              </a:ext>
            </a:extLst>
          </p:cNvPr>
          <p:cNvSpPr txBox="1"/>
          <p:nvPr/>
        </p:nvSpPr>
        <p:spPr>
          <a:xfrm>
            <a:off x="6278882" y="1737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t>03</a:t>
            </a:r>
          </a:p>
        </p:txBody>
      </p:sp>
      <p:sp>
        <p:nvSpPr>
          <p:cNvPr id="6" name="Content Placeholder 4">
            <a:extLst>
              <a:ext uri="{FF2B5EF4-FFF2-40B4-BE49-F238E27FC236}">
                <a16:creationId xmlns:a16="http://schemas.microsoft.com/office/drawing/2014/main" id="{617618FB-CD21-AF4A-B264-6355E9BD7981}"/>
              </a:ext>
            </a:extLst>
          </p:cNvPr>
          <p:cNvSpPr>
            <a:spLocks noGrp="1"/>
          </p:cNvSpPr>
          <p:nvPr>
            <p:ph sz="half" idx="10"/>
          </p:nvPr>
        </p:nvSpPr>
        <p:spPr>
          <a:xfrm>
            <a:off x="6278882" y="2286000"/>
            <a:ext cx="2499359" cy="1325880"/>
          </a:xfrm>
        </p:spPr>
        <p:txBody>
          <a:bodyPr/>
          <a:lstStyle>
            <a:lvl1pPr marL="0" indent="0">
              <a:spcBef>
                <a:spcPts val="1000"/>
              </a:spcBef>
              <a:buNone/>
              <a:defRPr sz="1300"/>
            </a:lvl1pPr>
            <a:lvl2pPr marL="137157" indent="-137157">
              <a:spcBef>
                <a:spcPts val="1000"/>
              </a:spcBef>
              <a:buFont typeface="Arial" panose="020B0604020202020204" pitchFamily="34" charset="0"/>
              <a:buChar char="▪"/>
              <a:defRPr sz="1300"/>
            </a:lvl2pPr>
            <a:lvl3pPr marL="274313" indent="-137157">
              <a:defRPr sz="1300"/>
            </a:lvl3pPr>
            <a:lvl4pPr marL="411470" indent="-137157">
              <a:defRPr sz="1300"/>
            </a:lvl4pPr>
            <a:lvl5pPr marL="548626" indent="-137157">
              <a:defRPr sz="1300"/>
            </a:lvl5pPr>
            <a:lvl6pPr marL="685783" indent="-137157">
              <a:defRPr sz="1300"/>
            </a:lvl6pPr>
            <a:lvl7pPr marL="822939" indent="-137157">
              <a:defRPr sz="1300"/>
            </a:lvl7pPr>
            <a:lvl8pPr marL="960096" indent="-137157">
              <a:defRPr sz="1300"/>
            </a:lvl8pPr>
            <a:lvl9pPr marL="1097253" indent="-137157">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4" name="Line">
            <a:extLst>
              <a:ext uri="{FF2B5EF4-FFF2-40B4-BE49-F238E27FC236}">
                <a16:creationId xmlns:a16="http://schemas.microsoft.com/office/drawing/2014/main" id="{FE115B30-3E6D-E823-531E-BB5BAA199BD0}"/>
              </a:ext>
              <a:ext uri="{C183D7F6-B498-43B3-948B-1728B52AA6E4}">
                <adec:decorative xmlns:adec="http://schemas.microsoft.com/office/drawing/2017/decorative" val="1"/>
              </a:ext>
            </a:extLst>
          </p:cNvPr>
          <p:cNvCxnSpPr>
            <a:cxnSpLocks/>
          </p:cNvCxnSpPr>
          <p:nvPr/>
        </p:nvCxnSpPr>
        <p:spPr>
          <a:xfrm>
            <a:off x="9144000" y="1600200"/>
            <a:ext cx="2499360" cy="0"/>
          </a:xfrm>
          <a:prstGeom prst="line">
            <a:avLst/>
          </a:prstGeom>
          <a:ln w="19050" cap="flat">
            <a:solidFill>
              <a:schemeClr val="tx1"/>
            </a:solidFill>
            <a:miter/>
          </a:ln>
        </p:spPr>
        <p:style>
          <a:lnRef idx="1">
            <a:schemeClr val="accent1"/>
          </a:lnRef>
          <a:fillRef idx="0">
            <a:schemeClr val="accent1"/>
          </a:fillRef>
          <a:effectRef idx="0">
            <a:srgbClr val="000000"/>
          </a:effectRef>
          <a:fontRef idx="minor">
            <a:schemeClr val="lt1"/>
          </a:fontRef>
        </p:style>
      </p:cxnSp>
      <p:sp>
        <p:nvSpPr>
          <p:cNvPr id="16" name="TextBox">
            <a:extLst>
              <a:ext uri="{FF2B5EF4-FFF2-40B4-BE49-F238E27FC236}">
                <a16:creationId xmlns:a16="http://schemas.microsoft.com/office/drawing/2014/main" id="{694F0353-A0DD-9642-BDD7-8FC612070822}"/>
              </a:ext>
            </a:extLst>
          </p:cNvPr>
          <p:cNvSpPr txBox="1"/>
          <p:nvPr/>
        </p:nvSpPr>
        <p:spPr>
          <a:xfrm>
            <a:off x="9144002" y="1737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t>04</a:t>
            </a:r>
          </a:p>
        </p:txBody>
      </p:sp>
      <p:sp>
        <p:nvSpPr>
          <p:cNvPr id="5" name="Content Placeholder 5">
            <a:extLst>
              <a:ext uri="{FF2B5EF4-FFF2-40B4-BE49-F238E27FC236}">
                <a16:creationId xmlns:a16="http://schemas.microsoft.com/office/drawing/2014/main" id="{873DCC96-E62A-5505-4F1E-4A80C8498209}"/>
              </a:ext>
            </a:extLst>
          </p:cNvPr>
          <p:cNvSpPr>
            <a:spLocks noGrp="1"/>
          </p:cNvSpPr>
          <p:nvPr>
            <p:ph sz="half" idx="11"/>
          </p:nvPr>
        </p:nvSpPr>
        <p:spPr>
          <a:xfrm>
            <a:off x="9144002" y="2286000"/>
            <a:ext cx="2499359" cy="1325880"/>
          </a:xfrm>
        </p:spPr>
        <p:txBody>
          <a:bodyPr/>
          <a:lstStyle>
            <a:lvl1pPr marL="0" indent="0">
              <a:spcBef>
                <a:spcPts val="1000"/>
              </a:spcBef>
              <a:buNone/>
              <a:defRPr sz="1300"/>
            </a:lvl1pPr>
            <a:lvl2pPr marL="137157" indent="-137157">
              <a:spcBef>
                <a:spcPts val="1000"/>
              </a:spcBef>
              <a:buFont typeface="Arial" panose="020B0604020202020204" pitchFamily="34" charset="0"/>
              <a:buChar char="▪"/>
              <a:defRPr sz="1300"/>
            </a:lvl2pPr>
            <a:lvl3pPr marL="274313" indent="-137157">
              <a:defRPr sz="1300"/>
            </a:lvl3pPr>
            <a:lvl4pPr marL="411470" indent="-137157">
              <a:defRPr sz="1300"/>
            </a:lvl4pPr>
            <a:lvl5pPr marL="548626" indent="-137157">
              <a:defRPr sz="1300"/>
            </a:lvl5pPr>
            <a:lvl6pPr marL="685783" indent="-137157">
              <a:defRPr sz="1300"/>
            </a:lvl6pPr>
            <a:lvl7pPr marL="822939" indent="-137157">
              <a:defRPr sz="1300"/>
            </a:lvl7pPr>
            <a:lvl8pPr marL="960096" indent="-137157">
              <a:defRPr sz="1300"/>
            </a:lvl8pPr>
            <a:lvl9pPr marL="1097253" indent="-137157">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7" name="Line">
            <a:extLst>
              <a:ext uri="{FF2B5EF4-FFF2-40B4-BE49-F238E27FC236}">
                <a16:creationId xmlns:a16="http://schemas.microsoft.com/office/drawing/2014/main" id="{1A90E933-723C-D9CC-B7AB-3043EDAB638D}"/>
              </a:ext>
              <a:ext uri="{C183D7F6-B498-43B3-948B-1728B52AA6E4}">
                <adec:decorative xmlns:adec="http://schemas.microsoft.com/office/drawing/2017/decorative" val="1"/>
              </a:ext>
            </a:extLst>
          </p:cNvPr>
          <p:cNvCxnSpPr>
            <a:cxnSpLocks/>
          </p:cNvCxnSpPr>
          <p:nvPr/>
        </p:nvCxnSpPr>
        <p:spPr>
          <a:xfrm>
            <a:off x="548640" y="3886200"/>
            <a:ext cx="2499360" cy="0"/>
          </a:xfrm>
          <a:prstGeom prst="line">
            <a:avLst/>
          </a:prstGeom>
          <a:ln w="19050" cap="flat">
            <a:solidFill>
              <a:schemeClr val="tx1"/>
            </a:solidFill>
            <a:miter/>
          </a:ln>
        </p:spPr>
        <p:style>
          <a:lnRef idx="1">
            <a:schemeClr val="accent1"/>
          </a:lnRef>
          <a:fillRef idx="0">
            <a:schemeClr val="accent1"/>
          </a:fillRef>
          <a:effectRef idx="0">
            <a:srgbClr val="000000"/>
          </a:effectRef>
          <a:fontRef idx="minor">
            <a:schemeClr val="lt1"/>
          </a:fontRef>
        </p:style>
      </p:cxnSp>
      <p:sp>
        <p:nvSpPr>
          <p:cNvPr id="8" name="TextBox">
            <a:extLst>
              <a:ext uri="{FF2B5EF4-FFF2-40B4-BE49-F238E27FC236}">
                <a16:creationId xmlns:a16="http://schemas.microsoft.com/office/drawing/2014/main" id="{8E3B414F-BCCF-E0E0-A5B7-9D21FED7A614}"/>
              </a:ext>
            </a:extLst>
          </p:cNvPr>
          <p:cNvSpPr txBox="1"/>
          <p:nvPr/>
        </p:nvSpPr>
        <p:spPr>
          <a:xfrm>
            <a:off x="548642" y="4023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t>05</a:t>
            </a:r>
          </a:p>
        </p:txBody>
      </p:sp>
      <p:sp>
        <p:nvSpPr>
          <p:cNvPr id="18" name="Content Placeholder 6">
            <a:extLst>
              <a:ext uri="{FF2B5EF4-FFF2-40B4-BE49-F238E27FC236}">
                <a16:creationId xmlns:a16="http://schemas.microsoft.com/office/drawing/2014/main" id="{5731522F-82BF-A739-FBD5-84B13AFCBF10}"/>
              </a:ext>
            </a:extLst>
          </p:cNvPr>
          <p:cNvSpPr>
            <a:spLocks noGrp="1"/>
          </p:cNvSpPr>
          <p:nvPr>
            <p:ph sz="half" idx="12"/>
          </p:nvPr>
        </p:nvSpPr>
        <p:spPr>
          <a:xfrm>
            <a:off x="548642" y="4572000"/>
            <a:ext cx="2499359" cy="1325880"/>
          </a:xfrm>
        </p:spPr>
        <p:txBody>
          <a:bodyPr/>
          <a:lstStyle>
            <a:lvl1pPr marL="0" indent="0">
              <a:spcBef>
                <a:spcPts val="1000"/>
              </a:spcBef>
              <a:buNone/>
              <a:defRPr sz="1300"/>
            </a:lvl1pPr>
            <a:lvl2pPr marL="137157" indent="-137157">
              <a:spcBef>
                <a:spcPts val="1000"/>
              </a:spcBef>
              <a:buFont typeface="Arial" panose="020B0604020202020204" pitchFamily="34" charset="0"/>
              <a:buChar char="▪"/>
              <a:defRPr sz="1300"/>
            </a:lvl2pPr>
            <a:lvl3pPr marL="274313" indent="-137157">
              <a:defRPr sz="1300"/>
            </a:lvl3pPr>
            <a:lvl4pPr marL="411470" indent="-137157">
              <a:defRPr sz="1300"/>
            </a:lvl4pPr>
            <a:lvl5pPr marL="548626" indent="-137157">
              <a:defRPr sz="1300"/>
            </a:lvl5pPr>
            <a:lvl6pPr marL="685783" indent="-137157">
              <a:defRPr sz="1300"/>
            </a:lvl6pPr>
            <a:lvl7pPr marL="822939" indent="-137157">
              <a:defRPr sz="1300"/>
            </a:lvl7pPr>
            <a:lvl8pPr marL="960096" indent="-137157">
              <a:defRPr sz="1300"/>
            </a:lvl8pPr>
            <a:lvl9pPr marL="1097253" indent="-137157">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9" name="Line">
            <a:extLst>
              <a:ext uri="{FF2B5EF4-FFF2-40B4-BE49-F238E27FC236}">
                <a16:creationId xmlns:a16="http://schemas.microsoft.com/office/drawing/2014/main" id="{B07AB9A6-54AF-4DC6-E298-2E576695A65F}"/>
              </a:ext>
              <a:ext uri="{C183D7F6-B498-43B3-948B-1728B52AA6E4}">
                <adec:decorative xmlns:adec="http://schemas.microsoft.com/office/drawing/2017/decorative" val="1"/>
              </a:ext>
            </a:extLst>
          </p:cNvPr>
          <p:cNvCxnSpPr>
            <a:cxnSpLocks/>
          </p:cNvCxnSpPr>
          <p:nvPr/>
        </p:nvCxnSpPr>
        <p:spPr>
          <a:xfrm>
            <a:off x="3413760" y="3886200"/>
            <a:ext cx="2499360" cy="0"/>
          </a:xfrm>
          <a:prstGeom prst="line">
            <a:avLst/>
          </a:prstGeom>
          <a:ln w="19050" cap="flat">
            <a:solidFill>
              <a:schemeClr val="tx1"/>
            </a:solidFill>
            <a:miter/>
          </a:ln>
        </p:spPr>
        <p:style>
          <a:lnRef idx="1">
            <a:schemeClr val="accent1"/>
          </a:lnRef>
          <a:fillRef idx="0">
            <a:schemeClr val="accent1"/>
          </a:fillRef>
          <a:effectRef idx="0">
            <a:srgbClr val="000000"/>
          </a:effectRef>
          <a:fontRef idx="minor">
            <a:schemeClr val="lt1"/>
          </a:fontRef>
        </p:style>
      </p:cxnSp>
      <p:sp>
        <p:nvSpPr>
          <p:cNvPr id="20" name="TextBox">
            <a:extLst>
              <a:ext uri="{FF2B5EF4-FFF2-40B4-BE49-F238E27FC236}">
                <a16:creationId xmlns:a16="http://schemas.microsoft.com/office/drawing/2014/main" id="{E79A49CF-30B2-91DC-6BCA-2A41DD4CBF09}"/>
              </a:ext>
            </a:extLst>
          </p:cNvPr>
          <p:cNvSpPr txBox="1"/>
          <p:nvPr/>
        </p:nvSpPr>
        <p:spPr>
          <a:xfrm>
            <a:off x="3413762" y="4023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t>06</a:t>
            </a:r>
          </a:p>
        </p:txBody>
      </p:sp>
      <p:sp>
        <p:nvSpPr>
          <p:cNvPr id="25" name="Content Placeholder 7">
            <a:extLst>
              <a:ext uri="{FF2B5EF4-FFF2-40B4-BE49-F238E27FC236}">
                <a16:creationId xmlns:a16="http://schemas.microsoft.com/office/drawing/2014/main" id="{5FE6691B-ACEF-8803-7DC3-70B52F899908}"/>
              </a:ext>
            </a:extLst>
          </p:cNvPr>
          <p:cNvSpPr>
            <a:spLocks noGrp="1"/>
          </p:cNvSpPr>
          <p:nvPr>
            <p:ph sz="half" idx="13"/>
          </p:nvPr>
        </p:nvSpPr>
        <p:spPr>
          <a:xfrm>
            <a:off x="3413762" y="4572000"/>
            <a:ext cx="2499359" cy="1325880"/>
          </a:xfrm>
        </p:spPr>
        <p:txBody>
          <a:bodyPr/>
          <a:lstStyle>
            <a:lvl1pPr marL="0" indent="0">
              <a:spcBef>
                <a:spcPts val="1000"/>
              </a:spcBef>
              <a:buNone/>
              <a:defRPr sz="1300"/>
            </a:lvl1pPr>
            <a:lvl2pPr marL="137157" indent="-137157">
              <a:spcBef>
                <a:spcPts val="1000"/>
              </a:spcBef>
              <a:buFont typeface="Arial" panose="020B0604020202020204" pitchFamily="34" charset="0"/>
              <a:buChar char="▪"/>
              <a:defRPr sz="1300"/>
            </a:lvl2pPr>
            <a:lvl3pPr marL="274313" indent="-137157">
              <a:defRPr sz="1300"/>
            </a:lvl3pPr>
            <a:lvl4pPr marL="411470" indent="-137157">
              <a:defRPr sz="1300"/>
            </a:lvl4pPr>
            <a:lvl5pPr marL="548626" indent="-137157">
              <a:defRPr sz="1300"/>
            </a:lvl5pPr>
            <a:lvl6pPr marL="685783" indent="-137157">
              <a:defRPr sz="1300"/>
            </a:lvl6pPr>
            <a:lvl7pPr marL="822939" indent="-137157">
              <a:defRPr sz="1300"/>
            </a:lvl7pPr>
            <a:lvl8pPr marL="960096" indent="-137157">
              <a:defRPr sz="1300"/>
            </a:lvl8pPr>
            <a:lvl9pPr marL="1097253" indent="-137157">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21" name="Line">
            <a:extLst>
              <a:ext uri="{FF2B5EF4-FFF2-40B4-BE49-F238E27FC236}">
                <a16:creationId xmlns:a16="http://schemas.microsoft.com/office/drawing/2014/main" id="{DE9CD609-8A04-24B8-B562-11703E18D251}"/>
              </a:ext>
              <a:ext uri="{C183D7F6-B498-43B3-948B-1728B52AA6E4}">
                <adec:decorative xmlns:adec="http://schemas.microsoft.com/office/drawing/2017/decorative" val="1"/>
              </a:ext>
            </a:extLst>
          </p:cNvPr>
          <p:cNvCxnSpPr>
            <a:cxnSpLocks/>
          </p:cNvCxnSpPr>
          <p:nvPr/>
        </p:nvCxnSpPr>
        <p:spPr>
          <a:xfrm>
            <a:off x="6278880" y="3886200"/>
            <a:ext cx="2499360" cy="0"/>
          </a:xfrm>
          <a:prstGeom prst="line">
            <a:avLst/>
          </a:prstGeom>
          <a:ln w="19050" cap="flat">
            <a:solidFill>
              <a:schemeClr val="tx1"/>
            </a:solidFill>
            <a:miter/>
          </a:ln>
        </p:spPr>
        <p:style>
          <a:lnRef idx="1">
            <a:schemeClr val="accent1"/>
          </a:lnRef>
          <a:fillRef idx="0">
            <a:schemeClr val="accent1"/>
          </a:fillRef>
          <a:effectRef idx="0">
            <a:srgbClr val="000000"/>
          </a:effectRef>
          <a:fontRef idx="minor">
            <a:schemeClr val="lt1"/>
          </a:fontRef>
        </p:style>
      </p:cxnSp>
      <p:sp>
        <p:nvSpPr>
          <p:cNvPr id="22" name="TextBox">
            <a:extLst>
              <a:ext uri="{FF2B5EF4-FFF2-40B4-BE49-F238E27FC236}">
                <a16:creationId xmlns:a16="http://schemas.microsoft.com/office/drawing/2014/main" id="{7C5E0031-266F-D418-0BAB-9BD3C4F1EC3F}"/>
              </a:ext>
            </a:extLst>
          </p:cNvPr>
          <p:cNvSpPr txBox="1"/>
          <p:nvPr/>
        </p:nvSpPr>
        <p:spPr>
          <a:xfrm>
            <a:off x="6278882" y="4023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t>07</a:t>
            </a:r>
          </a:p>
        </p:txBody>
      </p:sp>
      <p:sp>
        <p:nvSpPr>
          <p:cNvPr id="26" name="Content Placeholder 8">
            <a:extLst>
              <a:ext uri="{FF2B5EF4-FFF2-40B4-BE49-F238E27FC236}">
                <a16:creationId xmlns:a16="http://schemas.microsoft.com/office/drawing/2014/main" id="{772BE48E-72DE-7245-BBDA-BF3FEC69BED1}"/>
              </a:ext>
            </a:extLst>
          </p:cNvPr>
          <p:cNvSpPr>
            <a:spLocks noGrp="1"/>
          </p:cNvSpPr>
          <p:nvPr>
            <p:ph sz="half" idx="14"/>
          </p:nvPr>
        </p:nvSpPr>
        <p:spPr>
          <a:xfrm>
            <a:off x="6278882" y="4572000"/>
            <a:ext cx="2499359" cy="1325880"/>
          </a:xfrm>
        </p:spPr>
        <p:txBody>
          <a:bodyPr/>
          <a:lstStyle>
            <a:lvl1pPr marL="0" indent="0">
              <a:spcBef>
                <a:spcPts val="1000"/>
              </a:spcBef>
              <a:buNone/>
              <a:defRPr sz="1300"/>
            </a:lvl1pPr>
            <a:lvl2pPr marL="137157" indent="-137157">
              <a:spcBef>
                <a:spcPts val="1000"/>
              </a:spcBef>
              <a:buFont typeface="Arial" panose="020B0604020202020204" pitchFamily="34" charset="0"/>
              <a:buChar char="▪"/>
              <a:defRPr sz="1300"/>
            </a:lvl2pPr>
            <a:lvl3pPr marL="274313" indent="-137157">
              <a:defRPr sz="1300"/>
            </a:lvl3pPr>
            <a:lvl4pPr marL="411470" indent="-137157">
              <a:defRPr sz="1300"/>
            </a:lvl4pPr>
            <a:lvl5pPr marL="548626" indent="-137157">
              <a:defRPr sz="1300"/>
            </a:lvl5pPr>
            <a:lvl6pPr marL="685783" indent="-137157">
              <a:defRPr sz="1300"/>
            </a:lvl6pPr>
            <a:lvl7pPr marL="822939" indent="-137157">
              <a:defRPr sz="1300"/>
            </a:lvl7pPr>
            <a:lvl8pPr marL="960096" indent="-137157">
              <a:defRPr sz="1300"/>
            </a:lvl8pPr>
            <a:lvl9pPr marL="1097253" indent="-137157">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23" name="Line">
            <a:extLst>
              <a:ext uri="{FF2B5EF4-FFF2-40B4-BE49-F238E27FC236}">
                <a16:creationId xmlns:a16="http://schemas.microsoft.com/office/drawing/2014/main" id="{51FB53C0-6EA8-D891-85A3-23EE83EADE03}"/>
              </a:ext>
              <a:ext uri="{C183D7F6-B498-43B3-948B-1728B52AA6E4}">
                <adec:decorative xmlns:adec="http://schemas.microsoft.com/office/drawing/2017/decorative" val="1"/>
              </a:ext>
            </a:extLst>
          </p:cNvPr>
          <p:cNvCxnSpPr>
            <a:cxnSpLocks/>
          </p:cNvCxnSpPr>
          <p:nvPr/>
        </p:nvCxnSpPr>
        <p:spPr>
          <a:xfrm>
            <a:off x="9144000" y="3886200"/>
            <a:ext cx="2499360" cy="0"/>
          </a:xfrm>
          <a:prstGeom prst="line">
            <a:avLst/>
          </a:prstGeom>
          <a:ln w="19050" cap="flat">
            <a:solidFill>
              <a:schemeClr val="tx1"/>
            </a:solidFill>
            <a:miter/>
          </a:ln>
        </p:spPr>
        <p:style>
          <a:lnRef idx="1">
            <a:schemeClr val="accent1"/>
          </a:lnRef>
          <a:fillRef idx="0">
            <a:schemeClr val="accent1"/>
          </a:fillRef>
          <a:effectRef idx="0">
            <a:srgbClr val="000000"/>
          </a:effectRef>
          <a:fontRef idx="minor">
            <a:schemeClr val="lt1"/>
          </a:fontRef>
        </p:style>
      </p:cxnSp>
      <p:sp>
        <p:nvSpPr>
          <p:cNvPr id="24" name="TextBox">
            <a:extLst>
              <a:ext uri="{FF2B5EF4-FFF2-40B4-BE49-F238E27FC236}">
                <a16:creationId xmlns:a16="http://schemas.microsoft.com/office/drawing/2014/main" id="{6BF9F70B-8D8A-3E73-E423-909DA6A75EB4}"/>
              </a:ext>
            </a:extLst>
          </p:cNvPr>
          <p:cNvSpPr txBox="1"/>
          <p:nvPr/>
        </p:nvSpPr>
        <p:spPr>
          <a:xfrm>
            <a:off x="9144002" y="4023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t>08</a:t>
            </a:r>
          </a:p>
        </p:txBody>
      </p:sp>
      <p:sp>
        <p:nvSpPr>
          <p:cNvPr id="27" name="Content Placeholder 9">
            <a:extLst>
              <a:ext uri="{FF2B5EF4-FFF2-40B4-BE49-F238E27FC236}">
                <a16:creationId xmlns:a16="http://schemas.microsoft.com/office/drawing/2014/main" id="{EA060839-AF98-8040-7AE9-8F0D7E00C135}"/>
              </a:ext>
            </a:extLst>
          </p:cNvPr>
          <p:cNvSpPr>
            <a:spLocks noGrp="1"/>
          </p:cNvSpPr>
          <p:nvPr>
            <p:ph sz="half" idx="15"/>
          </p:nvPr>
        </p:nvSpPr>
        <p:spPr>
          <a:xfrm>
            <a:off x="9144002" y="4572000"/>
            <a:ext cx="2499359" cy="1325880"/>
          </a:xfrm>
        </p:spPr>
        <p:txBody>
          <a:bodyPr/>
          <a:lstStyle>
            <a:lvl1pPr marL="0" indent="0">
              <a:spcBef>
                <a:spcPts val="1000"/>
              </a:spcBef>
              <a:buNone/>
              <a:defRPr sz="1300"/>
            </a:lvl1pPr>
            <a:lvl2pPr marL="137157" indent="-137157">
              <a:spcBef>
                <a:spcPts val="1000"/>
              </a:spcBef>
              <a:buFont typeface="Arial" panose="020B0604020202020204" pitchFamily="34" charset="0"/>
              <a:buChar char="▪"/>
              <a:defRPr sz="1300"/>
            </a:lvl2pPr>
            <a:lvl3pPr marL="274313" indent="-137157">
              <a:defRPr sz="1300"/>
            </a:lvl3pPr>
            <a:lvl4pPr marL="411470" indent="-137157">
              <a:defRPr sz="1300"/>
            </a:lvl4pPr>
            <a:lvl5pPr marL="548626" indent="-137157">
              <a:defRPr sz="1300"/>
            </a:lvl5pPr>
            <a:lvl6pPr marL="685783" indent="-137157">
              <a:defRPr sz="1300"/>
            </a:lvl6pPr>
            <a:lvl7pPr marL="822939" indent="-137157">
              <a:defRPr sz="1300"/>
            </a:lvl7pPr>
            <a:lvl8pPr marL="960096" indent="-137157">
              <a:defRPr sz="1300"/>
            </a:lvl8pPr>
            <a:lvl9pPr marL="1097253" indent="-137157">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Date Placeholder 27">
            <a:extLst>
              <a:ext uri="{FF2B5EF4-FFF2-40B4-BE49-F238E27FC236}">
                <a16:creationId xmlns:a16="http://schemas.microsoft.com/office/drawing/2014/main" id="{4C43927A-9072-62B2-E6B6-C90CC98BD41F}"/>
              </a:ext>
            </a:extLst>
          </p:cNvPr>
          <p:cNvSpPr>
            <a:spLocks noGrp="1"/>
          </p:cNvSpPr>
          <p:nvPr>
            <p:ph type="dt" sz="half" idx="16"/>
          </p:nvPr>
        </p:nvSpPr>
        <p:spPr/>
        <p:txBody>
          <a:bodyPr/>
          <a:lstStyle/>
          <a:p>
            <a:fld id="{A9B2E784-A5F5-4301-881B-94AC8DBF9DED}" type="datetime3">
              <a:rPr lang="en-US" smtClean="0"/>
              <a:t>5 May 2026</a:t>
            </a:fld>
            <a:endParaRPr lang="en-US"/>
          </a:p>
        </p:txBody>
      </p:sp>
      <p:sp>
        <p:nvSpPr>
          <p:cNvPr id="29" name="Slide Number Placeholder 28">
            <a:extLst>
              <a:ext uri="{FF2B5EF4-FFF2-40B4-BE49-F238E27FC236}">
                <a16:creationId xmlns:a16="http://schemas.microsoft.com/office/drawing/2014/main" id="{7C0BB974-2130-F29B-EFD0-42CC6056022B}"/>
              </a:ext>
            </a:extLst>
          </p:cNvPr>
          <p:cNvSpPr>
            <a:spLocks noGrp="1"/>
          </p:cNvSpPr>
          <p:nvPr>
            <p:ph type="sldNum" sz="quarter" idx="17"/>
          </p:nvPr>
        </p:nvSpPr>
        <p:spPr/>
        <p:txBody>
          <a:bodyPr/>
          <a:lstStyle/>
          <a:p>
            <a:fld id="{64E5BE4B-2FBF-4174-9E62-85FAD1CB43A6}" type="slidenum">
              <a:rPr lang="en-US" smtClean="0"/>
              <a:pPr/>
              <a:t>‹#›</a:t>
            </a:fld>
            <a:endParaRPr lang="en-US"/>
          </a:p>
        </p:txBody>
      </p:sp>
    </p:spTree>
    <p:extLst>
      <p:ext uri="{BB962C8B-B14F-4D97-AF65-F5344CB8AC3E}">
        <p14:creationId xmlns:p14="http://schemas.microsoft.com/office/powerpoint/2010/main" val="3931148451"/>
      </p:ext>
    </p:extLst>
  </p:cSld>
  <p:clrMapOvr>
    <a:masterClrMapping/>
  </p:clrMapOvr>
  <p:hf sldNum="0" hdr="0" ftr="0" dt="0"/>
  <p:extLst>
    <p:ext uri="{DCECCB84-F9BA-43D5-87BE-67443E8EF086}">
      <p15:sldGuideLst xmlns:p15="http://schemas.microsoft.com/office/powerpoint/2012/main">
        <p15:guide id="1" orient="horz" pos="1008">
          <p15:clr>
            <a:srgbClr val="A4A3A4"/>
          </p15:clr>
        </p15:guide>
        <p15:guide id="2" orient="horz" pos="3888">
          <p15:clr>
            <a:srgbClr val="A4A3A4"/>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Full Image">
    <p:spTree>
      <p:nvGrpSpPr>
        <p:cNvPr id="1" name=""/>
        <p:cNvGrpSpPr/>
        <p:nvPr/>
      </p:nvGrpSpPr>
      <p:grpSpPr>
        <a:xfrm>
          <a:off x="0" y="0"/>
          <a:ext cx="0" cy="0"/>
          <a:chOff x="0" y="0"/>
          <a:chExt cx="0" cy="0"/>
        </a:xfrm>
      </p:grpSpPr>
      <p:sp>
        <p:nvSpPr>
          <p:cNvPr id="2" name="Picture Placeholder 1">
            <a:extLst>
              <a:ext uri="{FF2B5EF4-FFF2-40B4-BE49-F238E27FC236}">
                <a16:creationId xmlns:a16="http://schemas.microsoft.com/office/drawing/2014/main" id="{A0F3CE13-290E-12C4-BDCA-17CB5BAFF747}"/>
              </a:ext>
            </a:extLst>
          </p:cNvPr>
          <p:cNvSpPr>
            <a:spLocks noGrp="1"/>
          </p:cNvSpPr>
          <p:nvPr>
            <p:ph type="pic" sz="quarter" idx="10"/>
          </p:nvPr>
        </p:nvSpPr>
        <p:spPr>
          <a:xfrm>
            <a:off x="0" y="228600"/>
            <a:ext cx="12192000" cy="6400800"/>
          </a:xfrm>
          <a:solidFill>
            <a:srgbClr val="D5D5D7"/>
          </a:solidFill>
        </p:spPr>
        <p:txBody>
          <a:bodyPr anchor="ctr" anchorCtr="0"/>
          <a:lstStyle>
            <a:lvl1pPr marL="0" indent="0" algn="ctr">
              <a:buFontTx/>
              <a:buNone/>
              <a:defRPr sz="1000">
                <a:solidFill>
                  <a:srgbClr val="221F20"/>
                </a:solidFill>
              </a:defRPr>
            </a:lvl1pPr>
          </a:lstStyle>
          <a:p>
            <a:r>
              <a:rPr lang="en-US"/>
              <a:t>Click icon to add picture</a:t>
            </a:r>
          </a:p>
        </p:txBody>
      </p:sp>
      <p:sp>
        <p:nvSpPr>
          <p:cNvPr id="4" name="Title 2">
            <a:extLst>
              <a:ext uri="{FF2B5EF4-FFF2-40B4-BE49-F238E27FC236}">
                <a16:creationId xmlns:a16="http://schemas.microsoft.com/office/drawing/2014/main" id="{0AF67DC4-909F-6BF0-DB86-8675E25715AB}"/>
              </a:ext>
            </a:extLst>
          </p:cNvPr>
          <p:cNvSpPr>
            <a:spLocks noGrp="1"/>
          </p:cNvSpPr>
          <p:nvPr>
            <p:ph type="title" hasCustomPrompt="1"/>
          </p:nvPr>
        </p:nvSpPr>
        <p:spPr/>
        <p:txBody>
          <a:bodyPr/>
          <a:lstStyle/>
          <a:p>
            <a:r>
              <a:rPr lang="en-US"/>
              <a:t>[Slide title]</a:t>
            </a:r>
          </a:p>
        </p:txBody>
      </p:sp>
      <p:sp>
        <p:nvSpPr>
          <p:cNvPr id="3" name="Date Placeholder 2">
            <a:extLst>
              <a:ext uri="{FF2B5EF4-FFF2-40B4-BE49-F238E27FC236}">
                <a16:creationId xmlns:a16="http://schemas.microsoft.com/office/drawing/2014/main" id="{FFF3D174-1921-7F28-5394-750C376C77F2}"/>
              </a:ext>
            </a:extLst>
          </p:cNvPr>
          <p:cNvSpPr>
            <a:spLocks noGrp="1"/>
          </p:cNvSpPr>
          <p:nvPr>
            <p:ph type="dt" sz="half" idx="11"/>
          </p:nvPr>
        </p:nvSpPr>
        <p:spPr/>
        <p:txBody>
          <a:bodyPr/>
          <a:lstStyle/>
          <a:p>
            <a:fld id="{18EAB3A5-9E92-4BB9-8F22-9632B4FBEDBA}" type="datetime3">
              <a:rPr lang="en-US" smtClean="0"/>
              <a:t>5 May 2026</a:t>
            </a:fld>
            <a:endParaRPr lang="en-US"/>
          </a:p>
        </p:txBody>
      </p:sp>
      <p:sp>
        <p:nvSpPr>
          <p:cNvPr id="5" name="Slide Number Placeholder 4">
            <a:extLst>
              <a:ext uri="{FF2B5EF4-FFF2-40B4-BE49-F238E27FC236}">
                <a16:creationId xmlns:a16="http://schemas.microsoft.com/office/drawing/2014/main" id="{04BD6737-D835-6484-7A3F-BAD2D784E28E}"/>
              </a:ext>
            </a:extLst>
          </p:cNvPr>
          <p:cNvSpPr>
            <a:spLocks noGrp="1"/>
          </p:cNvSpPr>
          <p:nvPr>
            <p:ph type="sldNum" sz="quarter" idx="12"/>
          </p:nvPr>
        </p:nvSpPr>
        <p:spPr/>
        <p:txBody>
          <a:bodyPr/>
          <a:lstStyle/>
          <a:p>
            <a:fld id="{64E5BE4B-2FBF-4174-9E62-85FAD1CB43A6}" type="slidenum">
              <a:rPr lang="en-US" smtClean="0"/>
              <a:pPr/>
              <a:t>‹#›</a:t>
            </a:fld>
            <a:endParaRPr lang="en-US"/>
          </a:p>
        </p:txBody>
      </p:sp>
      <p:pic>
        <p:nvPicPr>
          <p:cNvPr id="6" name="Picture 5">
            <a:extLst>
              <a:ext uri="{FF2B5EF4-FFF2-40B4-BE49-F238E27FC236}">
                <a16:creationId xmlns:a16="http://schemas.microsoft.com/office/drawing/2014/main" id="{B4B09A03-7F71-C11F-C219-9F32BF2D5BC0}"/>
              </a:ext>
            </a:extLst>
          </p:cNvPr>
          <p:cNvPicPr>
            <a:picLocks noChangeAspect="1"/>
          </p:cNvPicPr>
          <p:nvPr/>
        </p:nvPicPr>
        <p:blipFill>
          <a:blip r:embed="rId2"/>
          <a:srcRect/>
          <a:stretch/>
        </p:blipFill>
        <p:spPr>
          <a:xfrm>
            <a:off x="10004616" y="411163"/>
            <a:ext cx="1629707" cy="478023"/>
          </a:xfrm>
          <a:prstGeom prst="rect">
            <a:avLst/>
          </a:prstGeom>
        </p:spPr>
      </p:pic>
    </p:spTree>
    <p:extLst>
      <p:ext uri="{BB962C8B-B14F-4D97-AF65-F5344CB8AC3E}">
        <p14:creationId xmlns:p14="http://schemas.microsoft.com/office/powerpoint/2010/main" val="2375977085"/>
      </p:ext>
    </p:extLst>
  </p:cSld>
  <p:clrMapOvr>
    <a:masterClrMapping/>
  </p:clrMapOvr>
  <p:hf sldNum="0" hdr="0" ftr="0" dt="0"/>
  <p:extLst>
    <p:ext uri="{DCECCB84-F9BA-43D5-87BE-67443E8EF086}">
      <p15:sldGuideLst xmlns:p15="http://schemas.microsoft.com/office/powerpoint/2012/main">
        <p15:guide id="1" orient="horz" pos="1008">
          <p15:clr>
            <a:srgbClr val="A4A3A4"/>
          </p15:clr>
        </p15:guide>
        <p15:guide id="2" orient="horz" pos="3888">
          <p15:clr>
            <a:srgbClr val="A4A3A4"/>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ntent and Image 01">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C17D0BA3-CE88-4FFE-E80D-CD039190BDDD}"/>
              </a:ext>
            </a:extLst>
          </p:cNvPr>
          <p:cNvSpPr>
            <a:spLocks noGrp="1"/>
          </p:cNvSpPr>
          <p:nvPr>
            <p:ph type="title" hasCustomPrompt="1"/>
          </p:nvPr>
        </p:nvSpPr>
        <p:spPr>
          <a:xfrm>
            <a:off x="548640" y="411481"/>
            <a:ext cx="5364480" cy="914400"/>
          </a:xfrm>
        </p:spPr>
        <p:txBody>
          <a:bodyPr/>
          <a:lstStyle>
            <a:lvl1pPr>
              <a:defRPr sz="2800" b="1" cap="none" baseline="0"/>
            </a:lvl1pPr>
          </a:lstStyle>
          <a:p>
            <a:r>
              <a:rPr lang="en-US"/>
              <a:t>[Slide title]</a:t>
            </a:r>
          </a:p>
        </p:txBody>
      </p:sp>
      <p:sp>
        <p:nvSpPr>
          <p:cNvPr id="3" name="Content Placeholder 2"/>
          <p:cNvSpPr>
            <a:spLocks noGrp="1"/>
          </p:cNvSpPr>
          <p:nvPr>
            <p:ph sz="half" idx="1"/>
          </p:nvPr>
        </p:nvSpPr>
        <p:spPr>
          <a:xfrm>
            <a:off x="548639" y="1600200"/>
            <a:ext cx="5364480"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FDEDA6D-3B28-23A1-C2EE-BBB7617D7DCF}"/>
              </a:ext>
            </a:extLst>
          </p:cNvPr>
          <p:cNvSpPr>
            <a:spLocks noGrp="1"/>
          </p:cNvSpPr>
          <p:nvPr>
            <p:ph type="dt" sz="half" idx="11"/>
          </p:nvPr>
        </p:nvSpPr>
        <p:spPr/>
        <p:txBody>
          <a:bodyPr/>
          <a:lstStyle/>
          <a:p>
            <a:fld id="{40923810-5FB2-48C9-96CA-1DE2C4773142}" type="datetime3">
              <a:rPr lang="en-US" smtClean="0"/>
              <a:t>5 May 2026</a:t>
            </a:fld>
            <a:endParaRPr lang="en-US"/>
          </a:p>
        </p:txBody>
      </p:sp>
      <p:sp>
        <p:nvSpPr>
          <p:cNvPr id="6" name="Slide Number Placeholder 5">
            <a:extLst>
              <a:ext uri="{FF2B5EF4-FFF2-40B4-BE49-F238E27FC236}">
                <a16:creationId xmlns:a16="http://schemas.microsoft.com/office/drawing/2014/main" id="{8F131B70-C8F2-D686-C30C-B4651FF0440C}"/>
              </a:ext>
            </a:extLst>
          </p:cNvPr>
          <p:cNvSpPr>
            <a:spLocks noGrp="1"/>
          </p:cNvSpPr>
          <p:nvPr>
            <p:ph type="sldNum" sz="quarter" idx="12"/>
          </p:nvPr>
        </p:nvSpPr>
        <p:spPr/>
        <p:txBody>
          <a:bodyPr/>
          <a:lstStyle/>
          <a:p>
            <a:fld id="{64E5BE4B-2FBF-4174-9E62-85FAD1CB43A6}" type="slidenum">
              <a:rPr lang="en-US" smtClean="0"/>
              <a:pPr/>
              <a:t>‹#›</a:t>
            </a:fld>
            <a:endParaRPr lang="en-US"/>
          </a:p>
        </p:txBody>
      </p:sp>
      <p:sp>
        <p:nvSpPr>
          <p:cNvPr id="8" name="Picture Placeholder 3">
            <a:extLst>
              <a:ext uri="{FF2B5EF4-FFF2-40B4-BE49-F238E27FC236}">
                <a16:creationId xmlns:a16="http://schemas.microsoft.com/office/drawing/2014/main" id="{9D1DFBC2-C4E8-E691-E48C-B8D2CF49CDAF}"/>
              </a:ext>
            </a:extLst>
          </p:cNvPr>
          <p:cNvSpPr>
            <a:spLocks noGrp="1"/>
          </p:cNvSpPr>
          <p:nvPr>
            <p:ph type="pic" sz="quarter" idx="10"/>
          </p:nvPr>
        </p:nvSpPr>
        <p:spPr>
          <a:xfrm>
            <a:off x="6278038" y="1076325"/>
            <a:ext cx="5365748" cy="5095875"/>
          </a:xfrm>
          <a:solidFill>
            <a:srgbClr val="D5D5D7"/>
          </a:solidFill>
        </p:spPr>
        <p:txBody>
          <a:bodyPr anchor="ctr" anchorCtr="0"/>
          <a:lstStyle>
            <a:lvl1pPr marL="0" indent="0" algn="ctr">
              <a:buFontTx/>
              <a:buNone/>
              <a:defRPr sz="1000">
                <a:solidFill>
                  <a:srgbClr val="221F20"/>
                </a:solidFill>
              </a:defRPr>
            </a:lvl1pPr>
          </a:lstStyle>
          <a:p>
            <a:r>
              <a:rPr lang="en-US"/>
              <a:t>Click icon to add picture</a:t>
            </a:r>
          </a:p>
        </p:txBody>
      </p:sp>
    </p:spTree>
    <p:extLst>
      <p:ext uri="{BB962C8B-B14F-4D97-AF65-F5344CB8AC3E}">
        <p14:creationId xmlns:p14="http://schemas.microsoft.com/office/powerpoint/2010/main" val="3679901704"/>
      </p:ext>
    </p:extLst>
  </p:cSld>
  <p:clrMapOvr>
    <a:masterClrMapping/>
  </p:clrMapOvr>
  <p:hf sldNum="0" hdr="0" ftr="0" dt="0"/>
  <p:extLst>
    <p:ext uri="{DCECCB84-F9BA-43D5-87BE-67443E8EF086}">
      <p15:sldGuideLst xmlns:p15="http://schemas.microsoft.com/office/powerpoint/2012/main">
        <p15:guide id="1" orient="horz" pos="1008">
          <p15:clr>
            <a:srgbClr val="A4A3A4"/>
          </p15:clr>
        </p15:guide>
        <p15:guide id="2" orient="horz" pos="3888">
          <p15:clr>
            <a:srgbClr val="A4A3A4"/>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ent and Image 02">
    <p:spTree>
      <p:nvGrpSpPr>
        <p:cNvPr id="1" name=""/>
        <p:cNvGrpSpPr/>
        <p:nvPr/>
      </p:nvGrpSpPr>
      <p:grpSpPr>
        <a:xfrm>
          <a:off x="0" y="0"/>
          <a:ext cx="0" cy="0"/>
          <a:chOff x="0" y="0"/>
          <a:chExt cx="0" cy="0"/>
        </a:xfrm>
      </p:grpSpPr>
      <p:sp>
        <p:nvSpPr>
          <p:cNvPr id="2" name="Picture Placeholder 1">
            <a:extLst>
              <a:ext uri="{FF2B5EF4-FFF2-40B4-BE49-F238E27FC236}">
                <a16:creationId xmlns:a16="http://schemas.microsoft.com/office/drawing/2014/main" id="{4D455EB0-A36D-4986-9393-AA1D5CE6C067}"/>
              </a:ext>
            </a:extLst>
          </p:cNvPr>
          <p:cNvSpPr>
            <a:spLocks noGrp="1"/>
          </p:cNvSpPr>
          <p:nvPr>
            <p:ph type="pic" sz="quarter" idx="10"/>
          </p:nvPr>
        </p:nvSpPr>
        <p:spPr>
          <a:xfrm>
            <a:off x="548639" y="411480"/>
            <a:ext cx="11094720" cy="3108960"/>
          </a:xfrm>
          <a:solidFill>
            <a:srgbClr val="D5D5D7"/>
          </a:solidFill>
        </p:spPr>
        <p:txBody>
          <a:bodyPr anchor="ctr" anchorCtr="0"/>
          <a:lstStyle>
            <a:lvl1pPr marL="0" indent="0" algn="ctr">
              <a:buFontTx/>
              <a:buNone/>
              <a:defRPr sz="1000">
                <a:solidFill>
                  <a:srgbClr val="221F20"/>
                </a:solidFill>
              </a:defRPr>
            </a:lvl1pPr>
          </a:lstStyle>
          <a:p>
            <a:r>
              <a:rPr lang="en-US"/>
              <a:t>Click icon to add picture</a:t>
            </a:r>
          </a:p>
        </p:txBody>
      </p:sp>
      <p:sp>
        <p:nvSpPr>
          <p:cNvPr id="5" name="Title 2">
            <a:extLst>
              <a:ext uri="{FF2B5EF4-FFF2-40B4-BE49-F238E27FC236}">
                <a16:creationId xmlns:a16="http://schemas.microsoft.com/office/drawing/2014/main" id="{C17D0BA3-CE88-4FFE-E80D-CD039190BDDD}"/>
              </a:ext>
            </a:extLst>
          </p:cNvPr>
          <p:cNvSpPr>
            <a:spLocks noGrp="1"/>
          </p:cNvSpPr>
          <p:nvPr>
            <p:ph type="title" hasCustomPrompt="1"/>
          </p:nvPr>
        </p:nvSpPr>
        <p:spPr>
          <a:xfrm>
            <a:off x="548640" y="3794760"/>
            <a:ext cx="5364480" cy="914400"/>
          </a:xfrm>
        </p:spPr>
        <p:txBody>
          <a:bodyPr/>
          <a:lstStyle>
            <a:lvl1pPr>
              <a:defRPr sz="2800" b="1" cap="none" baseline="0"/>
            </a:lvl1pPr>
          </a:lstStyle>
          <a:p>
            <a:r>
              <a:rPr lang="en-US"/>
              <a:t>[Slide title]</a:t>
            </a:r>
          </a:p>
        </p:txBody>
      </p:sp>
      <p:sp>
        <p:nvSpPr>
          <p:cNvPr id="3" name="Content Placeholder 3"/>
          <p:cNvSpPr>
            <a:spLocks noGrp="1"/>
          </p:cNvSpPr>
          <p:nvPr>
            <p:ph sz="half" idx="1"/>
          </p:nvPr>
        </p:nvSpPr>
        <p:spPr>
          <a:xfrm>
            <a:off x="6278879" y="3794760"/>
            <a:ext cx="5364480" cy="23774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3439DE7-660B-3FA9-966D-AB1D9EF6AC81}"/>
              </a:ext>
            </a:extLst>
          </p:cNvPr>
          <p:cNvSpPr>
            <a:spLocks noGrp="1"/>
          </p:cNvSpPr>
          <p:nvPr>
            <p:ph type="dt" sz="half" idx="11"/>
          </p:nvPr>
        </p:nvSpPr>
        <p:spPr/>
        <p:txBody>
          <a:bodyPr/>
          <a:lstStyle/>
          <a:p>
            <a:fld id="{E50EFF4B-86EB-42FB-93EA-7D8F9CB2466F}" type="datetime3">
              <a:rPr lang="en-US" smtClean="0"/>
              <a:t>5 May 2026</a:t>
            </a:fld>
            <a:endParaRPr lang="en-US"/>
          </a:p>
        </p:txBody>
      </p:sp>
      <p:sp>
        <p:nvSpPr>
          <p:cNvPr id="6" name="Slide Number Placeholder 5">
            <a:extLst>
              <a:ext uri="{FF2B5EF4-FFF2-40B4-BE49-F238E27FC236}">
                <a16:creationId xmlns:a16="http://schemas.microsoft.com/office/drawing/2014/main" id="{25763529-A3F2-C0F4-1A5C-AAFFF34D7F24}"/>
              </a:ext>
            </a:extLst>
          </p:cNvPr>
          <p:cNvSpPr>
            <a:spLocks noGrp="1"/>
          </p:cNvSpPr>
          <p:nvPr>
            <p:ph type="sldNum" sz="quarter" idx="12"/>
          </p:nvPr>
        </p:nvSpPr>
        <p:spPr/>
        <p:txBody>
          <a:bodyPr/>
          <a:lstStyle/>
          <a:p>
            <a:fld id="{64E5BE4B-2FBF-4174-9E62-85FAD1CB43A6}" type="slidenum">
              <a:rPr lang="en-US" smtClean="0"/>
              <a:pPr/>
              <a:t>‹#›</a:t>
            </a:fld>
            <a:endParaRPr lang="en-US"/>
          </a:p>
        </p:txBody>
      </p:sp>
    </p:spTree>
    <p:extLst>
      <p:ext uri="{BB962C8B-B14F-4D97-AF65-F5344CB8AC3E}">
        <p14:creationId xmlns:p14="http://schemas.microsoft.com/office/powerpoint/2010/main" val="1165122096"/>
      </p:ext>
    </p:extLst>
  </p:cSld>
  <p:clrMapOvr>
    <a:masterClrMapping/>
  </p:clrMapOvr>
  <p:hf sldNum="0" hdr="0" ftr="0" dt="0"/>
  <p:extLst>
    <p:ext uri="{DCECCB84-F9BA-43D5-87BE-67443E8EF086}">
      <p15:sldGuideLst xmlns:p15="http://schemas.microsoft.com/office/powerpoint/2012/main">
        <p15:guide id="1" orient="horz" pos="2390">
          <p15:clr>
            <a:srgbClr val="A4A3A4"/>
          </p15:clr>
        </p15:guide>
        <p15:guide id="2" orient="horz" pos="3888">
          <p15:clr>
            <a:srgbClr val="A4A3A4"/>
          </p15:clr>
        </p15:guide>
        <p15:guide id="3" orient="horz" pos="2218">
          <p15:clr>
            <a:srgbClr val="A4A3A4"/>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ntent and 2 Images">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C17D0BA3-CE88-4FFE-E80D-CD039190BDDD}"/>
              </a:ext>
            </a:extLst>
          </p:cNvPr>
          <p:cNvSpPr>
            <a:spLocks noGrp="1"/>
          </p:cNvSpPr>
          <p:nvPr>
            <p:ph type="title" hasCustomPrompt="1"/>
          </p:nvPr>
        </p:nvSpPr>
        <p:spPr/>
        <p:txBody>
          <a:bodyPr/>
          <a:lstStyle/>
          <a:p>
            <a:r>
              <a:rPr lang="en-US"/>
              <a:t>[Slide title]</a:t>
            </a:r>
          </a:p>
        </p:txBody>
      </p:sp>
      <p:sp>
        <p:nvSpPr>
          <p:cNvPr id="2" name="Picture Placeholder 2">
            <a:extLst>
              <a:ext uri="{FF2B5EF4-FFF2-40B4-BE49-F238E27FC236}">
                <a16:creationId xmlns:a16="http://schemas.microsoft.com/office/drawing/2014/main" id="{E4C4A4C8-609A-5582-34D3-DD47E15FD269}"/>
              </a:ext>
            </a:extLst>
          </p:cNvPr>
          <p:cNvSpPr>
            <a:spLocks noGrp="1"/>
          </p:cNvSpPr>
          <p:nvPr>
            <p:ph type="pic" sz="quarter" idx="10"/>
          </p:nvPr>
        </p:nvSpPr>
        <p:spPr>
          <a:xfrm>
            <a:off x="548639" y="1600200"/>
            <a:ext cx="5364480" cy="2286000"/>
          </a:xfrm>
          <a:solidFill>
            <a:srgbClr val="D5D5D7"/>
          </a:solidFill>
        </p:spPr>
        <p:txBody>
          <a:bodyPr anchor="ctr" anchorCtr="0"/>
          <a:lstStyle>
            <a:lvl1pPr marL="0" indent="0" algn="ctr">
              <a:buFontTx/>
              <a:buNone/>
              <a:defRPr sz="1000">
                <a:solidFill>
                  <a:srgbClr val="221F20"/>
                </a:solidFill>
              </a:defRPr>
            </a:lvl1pPr>
          </a:lstStyle>
          <a:p>
            <a:r>
              <a:rPr lang="en-US"/>
              <a:t>Click icon to add picture</a:t>
            </a:r>
          </a:p>
        </p:txBody>
      </p:sp>
      <p:sp>
        <p:nvSpPr>
          <p:cNvPr id="8" name="Text Placeholder 3">
            <a:extLst>
              <a:ext uri="{FF2B5EF4-FFF2-40B4-BE49-F238E27FC236}">
                <a16:creationId xmlns:a16="http://schemas.microsoft.com/office/drawing/2014/main" id="{AE500155-914F-3AB3-C892-09CE75C54487}"/>
              </a:ext>
            </a:extLst>
          </p:cNvPr>
          <p:cNvSpPr>
            <a:spLocks noGrp="1"/>
          </p:cNvSpPr>
          <p:nvPr>
            <p:ph type="body" sz="quarter" idx="12" hasCustomPrompt="1"/>
          </p:nvPr>
        </p:nvSpPr>
        <p:spPr>
          <a:xfrm>
            <a:off x="548637" y="4114800"/>
            <a:ext cx="5364480" cy="365760"/>
          </a:xfrm>
        </p:spPr>
        <p:txBody>
          <a:bodyPr/>
          <a:lstStyle>
            <a:lvl1pPr marL="0" indent="0">
              <a:spcBef>
                <a:spcPts val="0"/>
              </a:spcBef>
              <a:buFontTx/>
              <a:buNone/>
              <a:defRPr sz="1800" b="1"/>
            </a:lvl1pPr>
            <a:lvl2pPr marL="0" indent="0">
              <a:spcBef>
                <a:spcPts val="0"/>
              </a:spcBef>
              <a:buFontTx/>
              <a:buNone/>
              <a:defRPr sz="1800" b="1"/>
            </a:lvl2pPr>
            <a:lvl3pPr marL="0" indent="0">
              <a:spcBef>
                <a:spcPts val="0"/>
              </a:spcBef>
              <a:buFontTx/>
              <a:buNone/>
              <a:defRPr sz="1800" b="1"/>
            </a:lvl3pPr>
            <a:lvl4pPr marL="0" indent="0">
              <a:spcBef>
                <a:spcPts val="0"/>
              </a:spcBef>
              <a:buFontTx/>
              <a:buNone/>
              <a:defRPr sz="1800" b="1"/>
            </a:lvl4pPr>
            <a:lvl5pPr marL="0" indent="0">
              <a:spcBef>
                <a:spcPts val="0"/>
              </a:spcBef>
              <a:buFontTx/>
              <a:buNone/>
              <a:defRPr sz="1800" b="1"/>
            </a:lvl5pPr>
            <a:lvl6pPr marL="0" indent="0">
              <a:spcBef>
                <a:spcPts val="0"/>
              </a:spcBef>
              <a:buFontTx/>
              <a:buNone/>
              <a:defRPr sz="1800" b="1"/>
            </a:lvl6pPr>
            <a:lvl7pPr marL="0" indent="0">
              <a:spcBef>
                <a:spcPts val="0"/>
              </a:spcBef>
              <a:buFontTx/>
              <a:buNone/>
              <a:defRPr sz="1800" b="1"/>
            </a:lvl7pPr>
            <a:lvl8pPr marL="0" indent="0">
              <a:spcBef>
                <a:spcPts val="0"/>
              </a:spcBef>
              <a:buFontTx/>
              <a:buNone/>
              <a:defRPr sz="1800" b="1"/>
            </a:lvl8pPr>
            <a:lvl9pPr marL="0" indent="0">
              <a:spcBef>
                <a:spcPts val="0"/>
              </a:spcBef>
              <a:buFontTx/>
              <a:buNone/>
              <a:defRPr sz="1800" b="1"/>
            </a:lvl9pPr>
          </a:lstStyle>
          <a:p>
            <a:pPr lvl="0"/>
            <a:r>
              <a:rPr lang="en-US"/>
              <a:t>[Subtitle]</a:t>
            </a:r>
          </a:p>
        </p:txBody>
      </p:sp>
      <p:sp>
        <p:nvSpPr>
          <p:cNvPr id="3" name="Content Placeholder 4"/>
          <p:cNvSpPr>
            <a:spLocks noGrp="1"/>
          </p:cNvSpPr>
          <p:nvPr>
            <p:ph sz="half" idx="1"/>
          </p:nvPr>
        </p:nvSpPr>
        <p:spPr>
          <a:xfrm>
            <a:off x="548639" y="4526280"/>
            <a:ext cx="5364480" cy="1645920"/>
          </a:xfrm>
        </p:spPr>
        <p:txBody>
          <a:bodyPr/>
          <a:lstStyle>
            <a:lvl1pPr marL="137157" indent="-137157">
              <a:defRPr sz="1500"/>
            </a:lvl1pPr>
            <a:lvl2pPr marL="274313" indent="-137157">
              <a:defRPr sz="1500"/>
            </a:lvl2pPr>
            <a:lvl3pPr marL="411470" indent="-137157">
              <a:defRPr sz="1500"/>
            </a:lvl3pPr>
            <a:lvl4pPr marL="548626" indent="-137157">
              <a:defRPr sz="1500"/>
            </a:lvl4pPr>
            <a:lvl5pPr marL="685783" indent="-137157">
              <a:defRPr sz="1500"/>
            </a:lvl5pPr>
            <a:lvl6pPr marL="822939" indent="-137157">
              <a:defRPr sz="1500"/>
            </a:lvl6pPr>
            <a:lvl7pPr marL="960096" indent="-137157">
              <a:defRPr sz="1500"/>
            </a:lvl7pPr>
            <a:lvl8pPr marL="1097253" indent="-137157">
              <a:defRPr sz="1500"/>
            </a:lvl8pPr>
            <a:lvl9pPr marL="1234409" indent="-137157">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Picture Placeholder 5">
            <a:extLst>
              <a:ext uri="{FF2B5EF4-FFF2-40B4-BE49-F238E27FC236}">
                <a16:creationId xmlns:a16="http://schemas.microsoft.com/office/drawing/2014/main" id="{FC3A5FBE-3D66-4376-9A16-FE11155BA55E}"/>
              </a:ext>
            </a:extLst>
          </p:cNvPr>
          <p:cNvSpPr>
            <a:spLocks noGrp="1"/>
          </p:cNvSpPr>
          <p:nvPr>
            <p:ph type="pic" sz="quarter" idx="11"/>
          </p:nvPr>
        </p:nvSpPr>
        <p:spPr>
          <a:xfrm>
            <a:off x="6278879" y="1600200"/>
            <a:ext cx="5364480" cy="2286000"/>
          </a:xfrm>
          <a:solidFill>
            <a:srgbClr val="D5D5D7"/>
          </a:solidFill>
        </p:spPr>
        <p:txBody>
          <a:bodyPr anchor="ctr" anchorCtr="0"/>
          <a:lstStyle>
            <a:lvl1pPr marL="0" indent="0" algn="ctr">
              <a:buFontTx/>
              <a:buNone/>
              <a:defRPr sz="1000">
                <a:solidFill>
                  <a:srgbClr val="221F20"/>
                </a:solidFill>
              </a:defRPr>
            </a:lvl1pPr>
          </a:lstStyle>
          <a:p>
            <a:r>
              <a:rPr lang="en-US"/>
              <a:t>Click icon to add picture</a:t>
            </a:r>
          </a:p>
        </p:txBody>
      </p:sp>
      <p:sp>
        <p:nvSpPr>
          <p:cNvPr id="9" name="Text Placeholder 6">
            <a:extLst>
              <a:ext uri="{FF2B5EF4-FFF2-40B4-BE49-F238E27FC236}">
                <a16:creationId xmlns:a16="http://schemas.microsoft.com/office/drawing/2014/main" id="{CD5289C6-6376-08BD-CF12-DE93A92EFB78}"/>
              </a:ext>
            </a:extLst>
          </p:cNvPr>
          <p:cNvSpPr>
            <a:spLocks noGrp="1"/>
          </p:cNvSpPr>
          <p:nvPr>
            <p:ph type="body" sz="quarter" idx="13" hasCustomPrompt="1"/>
          </p:nvPr>
        </p:nvSpPr>
        <p:spPr>
          <a:xfrm>
            <a:off x="6278879" y="4114800"/>
            <a:ext cx="5364480" cy="365760"/>
          </a:xfrm>
        </p:spPr>
        <p:txBody>
          <a:bodyPr/>
          <a:lstStyle>
            <a:lvl1pPr marL="0" indent="0">
              <a:spcBef>
                <a:spcPts val="0"/>
              </a:spcBef>
              <a:buFontTx/>
              <a:buNone/>
              <a:defRPr sz="1800" b="1"/>
            </a:lvl1pPr>
            <a:lvl2pPr marL="0" indent="0">
              <a:spcBef>
                <a:spcPts val="0"/>
              </a:spcBef>
              <a:buFontTx/>
              <a:buNone/>
              <a:defRPr sz="1800" b="1"/>
            </a:lvl2pPr>
            <a:lvl3pPr marL="0" indent="0">
              <a:spcBef>
                <a:spcPts val="0"/>
              </a:spcBef>
              <a:buFontTx/>
              <a:buNone/>
              <a:defRPr sz="1800" b="1"/>
            </a:lvl3pPr>
            <a:lvl4pPr marL="0" indent="0">
              <a:spcBef>
                <a:spcPts val="0"/>
              </a:spcBef>
              <a:buFontTx/>
              <a:buNone/>
              <a:defRPr sz="1800" b="1"/>
            </a:lvl4pPr>
            <a:lvl5pPr marL="0" indent="0">
              <a:spcBef>
                <a:spcPts val="0"/>
              </a:spcBef>
              <a:buFontTx/>
              <a:buNone/>
              <a:defRPr sz="1800" b="1"/>
            </a:lvl5pPr>
            <a:lvl6pPr marL="0" indent="0">
              <a:spcBef>
                <a:spcPts val="0"/>
              </a:spcBef>
              <a:buFontTx/>
              <a:buNone/>
              <a:defRPr sz="1800" b="1"/>
            </a:lvl6pPr>
            <a:lvl7pPr marL="0" indent="0">
              <a:spcBef>
                <a:spcPts val="0"/>
              </a:spcBef>
              <a:buFontTx/>
              <a:buNone/>
              <a:defRPr sz="1800" b="1"/>
            </a:lvl7pPr>
            <a:lvl8pPr marL="0" indent="0">
              <a:spcBef>
                <a:spcPts val="0"/>
              </a:spcBef>
              <a:buFontTx/>
              <a:buNone/>
              <a:defRPr sz="1800" b="1"/>
            </a:lvl8pPr>
            <a:lvl9pPr marL="0" indent="0">
              <a:spcBef>
                <a:spcPts val="0"/>
              </a:spcBef>
              <a:buFontTx/>
              <a:buNone/>
              <a:defRPr sz="1800" b="1"/>
            </a:lvl9pPr>
          </a:lstStyle>
          <a:p>
            <a:pPr lvl="0"/>
            <a:r>
              <a:rPr lang="en-US"/>
              <a:t>[Subtitle]</a:t>
            </a:r>
          </a:p>
        </p:txBody>
      </p:sp>
      <p:sp>
        <p:nvSpPr>
          <p:cNvPr id="4" name="Content Placeholder 7"/>
          <p:cNvSpPr>
            <a:spLocks noGrp="1"/>
          </p:cNvSpPr>
          <p:nvPr>
            <p:ph sz="half" idx="2"/>
          </p:nvPr>
        </p:nvSpPr>
        <p:spPr>
          <a:xfrm>
            <a:off x="6278879" y="4526280"/>
            <a:ext cx="5364480" cy="1645920"/>
          </a:xfrm>
        </p:spPr>
        <p:txBody>
          <a:bodyPr/>
          <a:lstStyle>
            <a:lvl1pPr marL="137157" indent="-137157">
              <a:defRPr sz="1500"/>
            </a:lvl1pPr>
            <a:lvl2pPr marL="274313" indent="-137157">
              <a:defRPr sz="1500"/>
            </a:lvl2pPr>
            <a:lvl3pPr marL="411470" indent="-137157">
              <a:defRPr sz="1500"/>
            </a:lvl3pPr>
            <a:lvl4pPr marL="548626" indent="-137157">
              <a:defRPr sz="1500"/>
            </a:lvl4pPr>
            <a:lvl5pPr marL="685783" indent="-137157">
              <a:defRPr sz="1500"/>
            </a:lvl5pPr>
            <a:lvl6pPr marL="822939" indent="-137157">
              <a:defRPr sz="1500"/>
            </a:lvl6pPr>
            <a:lvl7pPr marL="960096" indent="-137157">
              <a:defRPr sz="1500"/>
            </a:lvl7pPr>
            <a:lvl8pPr marL="1097253" indent="-137157">
              <a:defRPr sz="1500"/>
            </a:lvl8pPr>
            <a:lvl9pPr marL="1234409" indent="-137157">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Date Placeholder 9">
            <a:extLst>
              <a:ext uri="{FF2B5EF4-FFF2-40B4-BE49-F238E27FC236}">
                <a16:creationId xmlns:a16="http://schemas.microsoft.com/office/drawing/2014/main" id="{E309248A-8803-C0D0-F841-DA0B643CD6D3}"/>
              </a:ext>
            </a:extLst>
          </p:cNvPr>
          <p:cNvSpPr>
            <a:spLocks noGrp="1"/>
          </p:cNvSpPr>
          <p:nvPr>
            <p:ph type="dt" sz="half" idx="14"/>
          </p:nvPr>
        </p:nvSpPr>
        <p:spPr/>
        <p:txBody>
          <a:bodyPr/>
          <a:lstStyle/>
          <a:p>
            <a:fld id="{FB14FC24-E041-45E9-9A72-E5755A86890F}" type="datetime3">
              <a:rPr lang="en-US" smtClean="0"/>
              <a:t>5 May 2026</a:t>
            </a:fld>
            <a:endParaRPr lang="en-US"/>
          </a:p>
        </p:txBody>
      </p:sp>
      <p:sp>
        <p:nvSpPr>
          <p:cNvPr id="11" name="Slide Number Placeholder 10">
            <a:extLst>
              <a:ext uri="{FF2B5EF4-FFF2-40B4-BE49-F238E27FC236}">
                <a16:creationId xmlns:a16="http://schemas.microsoft.com/office/drawing/2014/main" id="{3E501E26-5E18-9AC3-2607-A695FA23E635}"/>
              </a:ext>
            </a:extLst>
          </p:cNvPr>
          <p:cNvSpPr>
            <a:spLocks noGrp="1"/>
          </p:cNvSpPr>
          <p:nvPr>
            <p:ph type="sldNum" sz="quarter" idx="15"/>
          </p:nvPr>
        </p:nvSpPr>
        <p:spPr/>
        <p:txBody>
          <a:bodyPr/>
          <a:lstStyle/>
          <a:p>
            <a:fld id="{64E5BE4B-2FBF-4174-9E62-85FAD1CB43A6}" type="slidenum">
              <a:rPr lang="en-US" smtClean="0"/>
              <a:pPr/>
              <a:t>‹#›</a:t>
            </a:fld>
            <a:endParaRPr lang="en-US"/>
          </a:p>
        </p:txBody>
      </p:sp>
    </p:spTree>
    <p:extLst>
      <p:ext uri="{BB962C8B-B14F-4D97-AF65-F5344CB8AC3E}">
        <p14:creationId xmlns:p14="http://schemas.microsoft.com/office/powerpoint/2010/main" val="2471513899"/>
      </p:ext>
    </p:extLst>
  </p:cSld>
  <p:clrMapOvr>
    <a:masterClrMapping/>
  </p:clrMapOvr>
  <p:hf sldNum="0" hdr="0" ftr="0" dt="0"/>
  <p:extLst>
    <p:ext uri="{DCECCB84-F9BA-43D5-87BE-67443E8EF086}">
      <p15:sldGuideLst xmlns:p15="http://schemas.microsoft.com/office/powerpoint/2012/main">
        <p15:guide id="1" orient="horz" pos="1008">
          <p15:clr>
            <a:srgbClr val="A4A3A4"/>
          </p15:clr>
        </p15:guide>
        <p15:guide id="2" orient="horz" pos="3888">
          <p15:clr>
            <a:srgbClr val="A4A3A4"/>
          </p15:clr>
        </p15:guide>
        <p15:guide id="3" orient="horz" pos="2592">
          <p15:clr>
            <a:srgbClr val="A4A3A4"/>
          </p15:clr>
        </p15:guide>
        <p15:guide id="4" orient="horz" pos="2448">
          <p15:clr>
            <a:srgbClr val="A4A3A4"/>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nt and 3 Images">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C17D0BA3-CE88-4FFE-E80D-CD039190BDDD}"/>
              </a:ext>
            </a:extLst>
          </p:cNvPr>
          <p:cNvSpPr>
            <a:spLocks noGrp="1"/>
          </p:cNvSpPr>
          <p:nvPr>
            <p:ph type="title" hasCustomPrompt="1"/>
          </p:nvPr>
        </p:nvSpPr>
        <p:spPr/>
        <p:txBody>
          <a:bodyPr/>
          <a:lstStyle/>
          <a:p>
            <a:r>
              <a:rPr lang="en-US"/>
              <a:t>[Slide title]</a:t>
            </a:r>
          </a:p>
        </p:txBody>
      </p:sp>
      <p:sp>
        <p:nvSpPr>
          <p:cNvPr id="2" name="Picture Placeholder 2">
            <a:extLst>
              <a:ext uri="{FF2B5EF4-FFF2-40B4-BE49-F238E27FC236}">
                <a16:creationId xmlns:a16="http://schemas.microsoft.com/office/drawing/2014/main" id="{E4C4A4C8-609A-5582-34D3-DD47E15FD269}"/>
              </a:ext>
            </a:extLst>
          </p:cNvPr>
          <p:cNvSpPr>
            <a:spLocks noGrp="1"/>
          </p:cNvSpPr>
          <p:nvPr>
            <p:ph type="pic" sz="quarter" idx="10"/>
          </p:nvPr>
        </p:nvSpPr>
        <p:spPr>
          <a:xfrm>
            <a:off x="548639" y="1600200"/>
            <a:ext cx="3450336" cy="1691640"/>
          </a:xfrm>
          <a:solidFill>
            <a:srgbClr val="D5D5D7"/>
          </a:solidFill>
        </p:spPr>
        <p:txBody>
          <a:bodyPr anchor="ctr" anchorCtr="0"/>
          <a:lstStyle>
            <a:lvl1pPr marL="0" indent="0" algn="ctr">
              <a:buFontTx/>
              <a:buNone/>
              <a:defRPr sz="1000">
                <a:solidFill>
                  <a:srgbClr val="221F20"/>
                </a:solidFill>
              </a:defRPr>
            </a:lvl1pPr>
          </a:lstStyle>
          <a:p>
            <a:r>
              <a:rPr lang="en-US"/>
              <a:t>Click icon to add picture</a:t>
            </a:r>
          </a:p>
        </p:txBody>
      </p:sp>
      <p:sp>
        <p:nvSpPr>
          <p:cNvPr id="8" name="Text Placeholder 3">
            <a:extLst>
              <a:ext uri="{FF2B5EF4-FFF2-40B4-BE49-F238E27FC236}">
                <a16:creationId xmlns:a16="http://schemas.microsoft.com/office/drawing/2014/main" id="{AE500155-914F-3AB3-C892-09CE75C54487}"/>
              </a:ext>
            </a:extLst>
          </p:cNvPr>
          <p:cNvSpPr>
            <a:spLocks noGrp="1"/>
          </p:cNvSpPr>
          <p:nvPr>
            <p:ph type="body" sz="quarter" idx="12" hasCustomPrompt="1"/>
          </p:nvPr>
        </p:nvSpPr>
        <p:spPr>
          <a:xfrm>
            <a:off x="548637" y="3520440"/>
            <a:ext cx="3450336" cy="365760"/>
          </a:xfrm>
        </p:spPr>
        <p:txBody>
          <a:bodyPr/>
          <a:lstStyle>
            <a:lvl1pPr marL="0" indent="0">
              <a:spcBef>
                <a:spcPts val="0"/>
              </a:spcBef>
              <a:buFontTx/>
              <a:buNone/>
              <a:defRPr sz="1800" b="1"/>
            </a:lvl1pPr>
            <a:lvl2pPr marL="0" indent="0">
              <a:spcBef>
                <a:spcPts val="0"/>
              </a:spcBef>
              <a:buFontTx/>
              <a:buNone/>
              <a:defRPr sz="1800" b="1"/>
            </a:lvl2pPr>
            <a:lvl3pPr marL="0" indent="0">
              <a:spcBef>
                <a:spcPts val="0"/>
              </a:spcBef>
              <a:buFontTx/>
              <a:buNone/>
              <a:defRPr sz="1800" b="1"/>
            </a:lvl3pPr>
            <a:lvl4pPr marL="0" indent="0">
              <a:spcBef>
                <a:spcPts val="0"/>
              </a:spcBef>
              <a:buFontTx/>
              <a:buNone/>
              <a:defRPr sz="1800" b="1"/>
            </a:lvl4pPr>
            <a:lvl5pPr marL="0" indent="0">
              <a:spcBef>
                <a:spcPts val="0"/>
              </a:spcBef>
              <a:buFontTx/>
              <a:buNone/>
              <a:defRPr sz="1800" b="1"/>
            </a:lvl5pPr>
            <a:lvl6pPr marL="0" indent="0">
              <a:spcBef>
                <a:spcPts val="0"/>
              </a:spcBef>
              <a:buFontTx/>
              <a:buNone/>
              <a:defRPr sz="1800" b="1"/>
            </a:lvl6pPr>
            <a:lvl7pPr marL="0" indent="0">
              <a:spcBef>
                <a:spcPts val="0"/>
              </a:spcBef>
              <a:buFontTx/>
              <a:buNone/>
              <a:defRPr sz="1800" b="1"/>
            </a:lvl7pPr>
            <a:lvl8pPr marL="0" indent="0">
              <a:spcBef>
                <a:spcPts val="0"/>
              </a:spcBef>
              <a:buFontTx/>
              <a:buNone/>
              <a:defRPr sz="1800" b="1"/>
            </a:lvl8pPr>
            <a:lvl9pPr marL="0" indent="0">
              <a:spcBef>
                <a:spcPts val="0"/>
              </a:spcBef>
              <a:buFontTx/>
              <a:buNone/>
              <a:defRPr sz="1800" b="1"/>
            </a:lvl9pPr>
          </a:lstStyle>
          <a:p>
            <a:pPr lvl="0"/>
            <a:r>
              <a:rPr lang="en-US"/>
              <a:t>[Subtitle]</a:t>
            </a:r>
          </a:p>
        </p:txBody>
      </p:sp>
      <p:sp>
        <p:nvSpPr>
          <p:cNvPr id="3" name="Content Placeholder 4"/>
          <p:cNvSpPr>
            <a:spLocks noGrp="1"/>
          </p:cNvSpPr>
          <p:nvPr>
            <p:ph sz="half" idx="1"/>
          </p:nvPr>
        </p:nvSpPr>
        <p:spPr>
          <a:xfrm>
            <a:off x="548639" y="3931920"/>
            <a:ext cx="3450336" cy="2240280"/>
          </a:xfrm>
        </p:spPr>
        <p:txBody>
          <a:bodyPr/>
          <a:lstStyle>
            <a:lvl1pPr marL="137157" indent="-137157">
              <a:defRPr sz="1500"/>
            </a:lvl1pPr>
            <a:lvl2pPr marL="274313" indent="-137157">
              <a:defRPr sz="1500"/>
            </a:lvl2pPr>
            <a:lvl3pPr marL="411470" indent="-137157">
              <a:defRPr sz="1500"/>
            </a:lvl3pPr>
            <a:lvl4pPr marL="548626" indent="-137157">
              <a:defRPr sz="1500"/>
            </a:lvl4pPr>
            <a:lvl5pPr marL="685783" indent="-137157">
              <a:defRPr sz="1500"/>
            </a:lvl5pPr>
            <a:lvl6pPr marL="822939" indent="-137157">
              <a:defRPr sz="1500"/>
            </a:lvl6pPr>
            <a:lvl7pPr marL="960096" indent="-137157">
              <a:defRPr sz="1500"/>
            </a:lvl7pPr>
            <a:lvl8pPr marL="1097253" indent="-137157">
              <a:defRPr sz="1500"/>
            </a:lvl8pPr>
            <a:lvl9pPr marL="1234409" indent="-137157">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Picture Placeholder 5">
            <a:extLst>
              <a:ext uri="{FF2B5EF4-FFF2-40B4-BE49-F238E27FC236}">
                <a16:creationId xmlns:a16="http://schemas.microsoft.com/office/drawing/2014/main" id="{FC3A5FBE-3D66-4376-9A16-FE11155BA55E}"/>
              </a:ext>
            </a:extLst>
          </p:cNvPr>
          <p:cNvSpPr>
            <a:spLocks noGrp="1"/>
          </p:cNvSpPr>
          <p:nvPr>
            <p:ph type="pic" sz="quarter" idx="11"/>
          </p:nvPr>
        </p:nvSpPr>
        <p:spPr>
          <a:xfrm>
            <a:off x="4370831" y="1600200"/>
            <a:ext cx="3450336" cy="1691640"/>
          </a:xfrm>
          <a:solidFill>
            <a:srgbClr val="D5D5D7"/>
          </a:solidFill>
        </p:spPr>
        <p:txBody>
          <a:bodyPr anchor="ctr" anchorCtr="0"/>
          <a:lstStyle>
            <a:lvl1pPr marL="0" indent="0" algn="ctr">
              <a:buFontTx/>
              <a:buNone/>
              <a:defRPr sz="1000">
                <a:solidFill>
                  <a:srgbClr val="221F20"/>
                </a:solidFill>
              </a:defRPr>
            </a:lvl1pPr>
          </a:lstStyle>
          <a:p>
            <a:r>
              <a:rPr lang="en-US"/>
              <a:t>Click icon to add picture</a:t>
            </a:r>
          </a:p>
        </p:txBody>
      </p:sp>
      <p:sp>
        <p:nvSpPr>
          <p:cNvPr id="9" name="Text Placeholder 6">
            <a:extLst>
              <a:ext uri="{FF2B5EF4-FFF2-40B4-BE49-F238E27FC236}">
                <a16:creationId xmlns:a16="http://schemas.microsoft.com/office/drawing/2014/main" id="{CD5289C6-6376-08BD-CF12-DE93A92EFB78}"/>
              </a:ext>
            </a:extLst>
          </p:cNvPr>
          <p:cNvSpPr>
            <a:spLocks noGrp="1"/>
          </p:cNvSpPr>
          <p:nvPr>
            <p:ph type="body" sz="quarter" idx="13" hasCustomPrompt="1"/>
          </p:nvPr>
        </p:nvSpPr>
        <p:spPr>
          <a:xfrm>
            <a:off x="4370831" y="3520440"/>
            <a:ext cx="3450336" cy="365760"/>
          </a:xfrm>
        </p:spPr>
        <p:txBody>
          <a:bodyPr/>
          <a:lstStyle>
            <a:lvl1pPr marL="0" indent="0">
              <a:spcBef>
                <a:spcPts val="0"/>
              </a:spcBef>
              <a:buFontTx/>
              <a:buNone/>
              <a:defRPr sz="1800" b="1"/>
            </a:lvl1pPr>
            <a:lvl2pPr marL="0" indent="0">
              <a:spcBef>
                <a:spcPts val="0"/>
              </a:spcBef>
              <a:buFontTx/>
              <a:buNone/>
              <a:defRPr sz="1800" b="1"/>
            </a:lvl2pPr>
            <a:lvl3pPr marL="0" indent="0">
              <a:spcBef>
                <a:spcPts val="0"/>
              </a:spcBef>
              <a:buFontTx/>
              <a:buNone/>
              <a:defRPr sz="1800" b="1"/>
            </a:lvl3pPr>
            <a:lvl4pPr marL="0" indent="0">
              <a:spcBef>
                <a:spcPts val="0"/>
              </a:spcBef>
              <a:buFontTx/>
              <a:buNone/>
              <a:defRPr sz="1800" b="1"/>
            </a:lvl4pPr>
            <a:lvl5pPr marL="0" indent="0">
              <a:spcBef>
                <a:spcPts val="0"/>
              </a:spcBef>
              <a:buFontTx/>
              <a:buNone/>
              <a:defRPr sz="1800" b="1"/>
            </a:lvl5pPr>
            <a:lvl6pPr marL="0" indent="0">
              <a:spcBef>
                <a:spcPts val="0"/>
              </a:spcBef>
              <a:buFontTx/>
              <a:buNone/>
              <a:defRPr sz="1800" b="1"/>
            </a:lvl6pPr>
            <a:lvl7pPr marL="0" indent="0">
              <a:spcBef>
                <a:spcPts val="0"/>
              </a:spcBef>
              <a:buFontTx/>
              <a:buNone/>
              <a:defRPr sz="1800" b="1"/>
            </a:lvl7pPr>
            <a:lvl8pPr marL="0" indent="0">
              <a:spcBef>
                <a:spcPts val="0"/>
              </a:spcBef>
              <a:buFontTx/>
              <a:buNone/>
              <a:defRPr sz="1800" b="1"/>
            </a:lvl8pPr>
            <a:lvl9pPr marL="0" indent="0">
              <a:spcBef>
                <a:spcPts val="0"/>
              </a:spcBef>
              <a:buFontTx/>
              <a:buNone/>
              <a:defRPr sz="1800" b="1"/>
            </a:lvl9pPr>
          </a:lstStyle>
          <a:p>
            <a:pPr lvl="0"/>
            <a:r>
              <a:rPr lang="en-US"/>
              <a:t>[Subtitle]</a:t>
            </a:r>
          </a:p>
        </p:txBody>
      </p:sp>
      <p:sp>
        <p:nvSpPr>
          <p:cNvPr id="4" name="Content Placeholder 7"/>
          <p:cNvSpPr>
            <a:spLocks noGrp="1"/>
          </p:cNvSpPr>
          <p:nvPr>
            <p:ph sz="half" idx="2"/>
          </p:nvPr>
        </p:nvSpPr>
        <p:spPr>
          <a:xfrm>
            <a:off x="4370831" y="3931920"/>
            <a:ext cx="3450336" cy="2240280"/>
          </a:xfrm>
        </p:spPr>
        <p:txBody>
          <a:bodyPr/>
          <a:lstStyle>
            <a:lvl1pPr marL="137157" indent="-137157">
              <a:defRPr sz="1500"/>
            </a:lvl1pPr>
            <a:lvl2pPr marL="274313" indent="-137157">
              <a:defRPr sz="1500"/>
            </a:lvl2pPr>
            <a:lvl3pPr marL="411470" indent="-137157">
              <a:defRPr sz="1500"/>
            </a:lvl3pPr>
            <a:lvl4pPr marL="548626" indent="-137157">
              <a:defRPr sz="1500"/>
            </a:lvl4pPr>
            <a:lvl5pPr marL="685783" indent="-137157">
              <a:defRPr sz="1500"/>
            </a:lvl5pPr>
            <a:lvl6pPr marL="822939" indent="-137157">
              <a:defRPr sz="1500"/>
            </a:lvl6pPr>
            <a:lvl7pPr marL="960096" indent="-137157">
              <a:defRPr sz="1500"/>
            </a:lvl7pPr>
            <a:lvl8pPr marL="1097253" indent="-137157">
              <a:defRPr sz="1500"/>
            </a:lvl8pPr>
            <a:lvl9pPr marL="1234409" indent="-137157">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8">
            <a:extLst>
              <a:ext uri="{FF2B5EF4-FFF2-40B4-BE49-F238E27FC236}">
                <a16:creationId xmlns:a16="http://schemas.microsoft.com/office/drawing/2014/main" id="{2F1293E6-42E9-E8B5-FFA8-86FB82D4865C}"/>
              </a:ext>
            </a:extLst>
          </p:cNvPr>
          <p:cNvSpPr>
            <a:spLocks noGrp="1"/>
          </p:cNvSpPr>
          <p:nvPr>
            <p:ph type="pic" sz="quarter" idx="15"/>
          </p:nvPr>
        </p:nvSpPr>
        <p:spPr>
          <a:xfrm>
            <a:off x="8193023" y="1600200"/>
            <a:ext cx="3450336" cy="1691640"/>
          </a:xfrm>
          <a:solidFill>
            <a:srgbClr val="D5D5D7"/>
          </a:solidFill>
        </p:spPr>
        <p:txBody>
          <a:bodyPr anchor="ctr" anchorCtr="0"/>
          <a:lstStyle>
            <a:lvl1pPr marL="0" indent="0" algn="ctr">
              <a:buFontTx/>
              <a:buNone/>
              <a:defRPr sz="1000">
                <a:solidFill>
                  <a:srgbClr val="221F20"/>
                </a:solidFill>
              </a:defRPr>
            </a:lvl1pPr>
          </a:lstStyle>
          <a:p>
            <a:r>
              <a:rPr lang="en-US"/>
              <a:t>Click icon to add picture</a:t>
            </a:r>
          </a:p>
        </p:txBody>
      </p:sp>
      <p:sp>
        <p:nvSpPr>
          <p:cNvPr id="11" name="Text Placeholder 9">
            <a:extLst>
              <a:ext uri="{FF2B5EF4-FFF2-40B4-BE49-F238E27FC236}">
                <a16:creationId xmlns:a16="http://schemas.microsoft.com/office/drawing/2014/main" id="{1A0087B1-BE04-FAAE-807C-18D539A58557}"/>
              </a:ext>
            </a:extLst>
          </p:cNvPr>
          <p:cNvSpPr>
            <a:spLocks noGrp="1"/>
          </p:cNvSpPr>
          <p:nvPr>
            <p:ph type="body" sz="quarter" idx="16" hasCustomPrompt="1"/>
          </p:nvPr>
        </p:nvSpPr>
        <p:spPr>
          <a:xfrm>
            <a:off x="8193023" y="3520440"/>
            <a:ext cx="3450336" cy="365760"/>
          </a:xfrm>
        </p:spPr>
        <p:txBody>
          <a:bodyPr/>
          <a:lstStyle>
            <a:lvl1pPr marL="0" indent="0">
              <a:spcBef>
                <a:spcPts val="0"/>
              </a:spcBef>
              <a:buFontTx/>
              <a:buNone/>
              <a:defRPr sz="1800" b="1"/>
            </a:lvl1pPr>
            <a:lvl2pPr marL="0" indent="0">
              <a:spcBef>
                <a:spcPts val="0"/>
              </a:spcBef>
              <a:buFontTx/>
              <a:buNone/>
              <a:defRPr sz="1800" b="1"/>
            </a:lvl2pPr>
            <a:lvl3pPr marL="0" indent="0">
              <a:spcBef>
                <a:spcPts val="0"/>
              </a:spcBef>
              <a:buFontTx/>
              <a:buNone/>
              <a:defRPr sz="1800" b="1"/>
            </a:lvl3pPr>
            <a:lvl4pPr marL="0" indent="0">
              <a:spcBef>
                <a:spcPts val="0"/>
              </a:spcBef>
              <a:buFontTx/>
              <a:buNone/>
              <a:defRPr sz="1800" b="1"/>
            </a:lvl4pPr>
            <a:lvl5pPr marL="0" indent="0">
              <a:spcBef>
                <a:spcPts val="0"/>
              </a:spcBef>
              <a:buFontTx/>
              <a:buNone/>
              <a:defRPr sz="1800" b="1"/>
            </a:lvl5pPr>
            <a:lvl6pPr marL="0" indent="0">
              <a:spcBef>
                <a:spcPts val="0"/>
              </a:spcBef>
              <a:buFontTx/>
              <a:buNone/>
              <a:defRPr sz="1800" b="1"/>
            </a:lvl6pPr>
            <a:lvl7pPr marL="0" indent="0">
              <a:spcBef>
                <a:spcPts val="0"/>
              </a:spcBef>
              <a:buFontTx/>
              <a:buNone/>
              <a:defRPr sz="1800" b="1"/>
            </a:lvl7pPr>
            <a:lvl8pPr marL="0" indent="0">
              <a:spcBef>
                <a:spcPts val="0"/>
              </a:spcBef>
              <a:buFontTx/>
              <a:buNone/>
              <a:defRPr sz="1800" b="1"/>
            </a:lvl8pPr>
            <a:lvl9pPr marL="0" indent="0">
              <a:spcBef>
                <a:spcPts val="0"/>
              </a:spcBef>
              <a:buFontTx/>
              <a:buNone/>
              <a:defRPr sz="1800" b="1"/>
            </a:lvl9pPr>
          </a:lstStyle>
          <a:p>
            <a:pPr lvl="0"/>
            <a:r>
              <a:rPr lang="en-US"/>
              <a:t>[Subtitle]</a:t>
            </a:r>
          </a:p>
        </p:txBody>
      </p:sp>
      <p:sp>
        <p:nvSpPr>
          <p:cNvPr id="12" name="Content Placeholder 10">
            <a:extLst>
              <a:ext uri="{FF2B5EF4-FFF2-40B4-BE49-F238E27FC236}">
                <a16:creationId xmlns:a16="http://schemas.microsoft.com/office/drawing/2014/main" id="{9A4D43E8-8B9E-0180-3592-10B667D09516}"/>
              </a:ext>
            </a:extLst>
          </p:cNvPr>
          <p:cNvSpPr>
            <a:spLocks noGrp="1"/>
          </p:cNvSpPr>
          <p:nvPr>
            <p:ph sz="half" idx="17"/>
          </p:nvPr>
        </p:nvSpPr>
        <p:spPr>
          <a:xfrm>
            <a:off x="8193023" y="3931920"/>
            <a:ext cx="3450336" cy="2240280"/>
          </a:xfrm>
        </p:spPr>
        <p:txBody>
          <a:bodyPr/>
          <a:lstStyle>
            <a:lvl1pPr marL="137157" indent="-137157">
              <a:defRPr sz="1500"/>
            </a:lvl1pPr>
            <a:lvl2pPr marL="274313" indent="-137157">
              <a:defRPr sz="1500"/>
            </a:lvl2pPr>
            <a:lvl3pPr marL="411470" indent="-137157">
              <a:defRPr sz="1500"/>
            </a:lvl3pPr>
            <a:lvl4pPr marL="548626" indent="-137157">
              <a:defRPr sz="1500"/>
            </a:lvl4pPr>
            <a:lvl5pPr marL="685783" indent="-137157">
              <a:defRPr sz="1500"/>
            </a:lvl5pPr>
            <a:lvl6pPr marL="822939" indent="-137157">
              <a:defRPr sz="1500"/>
            </a:lvl6pPr>
            <a:lvl7pPr marL="960096" indent="-137157">
              <a:defRPr sz="1500"/>
            </a:lvl7pPr>
            <a:lvl8pPr marL="1097253" indent="-137157">
              <a:defRPr sz="1500"/>
            </a:lvl8pPr>
            <a:lvl9pPr marL="1234409" indent="-137157">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Date Placeholder 12">
            <a:extLst>
              <a:ext uri="{FF2B5EF4-FFF2-40B4-BE49-F238E27FC236}">
                <a16:creationId xmlns:a16="http://schemas.microsoft.com/office/drawing/2014/main" id="{BCC41EC7-A74C-7FAC-CAAF-B45134A90C1F}"/>
              </a:ext>
            </a:extLst>
          </p:cNvPr>
          <p:cNvSpPr>
            <a:spLocks noGrp="1"/>
          </p:cNvSpPr>
          <p:nvPr>
            <p:ph type="dt" sz="half" idx="18"/>
          </p:nvPr>
        </p:nvSpPr>
        <p:spPr/>
        <p:txBody>
          <a:bodyPr/>
          <a:lstStyle/>
          <a:p>
            <a:fld id="{98A19125-94A7-4474-858C-FD9C4ABE9DDA}" type="datetime3">
              <a:rPr lang="en-US" smtClean="0"/>
              <a:t>5 May 2026</a:t>
            </a:fld>
            <a:endParaRPr lang="en-US"/>
          </a:p>
        </p:txBody>
      </p:sp>
      <p:sp>
        <p:nvSpPr>
          <p:cNvPr id="14" name="Slide Number Placeholder 13">
            <a:extLst>
              <a:ext uri="{FF2B5EF4-FFF2-40B4-BE49-F238E27FC236}">
                <a16:creationId xmlns:a16="http://schemas.microsoft.com/office/drawing/2014/main" id="{0DCE38A9-CABF-9588-DDD8-93DD198F7EC2}"/>
              </a:ext>
            </a:extLst>
          </p:cNvPr>
          <p:cNvSpPr>
            <a:spLocks noGrp="1"/>
          </p:cNvSpPr>
          <p:nvPr>
            <p:ph type="sldNum" sz="quarter" idx="19"/>
          </p:nvPr>
        </p:nvSpPr>
        <p:spPr/>
        <p:txBody>
          <a:bodyPr/>
          <a:lstStyle/>
          <a:p>
            <a:fld id="{64E5BE4B-2FBF-4174-9E62-85FAD1CB43A6}" type="slidenum">
              <a:rPr lang="en-US" smtClean="0"/>
              <a:pPr/>
              <a:t>‹#›</a:t>
            </a:fld>
            <a:endParaRPr lang="en-US"/>
          </a:p>
        </p:txBody>
      </p:sp>
    </p:spTree>
    <p:extLst>
      <p:ext uri="{BB962C8B-B14F-4D97-AF65-F5344CB8AC3E}">
        <p14:creationId xmlns:p14="http://schemas.microsoft.com/office/powerpoint/2010/main" val="2702339298"/>
      </p:ext>
    </p:extLst>
  </p:cSld>
  <p:clrMapOvr>
    <a:masterClrMapping/>
  </p:clrMapOvr>
  <p:hf sldNum="0" hdr="0" ftr="0" dt="0"/>
  <p:extLst>
    <p:ext uri="{DCECCB84-F9BA-43D5-87BE-67443E8EF086}">
      <p15:sldGuideLst xmlns:p15="http://schemas.microsoft.com/office/powerpoint/2012/main">
        <p15:guide id="1" orient="horz" pos="1008">
          <p15:clr>
            <a:srgbClr val="A4A3A4"/>
          </p15:clr>
        </p15:guide>
        <p15:guide id="2" orient="horz" pos="2218">
          <p15:clr>
            <a:srgbClr val="A4A3A4"/>
          </p15:clr>
        </p15:guide>
        <p15:guide id="3" orient="horz" pos="3888">
          <p15:clr>
            <a:srgbClr val="A4A3A4"/>
          </p15:clr>
        </p15:guide>
        <p15:guide id="4" orient="horz" pos="2074">
          <p15:clr>
            <a:srgbClr val="A4A3A4"/>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ntent and 4 Images">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C17D0BA3-CE88-4FFE-E80D-CD039190BDDD}"/>
              </a:ext>
            </a:extLst>
          </p:cNvPr>
          <p:cNvSpPr>
            <a:spLocks noGrp="1"/>
          </p:cNvSpPr>
          <p:nvPr>
            <p:ph type="title" hasCustomPrompt="1"/>
          </p:nvPr>
        </p:nvSpPr>
        <p:spPr/>
        <p:txBody>
          <a:bodyPr/>
          <a:lstStyle/>
          <a:p>
            <a:r>
              <a:rPr lang="en-US"/>
              <a:t>[Slide title]</a:t>
            </a:r>
          </a:p>
        </p:txBody>
      </p:sp>
      <p:sp>
        <p:nvSpPr>
          <p:cNvPr id="2" name="Picture Placeholder 2">
            <a:extLst>
              <a:ext uri="{FF2B5EF4-FFF2-40B4-BE49-F238E27FC236}">
                <a16:creationId xmlns:a16="http://schemas.microsoft.com/office/drawing/2014/main" id="{E4C4A4C8-609A-5582-34D3-DD47E15FD269}"/>
              </a:ext>
            </a:extLst>
          </p:cNvPr>
          <p:cNvSpPr>
            <a:spLocks noGrp="1"/>
          </p:cNvSpPr>
          <p:nvPr>
            <p:ph type="pic" sz="quarter" idx="10"/>
          </p:nvPr>
        </p:nvSpPr>
        <p:spPr>
          <a:xfrm>
            <a:off x="548642" y="1600200"/>
            <a:ext cx="2499359" cy="1234440"/>
          </a:xfrm>
          <a:solidFill>
            <a:srgbClr val="D5D5D7"/>
          </a:solidFill>
        </p:spPr>
        <p:txBody>
          <a:bodyPr anchor="ctr" anchorCtr="0"/>
          <a:lstStyle>
            <a:lvl1pPr marL="0" indent="0" algn="ctr">
              <a:buFontTx/>
              <a:buNone/>
              <a:defRPr sz="1000">
                <a:solidFill>
                  <a:srgbClr val="221F20"/>
                </a:solidFill>
              </a:defRPr>
            </a:lvl1pPr>
          </a:lstStyle>
          <a:p>
            <a:r>
              <a:rPr lang="en-US"/>
              <a:t>Click icon to add picture</a:t>
            </a:r>
          </a:p>
        </p:txBody>
      </p:sp>
      <p:sp>
        <p:nvSpPr>
          <p:cNvPr id="8" name="Text Placeholder 3">
            <a:extLst>
              <a:ext uri="{FF2B5EF4-FFF2-40B4-BE49-F238E27FC236}">
                <a16:creationId xmlns:a16="http://schemas.microsoft.com/office/drawing/2014/main" id="{AE500155-914F-3AB3-C892-09CE75C54487}"/>
              </a:ext>
            </a:extLst>
          </p:cNvPr>
          <p:cNvSpPr>
            <a:spLocks noGrp="1"/>
          </p:cNvSpPr>
          <p:nvPr>
            <p:ph type="body" sz="quarter" idx="12" hasCustomPrompt="1"/>
          </p:nvPr>
        </p:nvSpPr>
        <p:spPr>
          <a:xfrm>
            <a:off x="548641" y="3063240"/>
            <a:ext cx="2499359" cy="365760"/>
          </a:xfrm>
        </p:spPr>
        <p:txBody>
          <a:bodyPr/>
          <a:lstStyle>
            <a:lvl1pPr marL="0" indent="0">
              <a:spcBef>
                <a:spcPts val="0"/>
              </a:spcBef>
              <a:buFontTx/>
              <a:buNone/>
              <a:defRPr sz="1600" b="1"/>
            </a:lvl1pPr>
            <a:lvl2pPr marL="0" indent="0">
              <a:spcBef>
                <a:spcPts val="0"/>
              </a:spcBef>
              <a:buFontTx/>
              <a:buNone/>
              <a:defRPr sz="1600" b="1"/>
            </a:lvl2pPr>
            <a:lvl3pPr marL="0" indent="0">
              <a:spcBef>
                <a:spcPts val="0"/>
              </a:spcBef>
              <a:buFontTx/>
              <a:buNone/>
              <a:defRPr sz="1600" b="1"/>
            </a:lvl3pPr>
            <a:lvl4pPr marL="0" indent="0">
              <a:spcBef>
                <a:spcPts val="0"/>
              </a:spcBef>
              <a:buFontTx/>
              <a:buNone/>
              <a:defRPr sz="1600" b="1"/>
            </a:lvl4pPr>
            <a:lvl5pPr marL="0" indent="0">
              <a:spcBef>
                <a:spcPts val="0"/>
              </a:spcBef>
              <a:buFontTx/>
              <a:buNone/>
              <a:defRPr sz="1600" b="1"/>
            </a:lvl5pPr>
            <a:lvl6pPr marL="0" indent="0">
              <a:spcBef>
                <a:spcPts val="0"/>
              </a:spcBef>
              <a:buFontTx/>
              <a:buNone/>
              <a:defRPr sz="1600" b="1"/>
            </a:lvl6pPr>
            <a:lvl7pPr marL="0" indent="0">
              <a:spcBef>
                <a:spcPts val="0"/>
              </a:spcBef>
              <a:buFontTx/>
              <a:buNone/>
              <a:defRPr sz="1600" b="1"/>
            </a:lvl7pPr>
            <a:lvl8pPr marL="0" indent="0">
              <a:spcBef>
                <a:spcPts val="0"/>
              </a:spcBef>
              <a:buFontTx/>
              <a:buNone/>
              <a:defRPr sz="1600" b="1"/>
            </a:lvl8pPr>
            <a:lvl9pPr marL="0" indent="0">
              <a:spcBef>
                <a:spcPts val="0"/>
              </a:spcBef>
              <a:buFontTx/>
              <a:buNone/>
              <a:defRPr sz="1600" b="1"/>
            </a:lvl9pPr>
          </a:lstStyle>
          <a:p>
            <a:pPr lvl="0"/>
            <a:r>
              <a:rPr lang="en-US"/>
              <a:t>[Subtitle]</a:t>
            </a:r>
          </a:p>
        </p:txBody>
      </p:sp>
      <p:sp>
        <p:nvSpPr>
          <p:cNvPr id="3" name="Content Placeholder 4"/>
          <p:cNvSpPr>
            <a:spLocks noGrp="1"/>
          </p:cNvSpPr>
          <p:nvPr>
            <p:ph sz="half" idx="1"/>
          </p:nvPr>
        </p:nvSpPr>
        <p:spPr>
          <a:xfrm>
            <a:off x="548642" y="3474720"/>
            <a:ext cx="2499359" cy="2697480"/>
          </a:xfrm>
        </p:spPr>
        <p:txBody>
          <a:bodyPr/>
          <a:lstStyle>
            <a:lvl1pPr marL="137157" indent="-137157">
              <a:defRPr sz="1300"/>
            </a:lvl1pPr>
            <a:lvl2pPr marL="274313" indent="-137157">
              <a:defRPr sz="1300"/>
            </a:lvl2pPr>
            <a:lvl3pPr marL="411470" indent="-137157">
              <a:defRPr sz="1300"/>
            </a:lvl3pPr>
            <a:lvl4pPr marL="548626" indent="-137157">
              <a:defRPr sz="1300"/>
            </a:lvl4pPr>
            <a:lvl5pPr marL="685783" indent="-137157">
              <a:defRPr sz="1300"/>
            </a:lvl5pPr>
            <a:lvl6pPr marL="822939" indent="-137157">
              <a:defRPr sz="1300"/>
            </a:lvl6pPr>
            <a:lvl7pPr marL="960096" indent="-137157">
              <a:defRPr sz="1300"/>
            </a:lvl7pPr>
            <a:lvl8pPr marL="1097253" indent="-137157">
              <a:defRPr sz="1300"/>
            </a:lvl8pPr>
            <a:lvl9pPr marL="1234409" indent="-137157">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Picture Placeholder 5">
            <a:extLst>
              <a:ext uri="{FF2B5EF4-FFF2-40B4-BE49-F238E27FC236}">
                <a16:creationId xmlns:a16="http://schemas.microsoft.com/office/drawing/2014/main" id="{FC3A5FBE-3D66-4376-9A16-FE11155BA55E}"/>
              </a:ext>
            </a:extLst>
          </p:cNvPr>
          <p:cNvSpPr>
            <a:spLocks noGrp="1"/>
          </p:cNvSpPr>
          <p:nvPr>
            <p:ph type="pic" sz="quarter" idx="11"/>
          </p:nvPr>
        </p:nvSpPr>
        <p:spPr>
          <a:xfrm>
            <a:off x="3428806" y="1600200"/>
            <a:ext cx="2499359" cy="1234440"/>
          </a:xfrm>
          <a:solidFill>
            <a:srgbClr val="D5D5D7"/>
          </a:solidFill>
        </p:spPr>
        <p:txBody>
          <a:bodyPr anchor="ctr" anchorCtr="0"/>
          <a:lstStyle>
            <a:lvl1pPr marL="0" indent="0" algn="ctr">
              <a:buFontTx/>
              <a:buNone/>
              <a:defRPr sz="1000">
                <a:solidFill>
                  <a:srgbClr val="221F20"/>
                </a:solidFill>
              </a:defRPr>
            </a:lvl1pPr>
          </a:lstStyle>
          <a:p>
            <a:r>
              <a:rPr lang="en-US"/>
              <a:t>Click icon to add picture</a:t>
            </a:r>
          </a:p>
        </p:txBody>
      </p:sp>
      <p:sp>
        <p:nvSpPr>
          <p:cNvPr id="9" name="Text Placeholder 6">
            <a:extLst>
              <a:ext uri="{FF2B5EF4-FFF2-40B4-BE49-F238E27FC236}">
                <a16:creationId xmlns:a16="http://schemas.microsoft.com/office/drawing/2014/main" id="{CD5289C6-6376-08BD-CF12-DE93A92EFB78}"/>
              </a:ext>
            </a:extLst>
          </p:cNvPr>
          <p:cNvSpPr>
            <a:spLocks noGrp="1"/>
          </p:cNvSpPr>
          <p:nvPr>
            <p:ph type="body" sz="quarter" idx="13" hasCustomPrompt="1"/>
          </p:nvPr>
        </p:nvSpPr>
        <p:spPr>
          <a:xfrm>
            <a:off x="3428806" y="3063240"/>
            <a:ext cx="2499359" cy="365760"/>
          </a:xfrm>
        </p:spPr>
        <p:txBody>
          <a:bodyPr/>
          <a:lstStyle>
            <a:lvl1pPr marL="0" indent="0">
              <a:spcBef>
                <a:spcPts val="0"/>
              </a:spcBef>
              <a:buFontTx/>
              <a:buNone/>
              <a:defRPr sz="1600" b="1"/>
            </a:lvl1pPr>
            <a:lvl2pPr marL="0" indent="0">
              <a:spcBef>
                <a:spcPts val="0"/>
              </a:spcBef>
              <a:buFontTx/>
              <a:buNone/>
              <a:defRPr sz="1600" b="1"/>
            </a:lvl2pPr>
            <a:lvl3pPr marL="0" indent="0">
              <a:spcBef>
                <a:spcPts val="0"/>
              </a:spcBef>
              <a:buFontTx/>
              <a:buNone/>
              <a:defRPr sz="1600" b="1"/>
            </a:lvl3pPr>
            <a:lvl4pPr marL="0" indent="0">
              <a:spcBef>
                <a:spcPts val="0"/>
              </a:spcBef>
              <a:buFontTx/>
              <a:buNone/>
              <a:defRPr sz="1600" b="1"/>
            </a:lvl4pPr>
            <a:lvl5pPr marL="0" indent="0">
              <a:spcBef>
                <a:spcPts val="0"/>
              </a:spcBef>
              <a:buFontTx/>
              <a:buNone/>
              <a:defRPr sz="1600" b="1"/>
            </a:lvl5pPr>
            <a:lvl6pPr marL="0" indent="0">
              <a:spcBef>
                <a:spcPts val="0"/>
              </a:spcBef>
              <a:buFontTx/>
              <a:buNone/>
              <a:defRPr sz="1600" b="1"/>
            </a:lvl6pPr>
            <a:lvl7pPr marL="0" indent="0">
              <a:spcBef>
                <a:spcPts val="0"/>
              </a:spcBef>
              <a:buFontTx/>
              <a:buNone/>
              <a:defRPr sz="1600" b="1"/>
            </a:lvl7pPr>
            <a:lvl8pPr marL="0" indent="0">
              <a:spcBef>
                <a:spcPts val="0"/>
              </a:spcBef>
              <a:buFontTx/>
              <a:buNone/>
              <a:defRPr sz="1600" b="1"/>
            </a:lvl8pPr>
            <a:lvl9pPr marL="0" indent="0">
              <a:spcBef>
                <a:spcPts val="0"/>
              </a:spcBef>
              <a:buFontTx/>
              <a:buNone/>
              <a:defRPr sz="1600" b="1"/>
            </a:lvl9pPr>
          </a:lstStyle>
          <a:p>
            <a:pPr lvl="0"/>
            <a:r>
              <a:rPr lang="en-US"/>
              <a:t>[Subtitle]</a:t>
            </a:r>
          </a:p>
        </p:txBody>
      </p:sp>
      <p:sp>
        <p:nvSpPr>
          <p:cNvPr id="4" name="Content Placeholder 7"/>
          <p:cNvSpPr>
            <a:spLocks noGrp="1"/>
          </p:cNvSpPr>
          <p:nvPr>
            <p:ph sz="half" idx="2"/>
          </p:nvPr>
        </p:nvSpPr>
        <p:spPr>
          <a:xfrm>
            <a:off x="3428806" y="3474720"/>
            <a:ext cx="2499359" cy="2697480"/>
          </a:xfrm>
        </p:spPr>
        <p:txBody>
          <a:bodyPr/>
          <a:lstStyle>
            <a:lvl1pPr marL="137157" indent="-137157">
              <a:defRPr sz="1300"/>
            </a:lvl1pPr>
            <a:lvl2pPr marL="274313" indent="-137157">
              <a:defRPr sz="1300"/>
            </a:lvl2pPr>
            <a:lvl3pPr marL="411470" indent="-137157">
              <a:defRPr sz="1300"/>
            </a:lvl3pPr>
            <a:lvl4pPr marL="548626" indent="-137157">
              <a:defRPr sz="1300"/>
            </a:lvl4pPr>
            <a:lvl5pPr marL="685783" indent="-137157">
              <a:defRPr sz="1300"/>
            </a:lvl5pPr>
            <a:lvl6pPr marL="822939" indent="-137157">
              <a:defRPr sz="1300"/>
            </a:lvl6pPr>
            <a:lvl7pPr marL="960096" indent="-137157">
              <a:defRPr sz="1300"/>
            </a:lvl7pPr>
            <a:lvl8pPr marL="1097253" indent="-137157">
              <a:defRPr sz="1300"/>
            </a:lvl8pPr>
            <a:lvl9pPr marL="1234409" indent="-137157">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8">
            <a:extLst>
              <a:ext uri="{FF2B5EF4-FFF2-40B4-BE49-F238E27FC236}">
                <a16:creationId xmlns:a16="http://schemas.microsoft.com/office/drawing/2014/main" id="{2F1293E6-42E9-E8B5-FFA8-86FB82D4865C}"/>
              </a:ext>
            </a:extLst>
          </p:cNvPr>
          <p:cNvSpPr>
            <a:spLocks noGrp="1"/>
          </p:cNvSpPr>
          <p:nvPr>
            <p:ph type="pic" sz="quarter" idx="15"/>
          </p:nvPr>
        </p:nvSpPr>
        <p:spPr>
          <a:xfrm>
            <a:off x="6263842" y="1600200"/>
            <a:ext cx="2499359" cy="1234440"/>
          </a:xfrm>
          <a:solidFill>
            <a:srgbClr val="D5D5D7"/>
          </a:solidFill>
        </p:spPr>
        <p:txBody>
          <a:bodyPr anchor="ctr" anchorCtr="0"/>
          <a:lstStyle>
            <a:lvl1pPr marL="0" indent="0" algn="ctr">
              <a:buFontTx/>
              <a:buNone/>
              <a:defRPr sz="1000">
                <a:solidFill>
                  <a:srgbClr val="221F20"/>
                </a:solidFill>
              </a:defRPr>
            </a:lvl1pPr>
          </a:lstStyle>
          <a:p>
            <a:r>
              <a:rPr lang="en-US"/>
              <a:t>Click icon to add picture</a:t>
            </a:r>
          </a:p>
        </p:txBody>
      </p:sp>
      <p:sp>
        <p:nvSpPr>
          <p:cNvPr id="11" name="Text Placeholder 9">
            <a:extLst>
              <a:ext uri="{FF2B5EF4-FFF2-40B4-BE49-F238E27FC236}">
                <a16:creationId xmlns:a16="http://schemas.microsoft.com/office/drawing/2014/main" id="{1A0087B1-BE04-FAAE-807C-18D539A58557}"/>
              </a:ext>
            </a:extLst>
          </p:cNvPr>
          <p:cNvSpPr>
            <a:spLocks noGrp="1"/>
          </p:cNvSpPr>
          <p:nvPr>
            <p:ph type="body" sz="quarter" idx="16" hasCustomPrompt="1"/>
          </p:nvPr>
        </p:nvSpPr>
        <p:spPr>
          <a:xfrm>
            <a:off x="6263842" y="3063240"/>
            <a:ext cx="2499359" cy="365760"/>
          </a:xfrm>
        </p:spPr>
        <p:txBody>
          <a:bodyPr/>
          <a:lstStyle>
            <a:lvl1pPr marL="0" indent="0">
              <a:spcBef>
                <a:spcPts val="0"/>
              </a:spcBef>
              <a:buFontTx/>
              <a:buNone/>
              <a:defRPr sz="1600" b="1"/>
            </a:lvl1pPr>
            <a:lvl2pPr marL="0" indent="0">
              <a:spcBef>
                <a:spcPts val="0"/>
              </a:spcBef>
              <a:buFontTx/>
              <a:buNone/>
              <a:defRPr sz="1600" b="1"/>
            </a:lvl2pPr>
            <a:lvl3pPr marL="0" indent="0">
              <a:spcBef>
                <a:spcPts val="0"/>
              </a:spcBef>
              <a:buFontTx/>
              <a:buNone/>
              <a:defRPr sz="1600" b="1"/>
            </a:lvl3pPr>
            <a:lvl4pPr marL="0" indent="0">
              <a:spcBef>
                <a:spcPts val="0"/>
              </a:spcBef>
              <a:buFontTx/>
              <a:buNone/>
              <a:defRPr sz="1600" b="1"/>
            </a:lvl4pPr>
            <a:lvl5pPr marL="0" indent="0">
              <a:spcBef>
                <a:spcPts val="0"/>
              </a:spcBef>
              <a:buFontTx/>
              <a:buNone/>
              <a:defRPr sz="1600" b="1"/>
            </a:lvl5pPr>
            <a:lvl6pPr marL="0" indent="0">
              <a:spcBef>
                <a:spcPts val="0"/>
              </a:spcBef>
              <a:buFontTx/>
              <a:buNone/>
              <a:defRPr sz="1600" b="1"/>
            </a:lvl6pPr>
            <a:lvl7pPr marL="0" indent="0">
              <a:spcBef>
                <a:spcPts val="0"/>
              </a:spcBef>
              <a:buFontTx/>
              <a:buNone/>
              <a:defRPr sz="1600" b="1"/>
            </a:lvl7pPr>
            <a:lvl8pPr marL="0" indent="0">
              <a:spcBef>
                <a:spcPts val="0"/>
              </a:spcBef>
              <a:buFontTx/>
              <a:buNone/>
              <a:defRPr sz="1600" b="1"/>
            </a:lvl8pPr>
            <a:lvl9pPr marL="0" indent="0">
              <a:spcBef>
                <a:spcPts val="0"/>
              </a:spcBef>
              <a:buFontTx/>
              <a:buNone/>
              <a:defRPr sz="1600" b="1"/>
            </a:lvl9pPr>
          </a:lstStyle>
          <a:p>
            <a:pPr lvl="0"/>
            <a:r>
              <a:rPr lang="en-US"/>
              <a:t>[Subtitle]</a:t>
            </a:r>
          </a:p>
        </p:txBody>
      </p:sp>
      <p:sp>
        <p:nvSpPr>
          <p:cNvPr id="12" name="Content Placeholder 10">
            <a:extLst>
              <a:ext uri="{FF2B5EF4-FFF2-40B4-BE49-F238E27FC236}">
                <a16:creationId xmlns:a16="http://schemas.microsoft.com/office/drawing/2014/main" id="{9A4D43E8-8B9E-0180-3592-10B667D09516}"/>
              </a:ext>
            </a:extLst>
          </p:cNvPr>
          <p:cNvSpPr>
            <a:spLocks noGrp="1"/>
          </p:cNvSpPr>
          <p:nvPr>
            <p:ph sz="half" idx="17"/>
          </p:nvPr>
        </p:nvSpPr>
        <p:spPr>
          <a:xfrm>
            <a:off x="6263842" y="3474720"/>
            <a:ext cx="2499359" cy="2697480"/>
          </a:xfrm>
        </p:spPr>
        <p:txBody>
          <a:bodyPr/>
          <a:lstStyle>
            <a:lvl1pPr marL="137157" indent="-137157">
              <a:defRPr sz="1300"/>
            </a:lvl1pPr>
            <a:lvl2pPr marL="274313" indent="-137157">
              <a:defRPr sz="1300"/>
            </a:lvl2pPr>
            <a:lvl3pPr marL="411470" indent="-137157">
              <a:defRPr sz="1300"/>
            </a:lvl3pPr>
            <a:lvl4pPr marL="548626" indent="-137157">
              <a:defRPr sz="1300"/>
            </a:lvl4pPr>
            <a:lvl5pPr marL="685783" indent="-137157">
              <a:defRPr sz="1300"/>
            </a:lvl5pPr>
            <a:lvl6pPr marL="822939" indent="-137157">
              <a:defRPr sz="1300"/>
            </a:lvl6pPr>
            <a:lvl7pPr marL="960096" indent="-137157">
              <a:defRPr sz="1300"/>
            </a:lvl7pPr>
            <a:lvl8pPr marL="1097253" indent="-137157">
              <a:defRPr sz="1300"/>
            </a:lvl8pPr>
            <a:lvl9pPr marL="1234409" indent="-137157">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Picture Placeholder 11">
            <a:extLst>
              <a:ext uri="{FF2B5EF4-FFF2-40B4-BE49-F238E27FC236}">
                <a16:creationId xmlns:a16="http://schemas.microsoft.com/office/drawing/2014/main" id="{D206E8B5-48CF-3920-10E8-5C214FEE93B1}"/>
              </a:ext>
            </a:extLst>
          </p:cNvPr>
          <p:cNvSpPr>
            <a:spLocks noGrp="1"/>
          </p:cNvSpPr>
          <p:nvPr>
            <p:ph type="pic" sz="quarter" idx="19"/>
          </p:nvPr>
        </p:nvSpPr>
        <p:spPr>
          <a:xfrm>
            <a:off x="9144002" y="1600200"/>
            <a:ext cx="2499359" cy="1234440"/>
          </a:xfrm>
          <a:solidFill>
            <a:srgbClr val="D5D5D7"/>
          </a:solidFill>
        </p:spPr>
        <p:txBody>
          <a:bodyPr anchor="ctr" anchorCtr="0"/>
          <a:lstStyle>
            <a:lvl1pPr marL="0" indent="0" algn="ctr">
              <a:buFontTx/>
              <a:buNone/>
              <a:defRPr sz="1000">
                <a:solidFill>
                  <a:srgbClr val="221F20"/>
                </a:solidFill>
              </a:defRPr>
            </a:lvl1pPr>
          </a:lstStyle>
          <a:p>
            <a:r>
              <a:rPr lang="en-US"/>
              <a:t>Click icon to add picture</a:t>
            </a:r>
          </a:p>
        </p:txBody>
      </p:sp>
      <p:sp>
        <p:nvSpPr>
          <p:cNvPr id="14" name="Text Placeholder 12">
            <a:extLst>
              <a:ext uri="{FF2B5EF4-FFF2-40B4-BE49-F238E27FC236}">
                <a16:creationId xmlns:a16="http://schemas.microsoft.com/office/drawing/2014/main" id="{30A8711B-6FCD-CC40-76D9-6F2EED66A6EF}"/>
              </a:ext>
            </a:extLst>
          </p:cNvPr>
          <p:cNvSpPr>
            <a:spLocks noGrp="1"/>
          </p:cNvSpPr>
          <p:nvPr>
            <p:ph type="body" sz="quarter" idx="20" hasCustomPrompt="1"/>
          </p:nvPr>
        </p:nvSpPr>
        <p:spPr>
          <a:xfrm>
            <a:off x="9144002" y="3063240"/>
            <a:ext cx="2499359" cy="365760"/>
          </a:xfrm>
        </p:spPr>
        <p:txBody>
          <a:bodyPr/>
          <a:lstStyle>
            <a:lvl1pPr marL="0" indent="0">
              <a:spcBef>
                <a:spcPts val="0"/>
              </a:spcBef>
              <a:buFontTx/>
              <a:buNone/>
              <a:defRPr sz="1600" b="1"/>
            </a:lvl1pPr>
            <a:lvl2pPr marL="0" indent="0">
              <a:spcBef>
                <a:spcPts val="0"/>
              </a:spcBef>
              <a:buFontTx/>
              <a:buNone/>
              <a:defRPr sz="1600" b="1"/>
            </a:lvl2pPr>
            <a:lvl3pPr marL="0" indent="0">
              <a:spcBef>
                <a:spcPts val="0"/>
              </a:spcBef>
              <a:buFontTx/>
              <a:buNone/>
              <a:defRPr sz="1600" b="1"/>
            </a:lvl3pPr>
            <a:lvl4pPr marL="0" indent="0">
              <a:spcBef>
                <a:spcPts val="0"/>
              </a:spcBef>
              <a:buFontTx/>
              <a:buNone/>
              <a:defRPr sz="1600" b="1"/>
            </a:lvl4pPr>
            <a:lvl5pPr marL="0" indent="0">
              <a:spcBef>
                <a:spcPts val="0"/>
              </a:spcBef>
              <a:buFontTx/>
              <a:buNone/>
              <a:defRPr sz="1600" b="1"/>
            </a:lvl5pPr>
            <a:lvl6pPr marL="0" indent="0">
              <a:spcBef>
                <a:spcPts val="0"/>
              </a:spcBef>
              <a:buFontTx/>
              <a:buNone/>
              <a:defRPr sz="1600" b="1"/>
            </a:lvl6pPr>
            <a:lvl7pPr marL="0" indent="0">
              <a:spcBef>
                <a:spcPts val="0"/>
              </a:spcBef>
              <a:buFontTx/>
              <a:buNone/>
              <a:defRPr sz="1600" b="1"/>
            </a:lvl7pPr>
            <a:lvl8pPr marL="0" indent="0">
              <a:spcBef>
                <a:spcPts val="0"/>
              </a:spcBef>
              <a:buFontTx/>
              <a:buNone/>
              <a:defRPr sz="1600" b="1"/>
            </a:lvl8pPr>
            <a:lvl9pPr marL="0" indent="0">
              <a:spcBef>
                <a:spcPts val="0"/>
              </a:spcBef>
              <a:buFontTx/>
              <a:buNone/>
              <a:defRPr sz="1600" b="1"/>
            </a:lvl9pPr>
          </a:lstStyle>
          <a:p>
            <a:pPr lvl="0"/>
            <a:r>
              <a:rPr lang="en-US"/>
              <a:t>[Subtitle]</a:t>
            </a:r>
          </a:p>
        </p:txBody>
      </p:sp>
      <p:sp>
        <p:nvSpPr>
          <p:cNvPr id="15" name="Content Placeholder 13">
            <a:extLst>
              <a:ext uri="{FF2B5EF4-FFF2-40B4-BE49-F238E27FC236}">
                <a16:creationId xmlns:a16="http://schemas.microsoft.com/office/drawing/2014/main" id="{ABA13BFB-DABC-41BC-F712-51774CC8BA1C}"/>
              </a:ext>
            </a:extLst>
          </p:cNvPr>
          <p:cNvSpPr>
            <a:spLocks noGrp="1"/>
          </p:cNvSpPr>
          <p:nvPr>
            <p:ph sz="half" idx="21"/>
          </p:nvPr>
        </p:nvSpPr>
        <p:spPr>
          <a:xfrm>
            <a:off x="9144002" y="3474720"/>
            <a:ext cx="2499359" cy="2697480"/>
          </a:xfrm>
        </p:spPr>
        <p:txBody>
          <a:bodyPr/>
          <a:lstStyle>
            <a:lvl1pPr marL="137157" indent="-137157">
              <a:defRPr sz="1300"/>
            </a:lvl1pPr>
            <a:lvl2pPr marL="274313" indent="-137157">
              <a:defRPr sz="1300"/>
            </a:lvl2pPr>
            <a:lvl3pPr marL="411470" indent="-137157">
              <a:defRPr sz="1300"/>
            </a:lvl3pPr>
            <a:lvl4pPr marL="548626" indent="-137157">
              <a:defRPr sz="1300"/>
            </a:lvl4pPr>
            <a:lvl5pPr marL="685783" indent="-137157">
              <a:defRPr sz="1300"/>
            </a:lvl5pPr>
            <a:lvl6pPr marL="822939" indent="-137157">
              <a:defRPr sz="1300"/>
            </a:lvl6pPr>
            <a:lvl7pPr marL="960096" indent="-137157">
              <a:defRPr sz="1300"/>
            </a:lvl7pPr>
            <a:lvl8pPr marL="1097253" indent="-137157">
              <a:defRPr sz="1300"/>
            </a:lvl8pPr>
            <a:lvl9pPr marL="1234409" indent="-137157">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Date Placeholder 15">
            <a:extLst>
              <a:ext uri="{FF2B5EF4-FFF2-40B4-BE49-F238E27FC236}">
                <a16:creationId xmlns:a16="http://schemas.microsoft.com/office/drawing/2014/main" id="{6FA3AB29-95C5-BB81-8596-7248603E0DBA}"/>
              </a:ext>
            </a:extLst>
          </p:cNvPr>
          <p:cNvSpPr>
            <a:spLocks noGrp="1"/>
          </p:cNvSpPr>
          <p:nvPr>
            <p:ph type="dt" sz="half" idx="22"/>
          </p:nvPr>
        </p:nvSpPr>
        <p:spPr/>
        <p:txBody>
          <a:bodyPr/>
          <a:lstStyle/>
          <a:p>
            <a:fld id="{3BA0343D-C8D8-43CE-BB79-50DEA219DB07}" type="datetime3">
              <a:rPr lang="en-US" smtClean="0"/>
              <a:t>5 May 2026</a:t>
            </a:fld>
            <a:endParaRPr lang="en-US"/>
          </a:p>
        </p:txBody>
      </p:sp>
      <p:sp>
        <p:nvSpPr>
          <p:cNvPr id="17" name="Slide Number Placeholder 16">
            <a:extLst>
              <a:ext uri="{FF2B5EF4-FFF2-40B4-BE49-F238E27FC236}">
                <a16:creationId xmlns:a16="http://schemas.microsoft.com/office/drawing/2014/main" id="{F8249F74-522A-F15A-97B8-27047D5DEDAE}"/>
              </a:ext>
            </a:extLst>
          </p:cNvPr>
          <p:cNvSpPr>
            <a:spLocks noGrp="1"/>
          </p:cNvSpPr>
          <p:nvPr>
            <p:ph type="sldNum" sz="quarter" idx="23"/>
          </p:nvPr>
        </p:nvSpPr>
        <p:spPr/>
        <p:txBody>
          <a:bodyPr/>
          <a:lstStyle/>
          <a:p>
            <a:fld id="{64E5BE4B-2FBF-4174-9E62-85FAD1CB43A6}" type="slidenum">
              <a:rPr lang="en-US" smtClean="0"/>
              <a:pPr/>
              <a:t>‹#›</a:t>
            </a:fld>
            <a:endParaRPr lang="en-US"/>
          </a:p>
        </p:txBody>
      </p:sp>
    </p:spTree>
    <p:extLst>
      <p:ext uri="{BB962C8B-B14F-4D97-AF65-F5344CB8AC3E}">
        <p14:creationId xmlns:p14="http://schemas.microsoft.com/office/powerpoint/2010/main" val="2195046001"/>
      </p:ext>
    </p:extLst>
  </p:cSld>
  <p:clrMapOvr>
    <a:masterClrMapping/>
  </p:clrMapOvr>
  <p:hf sldNum="0" hdr="0" ftr="0" dt="0"/>
  <p:extLst>
    <p:ext uri="{DCECCB84-F9BA-43D5-87BE-67443E8EF086}">
      <p15:sldGuideLst xmlns:p15="http://schemas.microsoft.com/office/powerpoint/2012/main">
        <p15:guide id="1" orient="horz" pos="1008">
          <p15:clr>
            <a:srgbClr val="A4A3A4"/>
          </p15:clr>
        </p15:guide>
        <p15:guide id="2" orient="horz" pos="1786">
          <p15:clr>
            <a:srgbClr val="A4A3A4"/>
          </p15:clr>
        </p15:guide>
        <p15:guide id="3" orient="horz" pos="3888">
          <p15:clr>
            <a:srgbClr val="A4A3A4"/>
          </p15:clr>
        </p15:guide>
        <p15:guide id="4" orient="horz" pos="1930">
          <p15:clr>
            <a:srgbClr val="A4A3A4"/>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p:cSld name="Section Header">
    <p:bg>
      <p:bgPr>
        <a:solidFill>
          <a:srgbClr val="221F20"/>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48640" y="411482"/>
            <a:ext cx="8231293" cy="1189037"/>
          </a:xfrm>
        </p:spPr>
        <p:txBody>
          <a:bodyPr anchor="t" anchorCtr="0"/>
          <a:lstStyle>
            <a:lvl1pPr>
              <a:lnSpc>
                <a:spcPct val="80000"/>
              </a:lnSpc>
              <a:defRPr sz="4000" spc="-100" baseline="0">
                <a:solidFill>
                  <a:schemeClr val="tx2"/>
                </a:solidFill>
              </a:defRPr>
            </a:lvl1pPr>
          </a:lstStyle>
          <a:p>
            <a:r>
              <a:rPr lang="en-US"/>
              <a:t>[Section title]</a:t>
            </a:r>
          </a:p>
        </p:txBody>
      </p:sp>
      <p:sp>
        <p:nvSpPr>
          <p:cNvPr id="9" name="Text Placeholder 2">
            <a:extLst>
              <a:ext uri="{FF2B5EF4-FFF2-40B4-BE49-F238E27FC236}">
                <a16:creationId xmlns:a16="http://schemas.microsoft.com/office/drawing/2014/main" id="{B62121C3-FD56-A9B2-1088-141E0BDB4C18}"/>
              </a:ext>
            </a:extLst>
          </p:cNvPr>
          <p:cNvSpPr>
            <a:spLocks noGrp="1"/>
          </p:cNvSpPr>
          <p:nvPr>
            <p:ph type="body" sz="quarter" idx="11" hasCustomPrompt="1"/>
          </p:nvPr>
        </p:nvSpPr>
        <p:spPr>
          <a:xfrm>
            <a:off x="548640" y="2148840"/>
            <a:ext cx="6795135" cy="4023360"/>
          </a:xfrm>
        </p:spPr>
        <p:txBody>
          <a:bodyPr/>
          <a:lstStyle>
            <a:lvl1pPr marL="0" indent="0">
              <a:spcBef>
                <a:spcPts val="0"/>
              </a:spcBef>
              <a:buFontTx/>
              <a:buNone/>
              <a:defRPr sz="2800"/>
            </a:lvl1pPr>
            <a:lvl2pPr marL="182875" indent="-182875">
              <a:spcBef>
                <a:spcPts val="1000"/>
              </a:spcBef>
              <a:buFont typeface="Arial" panose="020B0604020202020204" pitchFamily="34" charset="0"/>
              <a:buChar char="▪"/>
              <a:defRPr/>
            </a:lvl2pPr>
            <a:lvl3pPr marL="365751">
              <a:defRPr/>
            </a:lvl3pPr>
            <a:lvl4pPr marL="548626">
              <a:defRPr/>
            </a:lvl4pPr>
            <a:lvl5pPr marL="731502">
              <a:defRPr/>
            </a:lvl5pPr>
            <a:lvl6pPr marL="914377">
              <a:defRPr/>
            </a:lvl6pPr>
            <a:lvl7pPr marL="1097253">
              <a:defRPr/>
            </a:lvl7pPr>
            <a:lvl8pPr marL="1280128">
              <a:defRPr/>
            </a:lvl8pPr>
            <a:lvl9pPr marL="1463003">
              <a:defRPr/>
            </a:lvl9pPr>
          </a:lstStyle>
          <a:p>
            <a:pPr lvl="0"/>
            <a:r>
              <a:rPr lang="en-US"/>
              <a:t>[Optional section subtitle]</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Date Placeholder 4">
            <a:extLst>
              <a:ext uri="{FF2B5EF4-FFF2-40B4-BE49-F238E27FC236}">
                <a16:creationId xmlns:a16="http://schemas.microsoft.com/office/drawing/2014/main" id="{B1DBADC8-E5B3-9DDB-F294-C14F7AA987B8}"/>
              </a:ext>
            </a:extLst>
          </p:cNvPr>
          <p:cNvSpPr>
            <a:spLocks noGrp="1"/>
          </p:cNvSpPr>
          <p:nvPr>
            <p:ph type="dt" sz="half" idx="12"/>
          </p:nvPr>
        </p:nvSpPr>
        <p:spPr/>
        <p:txBody>
          <a:bodyPr/>
          <a:lstStyle/>
          <a:p>
            <a:fld id="{453BD212-0B9F-4987-965F-AC83B2FC354F}" type="datetime3">
              <a:rPr lang="en-US" smtClean="0"/>
              <a:t>5 May 2026</a:t>
            </a:fld>
            <a:endParaRPr lang="en-US"/>
          </a:p>
        </p:txBody>
      </p:sp>
      <p:sp>
        <p:nvSpPr>
          <p:cNvPr id="6" name="Slide Number Placeholder 5">
            <a:extLst>
              <a:ext uri="{FF2B5EF4-FFF2-40B4-BE49-F238E27FC236}">
                <a16:creationId xmlns:a16="http://schemas.microsoft.com/office/drawing/2014/main" id="{4A7DADDA-8448-690C-2CAB-FA7E28471B81}"/>
              </a:ext>
            </a:extLst>
          </p:cNvPr>
          <p:cNvSpPr>
            <a:spLocks noGrp="1"/>
          </p:cNvSpPr>
          <p:nvPr>
            <p:ph type="sldNum" sz="quarter" idx="13"/>
          </p:nvPr>
        </p:nvSpPr>
        <p:spPr/>
        <p:txBody>
          <a:bodyPr/>
          <a:lstStyle/>
          <a:p>
            <a:fld id="{64E5BE4B-2FBF-4174-9E62-85FAD1CB43A6}" type="slidenum">
              <a:rPr lang="en-US" smtClean="0"/>
              <a:pPr/>
              <a:t>‹#›</a:t>
            </a:fld>
            <a:endParaRPr lang="en-US"/>
          </a:p>
        </p:txBody>
      </p:sp>
      <p:sp>
        <p:nvSpPr>
          <p:cNvPr id="13" name="Rectangle 15">
            <a:extLst>
              <a:ext uri="{FF2B5EF4-FFF2-40B4-BE49-F238E27FC236}">
                <a16:creationId xmlns:a16="http://schemas.microsoft.com/office/drawing/2014/main" id="{29767174-7781-C263-3756-CD54301026CD}"/>
              </a:ext>
            </a:extLst>
          </p:cNvPr>
          <p:cNvSpPr>
            <a:spLocks noChangeArrowheads="1"/>
          </p:cNvSpPr>
          <p:nvPr/>
        </p:nvSpPr>
        <p:spPr bwMode="auto">
          <a:xfrm>
            <a:off x="1386840" y="6657946"/>
            <a:ext cx="9418320" cy="200055"/>
          </a:xfrm>
          <a:prstGeom prst="rect">
            <a:avLst/>
          </a:prstGeom>
          <a:noFill/>
          <a:ln w="9525">
            <a:noFill/>
            <a:miter lim="800000"/>
            <a:headEnd/>
            <a:tailEnd/>
          </a:ln>
        </p:spPr>
        <p:txBody>
          <a:bodyPr wrap="square" lIns="0" rIns="0" anchor="b">
            <a:spAutoFit/>
          </a:bodyPr>
          <a:lstStyle/>
          <a:p>
            <a:pPr algn="ctr">
              <a:defRPr/>
            </a:pPr>
            <a:r>
              <a:rPr lang="en-US" sz="700" b="1">
                <a:solidFill>
                  <a:schemeClr val="tx1"/>
                </a:solidFill>
                <a:latin typeface="+mn-lt"/>
                <a:cs typeface="Arial Bold" panose="020B0704020202020204" pitchFamily="34" charset="0"/>
              </a:rPr>
              <a:t>EDIT CONTROL STATEMENT UNDER &gt; VIEW &gt; SLIDE MASTER &gt; SCROLL TO TOP &gt; CHANGE HEADER AND FOOTER</a:t>
            </a:r>
          </a:p>
        </p:txBody>
      </p:sp>
      <p:sp>
        <p:nvSpPr>
          <p:cNvPr id="14" name="Rectangle 13">
            <a:extLst>
              <a:ext uri="{FF2B5EF4-FFF2-40B4-BE49-F238E27FC236}">
                <a16:creationId xmlns:a16="http://schemas.microsoft.com/office/drawing/2014/main" id="{D36F2182-1ACE-5AD5-681B-31F3C2187042}"/>
              </a:ext>
            </a:extLst>
          </p:cNvPr>
          <p:cNvSpPr>
            <a:spLocks noChangeArrowheads="1"/>
          </p:cNvSpPr>
          <p:nvPr/>
        </p:nvSpPr>
        <p:spPr bwMode="auto">
          <a:xfrm>
            <a:off x="1386840" y="1"/>
            <a:ext cx="9418320" cy="200055"/>
          </a:xfrm>
          <a:prstGeom prst="rect">
            <a:avLst/>
          </a:prstGeom>
          <a:noFill/>
          <a:ln w="9525">
            <a:noFill/>
            <a:miter lim="800000"/>
            <a:headEnd/>
            <a:tailEnd/>
          </a:ln>
        </p:spPr>
        <p:txBody>
          <a:bodyPr wrap="square" anchor="t" anchorCtr="0">
            <a:spAutoFit/>
          </a:bodyPr>
          <a:lstStyle/>
          <a:p>
            <a:pPr algn="ctr">
              <a:defRPr/>
            </a:pPr>
            <a:r>
              <a:rPr lang="en-US" sz="700" b="1" dirty="0">
                <a:solidFill>
                  <a:schemeClr val="tx1"/>
                </a:solidFill>
                <a:latin typeface="+mn-lt"/>
                <a:cs typeface="Arial Bold" panose="020B0704020202020204" pitchFamily="34" charset="0"/>
              </a:rPr>
              <a:t>EDIT CONTROL STATEMENT UNDER &gt; VIEW &gt; SLIDE MASTER &gt; SCROLL TO TOP &gt; CHANGE HEADER AND FOOTER</a:t>
            </a:r>
          </a:p>
        </p:txBody>
      </p:sp>
      <p:pic>
        <p:nvPicPr>
          <p:cNvPr id="3" name="Picture 2">
            <a:extLst>
              <a:ext uri="{FF2B5EF4-FFF2-40B4-BE49-F238E27FC236}">
                <a16:creationId xmlns:a16="http://schemas.microsoft.com/office/drawing/2014/main" id="{9A0C2669-2091-19FC-7FA5-E8DD4A44F8CF}"/>
              </a:ext>
            </a:extLst>
          </p:cNvPr>
          <p:cNvPicPr>
            <a:picLocks noChangeAspect="1"/>
          </p:cNvPicPr>
          <p:nvPr/>
        </p:nvPicPr>
        <p:blipFill>
          <a:blip r:embed="rId2"/>
          <a:srcRect/>
          <a:stretch/>
        </p:blipFill>
        <p:spPr>
          <a:xfrm>
            <a:off x="10004616" y="411163"/>
            <a:ext cx="1629707" cy="478023"/>
          </a:xfrm>
          <a:prstGeom prst="rect">
            <a:avLst/>
          </a:prstGeom>
        </p:spPr>
      </p:pic>
    </p:spTree>
    <p:extLst>
      <p:ext uri="{BB962C8B-B14F-4D97-AF65-F5344CB8AC3E}">
        <p14:creationId xmlns:p14="http://schemas.microsoft.com/office/powerpoint/2010/main" val="2131512061"/>
      </p:ext>
    </p:extLst>
  </p:cSld>
  <p:clrMapOvr>
    <a:overrideClrMapping bg1="dk1" tx1="lt1" bg2="dk2" tx2="lt2" accent1="accent1" accent2="accent2" accent3="accent3" accent4="accent4" accent5="accent5" accent6="accent6" hlink="hlink" folHlink="folHlink"/>
  </p:clrMapOvr>
  <p:hf sldNum="0" hdr="0" ftr="0" dt="0"/>
  <p:extLst>
    <p:ext uri="{DCECCB84-F9BA-43D5-87BE-67443E8EF086}">
      <p15:sldGuideLst xmlns:p15="http://schemas.microsoft.com/office/powerpoint/2012/main">
        <p15:guide id="1" orient="horz" pos="1354">
          <p15:clr>
            <a:srgbClr val="A4A3A4"/>
          </p15:clr>
        </p15:guide>
        <p15:guide id="2" orient="horz" pos="3888">
          <p15:clr>
            <a:srgbClr val="A4A3A4"/>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Section Header - Image">
    <p:bg>
      <p:bgPr>
        <a:solidFill>
          <a:schemeClr val="tx1"/>
        </a:solidFill>
        <a:effectLst/>
      </p:bgPr>
    </p:bg>
    <p:spTree>
      <p:nvGrpSpPr>
        <p:cNvPr id="1" name=""/>
        <p:cNvGrpSpPr/>
        <p:nvPr/>
      </p:nvGrpSpPr>
      <p:grpSpPr>
        <a:xfrm>
          <a:off x="0" y="0"/>
          <a:ext cx="0" cy="0"/>
          <a:chOff x="0" y="0"/>
          <a:chExt cx="0" cy="0"/>
        </a:xfrm>
      </p:grpSpPr>
      <p:sp>
        <p:nvSpPr>
          <p:cNvPr id="3" name="Picture Placeholder 1">
            <a:extLst>
              <a:ext uri="{FF2B5EF4-FFF2-40B4-BE49-F238E27FC236}">
                <a16:creationId xmlns:a16="http://schemas.microsoft.com/office/drawing/2014/main" id="{D68235BF-5094-B6AD-6429-61352C54DE99}"/>
              </a:ext>
            </a:extLst>
          </p:cNvPr>
          <p:cNvSpPr>
            <a:spLocks noGrp="1"/>
          </p:cNvSpPr>
          <p:nvPr>
            <p:ph type="pic" sz="quarter" idx="10"/>
          </p:nvPr>
        </p:nvSpPr>
        <p:spPr>
          <a:xfrm>
            <a:off x="0" y="228600"/>
            <a:ext cx="12192000" cy="6400800"/>
          </a:xfrm>
          <a:solidFill>
            <a:srgbClr val="565557"/>
          </a:solidFill>
        </p:spPr>
        <p:txBody>
          <a:bodyPr anchor="ctr" anchorCtr="0"/>
          <a:lstStyle>
            <a:lvl1pPr marL="0" indent="0" algn="ctr">
              <a:buFontTx/>
              <a:buNone/>
              <a:defRPr sz="1000">
                <a:solidFill>
                  <a:srgbClr val="FFFFFF"/>
                </a:solidFill>
              </a:defRPr>
            </a:lvl1pPr>
          </a:lstStyle>
          <a:p>
            <a:r>
              <a:rPr lang="en-US"/>
              <a:t>Click icon to add picture</a:t>
            </a:r>
            <a:endParaRPr lang="en-US" dirty="0"/>
          </a:p>
        </p:txBody>
      </p:sp>
      <p:sp>
        <p:nvSpPr>
          <p:cNvPr id="2" name="Title 2"/>
          <p:cNvSpPr>
            <a:spLocks noGrp="1"/>
          </p:cNvSpPr>
          <p:nvPr>
            <p:ph type="title" hasCustomPrompt="1"/>
          </p:nvPr>
        </p:nvSpPr>
        <p:spPr>
          <a:xfrm>
            <a:off x="548640" y="411482"/>
            <a:ext cx="8231293" cy="1189037"/>
          </a:xfrm>
        </p:spPr>
        <p:txBody>
          <a:bodyPr anchor="t" anchorCtr="0"/>
          <a:lstStyle>
            <a:lvl1pPr>
              <a:lnSpc>
                <a:spcPct val="80000"/>
              </a:lnSpc>
              <a:defRPr sz="4000" spc="-100" baseline="0">
                <a:solidFill>
                  <a:schemeClr val="tx2"/>
                </a:solidFill>
              </a:defRPr>
            </a:lvl1pPr>
          </a:lstStyle>
          <a:p>
            <a:r>
              <a:rPr lang="en-US"/>
              <a:t>[Section title]</a:t>
            </a:r>
          </a:p>
        </p:txBody>
      </p:sp>
      <p:sp>
        <p:nvSpPr>
          <p:cNvPr id="4" name="Text Placeholder 3">
            <a:extLst>
              <a:ext uri="{FF2B5EF4-FFF2-40B4-BE49-F238E27FC236}">
                <a16:creationId xmlns:a16="http://schemas.microsoft.com/office/drawing/2014/main" id="{CADC6E9F-9E2F-3968-F76A-CD8240DB9C82}"/>
              </a:ext>
            </a:extLst>
          </p:cNvPr>
          <p:cNvSpPr>
            <a:spLocks noGrp="1"/>
          </p:cNvSpPr>
          <p:nvPr>
            <p:ph type="body" sz="quarter" idx="11" hasCustomPrompt="1"/>
          </p:nvPr>
        </p:nvSpPr>
        <p:spPr>
          <a:xfrm>
            <a:off x="548640" y="2148840"/>
            <a:ext cx="6795135" cy="914400"/>
          </a:xfrm>
        </p:spPr>
        <p:txBody>
          <a:bodyPr/>
          <a:lstStyle>
            <a:lvl1pPr marL="0" indent="0">
              <a:spcBef>
                <a:spcPts val="0"/>
              </a:spcBef>
              <a:buFontTx/>
              <a:buNone/>
              <a:defRPr sz="2800"/>
            </a:lvl1pPr>
            <a:lvl2pPr marL="182875" indent="-182875">
              <a:spcBef>
                <a:spcPts val="1000"/>
              </a:spcBef>
              <a:buFont typeface="Arial" panose="020B0604020202020204" pitchFamily="34" charset="0"/>
              <a:buChar char="▪"/>
              <a:defRPr/>
            </a:lvl2pPr>
            <a:lvl3pPr marL="365751">
              <a:defRPr/>
            </a:lvl3pPr>
            <a:lvl4pPr marL="548626">
              <a:defRPr/>
            </a:lvl4pPr>
            <a:lvl5pPr marL="731502">
              <a:defRPr/>
            </a:lvl5pPr>
            <a:lvl6pPr marL="914377">
              <a:defRPr/>
            </a:lvl6pPr>
            <a:lvl7pPr marL="1097253">
              <a:defRPr/>
            </a:lvl7pPr>
            <a:lvl8pPr marL="1280128">
              <a:defRPr/>
            </a:lvl8pPr>
            <a:lvl9pPr marL="1463003">
              <a:defRPr/>
            </a:lvl9pPr>
          </a:lstStyle>
          <a:p>
            <a:pPr lvl="0"/>
            <a:r>
              <a:rPr lang="en-US"/>
              <a:t>[Optional section subtitle]</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Date Placeholder 4">
            <a:extLst>
              <a:ext uri="{FF2B5EF4-FFF2-40B4-BE49-F238E27FC236}">
                <a16:creationId xmlns:a16="http://schemas.microsoft.com/office/drawing/2014/main" id="{9B2EB74B-4EFA-464C-722C-FBCA5174031B}"/>
              </a:ext>
            </a:extLst>
          </p:cNvPr>
          <p:cNvSpPr>
            <a:spLocks noGrp="1"/>
          </p:cNvSpPr>
          <p:nvPr>
            <p:ph type="dt" sz="half" idx="12"/>
          </p:nvPr>
        </p:nvSpPr>
        <p:spPr/>
        <p:txBody>
          <a:bodyPr/>
          <a:lstStyle>
            <a:lvl1pPr>
              <a:defRPr>
                <a:solidFill>
                  <a:schemeClr val="bg1"/>
                </a:solidFill>
              </a:defRPr>
            </a:lvl1pPr>
          </a:lstStyle>
          <a:p>
            <a:fld id="{220AF9C2-5E8A-4308-AE6B-CA9B65007D0E}" type="datetime3">
              <a:rPr lang="en-US" smtClean="0"/>
              <a:t>5 May 2026</a:t>
            </a:fld>
            <a:endParaRPr lang="en-US"/>
          </a:p>
        </p:txBody>
      </p:sp>
      <p:sp>
        <p:nvSpPr>
          <p:cNvPr id="6" name="Slide Number Placeholder 5">
            <a:extLst>
              <a:ext uri="{FF2B5EF4-FFF2-40B4-BE49-F238E27FC236}">
                <a16:creationId xmlns:a16="http://schemas.microsoft.com/office/drawing/2014/main" id="{D8C19503-16E7-50C5-8995-F8E0DCB6B626}"/>
              </a:ext>
            </a:extLst>
          </p:cNvPr>
          <p:cNvSpPr>
            <a:spLocks noGrp="1"/>
          </p:cNvSpPr>
          <p:nvPr>
            <p:ph type="sldNum" sz="quarter" idx="13"/>
          </p:nvPr>
        </p:nvSpPr>
        <p:spPr/>
        <p:txBody>
          <a:bodyPr/>
          <a:lstStyle>
            <a:lvl1pPr>
              <a:defRPr>
                <a:solidFill>
                  <a:schemeClr val="bg1"/>
                </a:solidFill>
              </a:defRPr>
            </a:lvl1pPr>
          </a:lstStyle>
          <a:p>
            <a:fld id="{64E5BE4B-2FBF-4174-9E62-85FAD1CB43A6}" type="slidenum">
              <a:rPr lang="en-US" smtClean="0"/>
              <a:pPr/>
              <a:t>‹#›</a:t>
            </a:fld>
            <a:endParaRPr lang="en-US"/>
          </a:p>
        </p:txBody>
      </p:sp>
      <p:pic>
        <p:nvPicPr>
          <p:cNvPr id="7" name="Picture 6">
            <a:extLst>
              <a:ext uri="{FF2B5EF4-FFF2-40B4-BE49-F238E27FC236}">
                <a16:creationId xmlns:a16="http://schemas.microsoft.com/office/drawing/2014/main" id="{B8E613F9-1842-268A-DF27-3F9D76502705}"/>
              </a:ext>
            </a:extLst>
          </p:cNvPr>
          <p:cNvPicPr>
            <a:picLocks noChangeAspect="1"/>
          </p:cNvPicPr>
          <p:nvPr/>
        </p:nvPicPr>
        <p:blipFill>
          <a:blip r:embed="rId2"/>
          <a:srcRect/>
          <a:stretch/>
        </p:blipFill>
        <p:spPr>
          <a:xfrm>
            <a:off x="10004616" y="411163"/>
            <a:ext cx="1629707" cy="478023"/>
          </a:xfrm>
          <a:prstGeom prst="rect">
            <a:avLst/>
          </a:prstGeom>
        </p:spPr>
      </p:pic>
    </p:spTree>
    <p:extLst>
      <p:ext uri="{BB962C8B-B14F-4D97-AF65-F5344CB8AC3E}">
        <p14:creationId xmlns:p14="http://schemas.microsoft.com/office/powerpoint/2010/main" val="3635104138"/>
      </p:ext>
    </p:extLst>
  </p:cSld>
  <p:clrMapOvr>
    <a:overrideClrMapping bg1="dk1" tx1="lt1" bg2="dk2" tx2="lt2" accent1="accent1" accent2="accent2" accent3="accent3" accent4="accent4" accent5="accent5" accent6="accent6" hlink="hlink" folHlink="folHlink"/>
  </p:clrMapOvr>
  <p:hf sldNum="0" hdr="0" ftr="0" dt="0"/>
  <p:extLst>
    <p:ext uri="{DCECCB84-F9BA-43D5-87BE-67443E8EF086}">
      <p15:sldGuideLst xmlns:p15="http://schemas.microsoft.com/office/powerpoint/2012/main">
        <p15:guide id="1" orient="horz" pos="1354">
          <p15:clr>
            <a:srgbClr val="A4A3A4"/>
          </p15:clr>
        </p15:guide>
        <p15:guide id="2" orient="horz" pos="3888">
          <p15:clr>
            <a:srgbClr val="A4A3A4"/>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Section Header - White 01">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48640" y="411482"/>
            <a:ext cx="8231293" cy="1189037"/>
          </a:xfrm>
        </p:spPr>
        <p:txBody>
          <a:bodyPr anchor="t" anchorCtr="0"/>
          <a:lstStyle>
            <a:lvl1pPr>
              <a:lnSpc>
                <a:spcPct val="80000"/>
              </a:lnSpc>
              <a:defRPr sz="4000" spc="-100" baseline="0">
                <a:solidFill>
                  <a:schemeClr val="tx2"/>
                </a:solidFill>
              </a:defRPr>
            </a:lvl1pPr>
          </a:lstStyle>
          <a:p>
            <a:r>
              <a:rPr lang="en-US"/>
              <a:t>[Section title]</a:t>
            </a:r>
          </a:p>
        </p:txBody>
      </p:sp>
      <p:sp>
        <p:nvSpPr>
          <p:cNvPr id="4" name="Text Placeholder 2">
            <a:extLst>
              <a:ext uri="{FF2B5EF4-FFF2-40B4-BE49-F238E27FC236}">
                <a16:creationId xmlns:a16="http://schemas.microsoft.com/office/drawing/2014/main" id="{3EF29EDB-49B7-13CD-321C-E88CD44FB7C6}"/>
              </a:ext>
            </a:extLst>
          </p:cNvPr>
          <p:cNvSpPr>
            <a:spLocks noGrp="1"/>
          </p:cNvSpPr>
          <p:nvPr>
            <p:ph type="body" sz="quarter" idx="11" hasCustomPrompt="1"/>
          </p:nvPr>
        </p:nvSpPr>
        <p:spPr>
          <a:xfrm>
            <a:off x="548640" y="2148840"/>
            <a:ext cx="6795135" cy="4023360"/>
          </a:xfrm>
        </p:spPr>
        <p:txBody>
          <a:bodyPr/>
          <a:lstStyle>
            <a:lvl1pPr marL="0" indent="0">
              <a:spcBef>
                <a:spcPts val="0"/>
              </a:spcBef>
              <a:buFontTx/>
              <a:buNone/>
              <a:defRPr sz="2800"/>
            </a:lvl1pPr>
            <a:lvl2pPr marL="182875" indent="-182875">
              <a:spcBef>
                <a:spcPts val="1000"/>
              </a:spcBef>
              <a:buFont typeface="Arial" panose="020B0604020202020204" pitchFamily="34" charset="0"/>
              <a:buChar char="▪"/>
              <a:defRPr/>
            </a:lvl2pPr>
            <a:lvl3pPr marL="365751">
              <a:defRPr/>
            </a:lvl3pPr>
            <a:lvl4pPr marL="548626">
              <a:defRPr/>
            </a:lvl4pPr>
            <a:lvl5pPr marL="731502">
              <a:defRPr/>
            </a:lvl5pPr>
            <a:lvl6pPr marL="914377">
              <a:defRPr/>
            </a:lvl6pPr>
            <a:lvl7pPr marL="1097253">
              <a:defRPr/>
            </a:lvl7pPr>
            <a:lvl8pPr marL="1280128">
              <a:defRPr/>
            </a:lvl8pPr>
            <a:lvl9pPr marL="1463003">
              <a:defRPr/>
            </a:lvl9pPr>
          </a:lstStyle>
          <a:p>
            <a:pPr lvl="0"/>
            <a:r>
              <a:rPr lang="en-US"/>
              <a:t>[Optional section subtitle]</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Date Placeholder 4">
            <a:extLst>
              <a:ext uri="{FF2B5EF4-FFF2-40B4-BE49-F238E27FC236}">
                <a16:creationId xmlns:a16="http://schemas.microsoft.com/office/drawing/2014/main" id="{D8CC6170-ECB5-A830-2874-091E36410134}"/>
              </a:ext>
            </a:extLst>
          </p:cNvPr>
          <p:cNvSpPr>
            <a:spLocks noGrp="1"/>
          </p:cNvSpPr>
          <p:nvPr>
            <p:ph type="dt" sz="half" idx="12"/>
          </p:nvPr>
        </p:nvSpPr>
        <p:spPr/>
        <p:txBody>
          <a:bodyPr/>
          <a:lstStyle/>
          <a:p>
            <a:fld id="{FF31E861-D2AF-431D-860B-DCF67C218052}" type="datetime3">
              <a:rPr lang="en-US" smtClean="0"/>
              <a:t>5 May 2026</a:t>
            </a:fld>
            <a:endParaRPr lang="en-US"/>
          </a:p>
        </p:txBody>
      </p:sp>
      <p:sp>
        <p:nvSpPr>
          <p:cNvPr id="6" name="Slide Number Placeholder 5">
            <a:extLst>
              <a:ext uri="{FF2B5EF4-FFF2-40B4-BE49-F238E27FC236}">
                <a16:creationId xmlns:a16="http://schemas.microsoft.com/office/drawing/2014/main" id="{DCB1CE1D-5DB3-7DB4-A801-B688218E7EC6}"/>
              </a:ext>
            </a:extLst>
          </p:cNvPr>
          <p:cNvSpPr>
            <a:spLocks noGrp="1"/>
          </p:cNvSpPr>
          <p:nvPr>
            <p:ph type="sldNum" sz="quarter" idx="13"/>
          </p:nvPr>
        </p:nvSpPr>
        <p:spPr/>
        <p:txBody>
          <a:bodyPr/>
          <a:lstStyle/>
          <a:p>
            <a:fld id="{64E5BE4B-2FBF-4174-9E62-85FAD1CB43A6}" type="slidenum">
              <a:rPr lang="en-US" smtClean="0"/>
              <a:pPr/>
              <a:t>‹#›</a:t>
            </a:fld>
            <a:endParaRPr lang="en-US"/>
          </a:p>
        </p:txBody>
      </p:sp>
    </p:spTree>
    <p:extLst>
      <p:ext uri="{BB962C8B-B14F-4D97-AF65-F5344CB8AC3E}">
        <p14:creationId xmlns:p14="http://schemas.microsoft.com/office/powerpoint/2010/main" val="3587683063"/>
      </p:ext>
    </p:extLst>
  </p:cSld>
  <p:clrMapOvr>
    <a:overrideClrMapping bg1="lt1" tx1="dk1" bg2="lt2" tx2="dk2" accent1="accent1" accent2="accent2" accent3="accent3" accent4="accent4" accent5="accent5" accent6="accent6" hlink="hlink" folHlink="folHlink"/>
  </p:clrMapOvr>
  <p:hf sldNum="0" hdr="0" ftr="0" dt="0"/>
  <p:extLst>
    <p:ext uri="{DCECCB84-F9BA-43D5-87BE-67443E8EF086}">
      <p15:sldGuideLst xmlns:p15="http://schemas.microsoft.com/office/powerpoint/2012/main">
        <p15:guide id="1" orient="horz" pos="1354">
          <p15:clr>
            <a:srgbClr val="A4A3A4"/>
          </p15:clr>
        </p15:guide>
        <p15:guide id="2" orient="horz" pos="3888">
          <p15:clr>
            <a:srgbClr val="A4A3A4"/>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Section Header - White 02">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48642" y="411480"/>
            <a:ext cx="5365327" cy="914400"/>
          </a:xfrm>
        </p:spPr>
        <p:txBody>
          <a:bodyPr anchor="t" anchorCtr="0"/>
          <a:lstStyle>
            <a:lvl1pPr>
              <a:lnSpc>
                <a:spcPct val="90000"/>
              </a:lnSpc>
              <a:defRPr sz="2400" spc="0" baseline="0">
                <a:solidFill>
                  <a:schemeClr val="tx1"/>
                </a:solidFill>
              </a:defRPr>
            </a:lvl1pPr>
          </a:lstStyle>
          <a:p>
            <a:r>
              <a:rPr lang="en-US"/>
              <a:t>[Section title]</a:t>
            </a:r>
          </a:p>
        </p:txBody>
      </p:sp>
      <p:sp>
        <p:nvSpPr>
          <p:cNvPr id="4" name="Text Placeholder 2">
            <a:extLst>
              <a:ext uri="{FF2B5EF4-FFF2-40B4-BE49-F238E27FC236}">
                <a16:creationId xmlns:a16="http://schemas.microsoft.com/office/drawing/2014/main" id="{3EF29EDB-49B7-13CD-321C-E88CD44FB7C6}"/>
              </a:ext>
            </a:extLst>
          </p:cNvPr>
          <p:cNvSpPr>
            <a:spLocks noGrp="1"/>
          </p:cNvSpPr>
          <p:nvPr>
            <p:ph type="body" sz="quarter" idx="11" hasCustomPrompt="1"/>
          </p:nvPr>
        </p:nvSpPr>
        <p:spPr>
          <a:xfrm>
            <a:off x="548640" y="1600200"/>
            <a:ext cx="6795135" cy="4572000"/>
          </a:xfrm>
        </p:spPr>
        <p:txBody>
          <a:bodyPr/>
          <a:lstStyle>
            <a:lvl1pPr marL="0" indent="0">
              <a:lnSpc>
                <a:spcPct val="90000"/>
              </a:lnSpc>
              <a:spcBef>
                <a:spcPts val="0"/>
              </a:spcBef>
              <a:buFontTx/>
              <a:buNone/>
              <a:defRPr sz="3600"/>
            </a:lvl1pPr>
            <a:lvl2pPr marL="182875" indent="-182875">
              <a:spcBef>
                <a:spcPts val="1000"/>
              </a:spcBef>
              <a:buFont typeface="Arial" panose="020B0604020202020204" pitchFamily="34" charset="0"/>
              <a:buChar char="▪"/>
              <a:defRPr/>
            </a:lvl2pPr>
            <a:lvl3pPr marL="365751">
              <a:defRPr/>
            </a:lvl3pPr>
            <a:lvl4pPr marL="548626">
              <a:defRPr/>
            </a:lvl4pPr>
            <a:lvl5pPr marL="731502">
              <a:defRPr/>
            </a:lvl5pPr>
            <a:lvl6pPr marL="914377">
              <a:defRPr/>
            </a:lvl6pPr>
            <a:lvl7pPr marL="1097253">
              <a:defRPr/>
            </a:lvl7pPr>
            <a:lvl8pPr marL="1280128">
              <a:defRPr/>
            </a:lvl8pPr>
            <a:lvl9pPr marL="1463003">
              <a:defRPr/>
            </a:lvl9pPr>
          </a:lstStyle>
          <a:p>
            <a:pPr lvl="0"/>
            <a:r>
              <a:rPr lang="en-US"/>
              <a:t>[Long section description]</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Date Placeholder 4">
            <a:extLst>
              <a:ext uri="{FF2B5EF4-FFF2-40B4-BE49-F238E27FC236}">
                <a16:creationId xmlns:a16="http://schemas.microsoft.com/office/drawing/2014/main" id="{23A978CF-9C5E-3CFC-1FBF-80FF0C14A03A}"/>
              </a:ext>
            </a:extLst>
          </p:cNvPr>
          <p:cNvSpPr>
            <a:spLocks noGrp="1"/>
          </p:cNvSpPr>
          <p:nvPr>
            <p:ph type="dt" sz="half" idx="12"/>
          </p:nvPr>
        </p:nvSpPr>
        <p:spPr/>
        <p:txBody>
          <a:bodyPr/>
          <a:lstStyle/>
          <a:p>
            <a:fld id="{D1DA25B2-AAF1-4C1F-AA38-12D5BFA7D4C8}" type="datetime3">
              <a:rPr lang="en-US" smtClean="0"/>
              <a:t>5 May 2026</a:t>
            </a:fld>
            <a:endParaRPr lang="en-US"/>
          </a:p>
        </p:txBody>
      </p:sp>
      <p:sp>
        <p:nvSpPr>
          <p:cNvPr id="6" name="Slide Number Placeholder 5">
            <a:extLst>
              <a:ext uri="{FF2B5EF4-FFF2-40B4-BE49-F238E27FC236}">
                <a16:creationId xmlns:a16="http://schemas.microsoft.com/office/drawing/2014/main" id="{A2496E61-43C3-4A10-6216-8AA17EF97B83}"/>
              </a:ext>
            </a:extLst>
          </p:cNvPr>
          <p:cNvSpPr>
            <a:spLocks noGrp="1"/>
          </p:cNvSpPr>
          <p:nvPr>
            <p:ph type="sldNum" sz="quarter" idx="13"/>
          </p:nvPr>
        </p:nvSpPr>
        <p:spPr/>
        <p:txBody>
          <a:bodyPr/>
          <a:lstStyle/>
          <a:p>
            <a:fld id="{64E5BE4B-2FBF-4174-9E62-85FAD1CB43A6}" type="slidenum">
              <a:rPr lang="en-US" smtClean="0"/>
              <a:pPr/>
              <a:t>‹#›</a:t>
            </a:fld>
            <a:endParaRPr lang="en-US"/>
          </a:p>
        </p:txBody>
      </p:sp>
    </p:spTree>
    <p:extLst>
      <p:ext uri="{BB962C8B-B14F-4D97-AF65-F5344CB8AC3E}">
        <p14:creationId xmlns:p14="http://schemas.microsoft.com/office/powerpoint/2010/main" val="3654736116"/>
      </p:ext>
    </p:extLst>
  </p:cSld>
  <p:clrMapOvr>
    <a:overrideClrMapping bg1="lt1" tx1="dk1" bg2="lt2" tx2="dk2" accent1="accent1" accent2="accent2" accent3="accent3" accent4="accent4" accent5="accent5" accent6="accent6" hlink="hlink" folHlink="folHlink"/>
  </p:clrMapOvr>
  <p:hf sldNum="0" hdr="0" ftr="0" dt="0"/>
  <p:extLst>
    <p:ext uri="{DCECCB84-F9BA-43D5-87BE-67443E8EF086}">
      <p15:sldGuideLst xmlns:p15="http://schemas.microsoft.com/office/powerpoint/2012/main">
        <p15:guide id="1" orient="horz" pos="1008">
          <p15:clr>
            <a:srgbClr val="A4A3A4"/>
          </p15:clr>
        </p15:guide>
        <p15:guide id="2" orient="horz" pos="3888">
          <p15:clr>
            <a:srgbClr val="A4A3A4"/>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p:cSld name="Section Header - Half Image">
    <p:bg>
      <p:bgPr>
        <a:solidFill>
          <a:srgbClr val="221F20"/>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48642" y="411482"/>
            <a:ext cx="5365327" cy="1189037"/>
          </a:xfrm>
        </p:spPr>
        <p:txBody>
          <a:bodyPr anchor="t" anchorCtr="0"/>
          <a:lstStyle>
            <a:lvl1pPr>
              <a:lnSpc>
                <a:spcPct val="80000"/>
              </a:lnSpc>
              <a:defRPr sz="4000" spc="-100" baseline="0">
                <a:solidFill>
                  <a:schemeClr val="tx2"/>
                </a:solidFill>
              </a:defRPr>
            </a:lvl1pPr>
          </a:lstStyle>
          <a:p>
            <a:r>
              <a:rPr lang="en-US"/>
              <a:t>[Section title]</a:t>
            </a:r>
          </a:p>
        </p:txBody>
      </p:sp>
      <p:sp>
        <p:nvSpPr>
          <p:cNvPr id="7" name="Text Placeholder 2">
            <a:extLst>
              <a:ext uri="{FF2B5EF4-FFF2-40B4-BE49-F238E27FC236}">
                <a16:creationId xmlns:a16="http://schemas.microsoft.com/office/drawing/2014/main" id="{FD05FCA9-6234-AA37-16E9-CA72B744A81B}"/>
              </a:ext>
            </a:extLst>
          </p:cNvPr>
          <p:cNvSpPr>
            <a:spLocks noGrp="1"/>
          </p:cNvSpPr>
          <p:nvPr>
            <p:ph type="body" sz="quarter" idx="11" hasCustomPrompt="1"/>
          </p:nvPr>
        </p:nvSpPr>
        <p:spPr>
          <a:xfrm>
            <a:off x="548640" y="2148840"/>
            <a:ext cx="5365325" cy="4023360"/>
          </a:xfrm>
        </p:spPr>
        <p:txBody>
          <a:bodyPr/>
          <a:lstStyle>
            <a:lvl1pPr marL="0" indent="0">
              <a:spcBef>
                <a:spcPts val="1000"/>
              </a:spcBef>
              <a:buFontTx/>
              <a:buNone/>
              <a:defRPr/>
            </a:lvl1pPr>
            <a:lvl2pPr marL="182875" indent="-182875">
              <a:spcBef>
                <a:spcPts val="1000"/>
              </a:spcBef>
              <a:buFont typeface="Arial" panose="020B0604020202020204" pitchFamily="34" charset="0"/>
              <a:buChar char="▪"/>
              <a:defRPr/>
            </a:lvl2pPr>
            <a:lvl3pPr marL="365751">
              <a:defRPr/>
            </a:lvl3pPr>
            <a:lvl4pPr marL="548626">
              <a:defRPr/>
            </a:lvl4pPr>
            <a:lvl5pPr marL="731502">
              <a:defRPr/>
            </a:lvl5pPr>
            <a:lvl6pPr marL="914377">
              <a:defRPr/>
            </a:lvl6pPr>
            <a:lvl7pPr marL="1097253">
              <a:defRPr/>
            </a:lvl7pPr>
            <a:lvl8pPr marL="1280128">
              <a:defRPr/>
            </a:lvl8pPr>
            <a:lvl9pPr marL="1463003">
              <a:defRPr/>
            </a:lvl9pPr>
          </a:lstStyle>
          <a:p>
            <a:pPr lvl="0"/>
            <a:r>
              <a:rPr lang="en-US"/>
              <a:t>[Optional section description]</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3" name="Date Placeholder 2">
            <a:extLst>
              <a:ext uri="{FF2B5EF4-FFF2-40B4-BE49-F238E27FC236}">
                <a16:creationId xmlns:a16="http://schemas.microsoft.com/office/drawing/2014/main" id="{3F98909E-3F3B-28FF-B01F-B77401FC0BCC}"/>
              </a:ext>
            </a:extLst>
          </p:cNvPr>
          <p:cNvSpPr>
            <a:spLocks noGrp="1"/>
          </p:cNvSpPr>
          <p:nvPr>
            <p:ph type="dt" sz="half" idx="12"/>
          </p:nvPr>
        </p:nvSpPr>
        <p:spPr/>
        <p:txBody>
          <a:bodyPr/>
          <a:lstStyle/>
          <a:p>
            <a:fld id="{A25C0F39-45D0-48E9-90B3-7FE8FCE561C8}" type="datetime3">
              <a:rPr lang="en-US" smtClean="0"/>
              <a:t>5 May 2026</a:t>
            </a:fld>
            <a:endParaRPr lang="en-US"/>
          </a:p>
        </p:txBody>
      </p:sp>
      <p:sp>
        <p:nvSpPr>
          <p:cNvPr id="4" name="Slide Number Placeholder 3">
            <a:extLst>
              <a:ext uri="{FF2B5EF4-FFF2-40B4-BE49-F238E27FC236}">
                <a16:creationId xmlns:a16="http://schemas.microsoft.com/office/drawing/2014/main" id="{FC4506F2-72D4-8024-72B5-E5E4464D05D0}"/>
              </a:ext>
            </a:extLst>
          </p:cNvPr>
          <p:cNvSpPr>
            <a:spLocks noGrp="1"/>
          </p:cNvSpPr>
          <p:nvPr>
            <p:ph type="sldNum" sz="quarter" idx="13"/>
          </p:nvPr>
        </p:nvSpPr>
        <p:spPr/>
        <p:txBody>
          <a:bodyPr/>
          <a:lstStyle/>
          <a:p>
            <a:fld id="{64E5BE4B-2FBF-4174-9E62-85FAD1CB43A6}" type="slidenum">
              <a:rPr lang="en-US" smtClean="0"/>
              <a:pPr/>
              <a:t>‹#›</a:t>
            </a:fld>
            <a:endParaRPr lang="en-US"/>
          </a:p>
        </p:txBody>
      </p:sp>
      <p:sp>
        <p:nvSpPr>
          <p:cNvPr id="10" name="Picture Placeholder 3">
            <a:extLst>
              <a:ext uri="{FF2B5EF4-FFF2-40B4-BE49-F238E27FC236}">
                <a16:creationId xmlns:a16="http://schemas.microsoft.com/office/drawing/2014/main" id="{6FB94CE1-6713-07D6-4B5A-4A8C98A3721E}"/>
              </a:ext>
            </a:extLst>
          </p:cNvPr>
          <p:cNvSpPr>
            <a:spLocks noGrp="1"/>
          </p:cNvSpPr>
          <p:nvPr>
            <p:ph type="pic" sz="quarter" idx="10"/>
          </p:nvPr>
        </p:nvSpPr>
        <p:spPr>
          <a:xfrm>
            <a:off x="6278038" y="1076325"/>
            <a:ext cx="5365748" cy="5095875"/>
          </a:xfrm>
          <a:solidFill>
            <a:srgbClr val="D5D5D7"/>
          </a:solidFill>
        </p:spPr>
        <p:txBody>
          <a:bodyPr anchor="ctr" anchorCtr="0"/>
          <a:lstStyle>
            <a:lvl1pPr marL="0" indent="0" algn="ctr">
              <a:buFontTx/>
              <a:buNone/>
              <a:defRPr sz="1000">
                <a:solidFill>
                  <a:srgbClr val="221F20"/>
                </a:solidFill>
              </a:defRPr>
            </a:lvl1pPr>
          </a:lstStyle>
          <a:p>
            <a:r>
              <a:rPr lang="en-US"/>
              <a:t>Click icon to add picture</a:t>
            </a:r>
          </a:p>
        </p:txBody>
      </p:sp>
      <p:sp>
        <p:nvSpPr>
          <p:cNvPr id="14" name="Rectangle 15">
            <a:extLst>
              <a:ext uri="{FF2B5EF4-FFF2-40B4-BE49-F238E27FC236}">
                <a16:creationId xmlns:a16="http://schemas.microsoft.com/office/drawing/2014/main" id="{F827E20F-449C-FD35-0420-0D0665538DFA}"/>
              </a:ext>
            </a:extLst>
          </p:cNvPr>
          <p:cNvSpPr>
            <a:spLocks noChangeArrowheads="1"/>
          </p:cNvSpPr>
          <p:nvPr/>
        </p:nvSpPr>
        <p:spPr bwMode="auto">
          <a:xfrm>
            <a:off x="1386840" y="6657946"/>
            <a:ext cx="9418320" cy="200055"/>
          </a:xfrm>
          <a:prstGeom prst="rect">
            <a:avLst/>
          </a:prstGeom>
          <a:noFill/>
          <a:ln w="9525">
            <a:noFill/>
            <a:miter lim="800000"/>
            <a:headEnd/>
            <a:tailEnd/>
          </a:ln>
        </p:spPr>
        <p:txBody>
          <a:bodyPr wrap="square" lIns="0" rIns="0" anchor="b">
            <a:spAutoFit/>
          </a:bodyPr>
          <a:lstStyle/>
          <a:p>
            <a:pPr algn="ctr">
              <a:defRPr/>
            </a:pPr>
            <a:r>
              <a:rPr lang="en-US" sz="700" b="1">
                <a:solidFill>
                  <a:schemeClr val="tx1"/>
                </a:solidFill>
                <a:latin typeface="+mn-lt"/>
                <a:cs typeface="Arial Bold" panose="020B0704020202020204" pitchFamily="34" charset="0"/>
              </a:rPr>
              <a:t>EDIT CONTROL STATEMENT UNDER &gt; VIEW &gt; SLIDE MASTER &gt; SCROLL TO TOP &gt; CHANGE HEADER AND FOOTER</a:t>
            </a:r>
          </a:p>
        </p:txBody>
      </p:sp>
      <p:sp>
        <p:nvSpPr>
          <p:cNvPr id="15" name="Rectangle 14">
            <a:extLst>
              <a:ext uri="{FF2B5EF4-FFF2-40B4-BE49-F238E27FC236}">
                <a16:creationId xmlns:a16="http://schemas.microsoft.com/office/drawing/2014/main" id="{9B78D2D4-DCB9-0AD3-0C18-6C6757224CC2}"/>
              </a:ext>
            </a:extLst>
          </p:cNvPr>
          <p:cNvSpPr>
            <a:spLocks noChangeArrowheads="1"/>
          </p:cNvSpPr>
          <p:nvPr/>
        </p:nvSpPr>
        <p:spPr bwMode="auto">
          <a:xfrm>
            <a:off x="1386840" y="1"/>
            <a:ext cx="9418320" cy="200055"/>
          </a:xfrm>
          <a:prstGeom prst="rect">
            <a:avLst/>
          </a:prstGeom>
          <a:noFill/>
          <a:ln w="9525">
            <a:noFill/>
            <a:miter lim="800000"/>
            <a:headEnd/>
            <a:tailEnd/>
          </a:ln>
        </p:spPr>
        <p:txBody>
          <a:bodyPr wrap="square" anchor="t" anchorCtr="0">
            <a:spAutoFit/>
          </a:bodyPr>
          <a:lstStyle/>
          <a:p>
            <a:pPr algn="ctr">
              <a:defRPr/>
            </a:pPr>
            <a:r>
              <a:rPr lang="en-US" sz="700" b="1">
                <a:solidFill>
                  <a:schemeClr val="tx1"/>
                </a:solidFill>
                <a:latin typeface="+mn-lt"/>
                <a:cs typeface="Arial Bold" panose="020B0704020202020204" pitchFamily="34" charset="0"/>
              </a:rPr>
              <a:t>EDIT CONTROL STATEMENT UNDER &gt; VIEW &gt; SLIDE MASTER &gt; SCROLL TO TOP &gt; CHANGE HEADER AND FOOTER</a:t>
            </a:r>
          </a:p>
        </p:txBody>
      </p:sp>
      <p:pic>
        <p:nvPicPr>
          <p:cNvPr id="5" name="Picture 4">
            <a:extLst>
              <a:ext uri="{FF2B5EF4-FFF2-40B4-BE49-F238E27FC236}">
                <a16:creationId xmlns:a16="http://schemas.microsoft.com/office/drawing/2014/main" id="{010600B0-1249-F5D8-D1B7-CC4F0AD64E01}"/>
              </a:ext>
            </a:extLst>
          </p:cNvPr>
          <p:cNvPicPr>
            <a:picLocks noChangeAspect="1"/>
          </p:cNvPicPr>
          <p:nvPr/>
        </p:nvPicPr>
        <p:blipFill>
          <a:blip r:embed="rId2"/>
          <a:srcRect/>
          <a:stretch/>
        </p:blipFill>
        <p:spPr>
          <a:xfrm>
            <a:off x="10004616" y="411163"/>
            <a:ext cx="1629707" cy="478023"/>
          </a:xfrm>
          <a:prstGeom prst="rect">
            <a:avLst/>
          </a:prstGeom>
        </p:spPr>
      </p:pic>
    </p:spTree>
    <p:extLst>
      <p:ext uri="{BB962C8B-B14F-4D97-AF65-F5344CB8AC3E}">
        <p14:creationId xmlns:p14="http://schemas.microsoft.com/office/powerpoint/2010/main" val="1533982176"/>
      </p:ext>
    </p:extLst>
  </p:cSld>
  <p:clrMapOvr>
    <a:overrideClrMapping bg1="dk1" tx1="lt1" bg2="dk2" tx2="lt2" accent1="accent1" accent2="accent2" accent3="accent3" accent4="accent4" accent5="accent5" accent6="accent6" hlink="hlink" folHlink="folHlink"/>
  </p:clrMapOvr>
  <p:hf sldNum="0" hdr="0" ftr="0" dt="0"/>
  <p:extLst>
    <p:ext uri="{DCECCB84-F9BA-43D5-87BE-67443E8EF086}">
      <p15:sldGuideLst xmlns:p15="http://schemas.microsoft.com/office/powerpoint/2012/main">
        <p15:guide id="1" orient="horz" pos="1354">
          <p15:clr>
            <a:srgbClr val="A4A3A4"/>
          </p15:clr>
        </p15:guide>
        <p15:guide id="2" orient="horz" pos="3888">
          <p15:clr>
            <a:srgbClr val="A4A3A4"/>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Section Header - Half Image - White">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48642" y="411482"/>
            <a:ext cx="5365327" cy="1189037"/>
          </a:xfrm>
        </p:spPr>
        <p:txBody>
          <a:bodyPr anchor="t" anchorCtr="0"/>
          <a:lstStyle>
            <a:lvl1pPr>
              <a:lnSpc>
                <a:spcPct val="80000"/>
              </a:lnSpc>
              <a:defRPr sz="4000" spc="-100" baseline="0">
                <a:solidFill>
                  <a:schemeClr val="tx2"/>
                </a:solidFill>
              </a:defRPr>
            </a:lvl1pPr>
          </a:lstStyle>
          <a:p>
            <a:r>
              <a:rPr lang="en-US"/>
              <a:t>[Section title]</a:t>
            </a:r>
          </a:p>
        </p:txBody>
      </p:sp>
      <p:sp>
        <p:nvSpPr>
          <p:cNvPr id="7" name="Text Placeholder 2">
            <a:extLst>
              <a:ext uri="{FF2B5EF4-FFF2-40B4-BE49-F238E27FC236}">
                <a16:creationId xmlns:a16="http://schemas.microsoft.com/office/drawing/2014/main" id="{FD05FCA9-6234-AA37-16E9-CA72B744A81B}"/>
              </a:ext>
            </a:extLst>
          </p:cNvPr>
          <p:cNvSpPr>
            <a:spLocks noGrp="1"/>
          </p:cNvSpPr>
          <p:nvPr>
            <p:ph type="body" sz="quarter" idx="11" hasCustomPrompt="1"/>
          </p:nvPr>
        </p:nvSpPr>
        <p:spPr>
          <a:xfrm>
            <a:off x="548640" y="2148840"/>
            <a:ext cx="5365325" cy="4023360"/>
          </a:xfrm>
        </p:spPr>
        <p:txBody>
          <a:bodyPr/>
          <a:lstStyle>
            <a:lvl1pPr marL="0" indent="0">
              <a:spcBef>
                <a:spcPts val="1000"/>
              </a:spcBef>
              <a:buFontTx/>
              <a:buNone/>
              <a:defRPr/>
            </a:lvl1pPr>
            <a:lvl2pPr marL="182875" indent="-182875">
              <a:spcBef>
                <a:spcPts val="1000"/>
              </a:spcBef>
              <a:buFont typeface="Arial" panose="020B0604020202020204" pitchFamily="34" charset="0"/>
              <a:buChar char="▪"/>
              <a:defRPr/>
            </a:lvl2pPr>
            <a:lvl3pPr marL="365751">
              <a:defRPr/>
            </a:lvl3pPr>
            <a:lvl4pPr marL="548626">
              <a:defRPr/>
            </a:lvl4pPr>
            <a:lvl5pPr marL="731502">
              <a:defRPr/>
            </a:lvl5pPr>
            <a:lvl6pPr marL="914377">
              <a:defRPr/>
            </a:lvl6pPr>
            <a:lvl7pPr marL="1097253">
              <a:defRPr/>
            </a:lvl7pPr>
            <a:lvl8pPr marL="1280128">
              <a:defRPr/>
            </a:lvl8pPr>
            <a:lvl9pPr marL="1463003">
              <a:defRPr/>
            </a:lvl9pPr>
          </a:lstStyle>
          <a:p>
            <a:pPr lvl="0"/>
            <a:r>
              <a:rPr lang="en-US"/>
              <a:t>[Optional section description]</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Picture Placeholder 3">
            <a:extLst>
              <a:ext uri="{FF2B5EF4-FFF2-40B4-BE49-F238E27FC236}">
                <a16:creationId xmlns:a16="http://schemas.microsoft.com/office/drawing/2014/main" id="{99F1DF14-7FE6-F760-F31F-7EF2AD60D9CA}"/>
              </a:ext>
            </a:extLst>
          </p:cNvPr>
          <p:cNvSpPr>
            <a:spLocks noGrp="1"/>
          </p:cNvSpPr>
          <p:nvPr>
            <p:ph type="pic" sz="quarter" idx="10"/>
          </p:nvPr>
        </p:nvSpPr>
        <p:spPr>
          <a:xfrm>
            <a:off x="6278038" y="1076325"/>
            <a:ext cx="5365748" cy="5095875"/>
          </a:xfrm>
          <a:solidFill>
            <a:srgbClr val="D5D5D7"/>
          </a:solidFill>
        </p:spPr>
        <p:txBody>
          <a:bodyPr anchor="ctr" anchorCtr="0"/>
          <a:lstStyle>
            <a:lvl1pPr marL="0" indent="0" algn="ctr">
              <a:buFontTx/>
              <a:buNone/>
              <a:defRPr sz="1000">
                <a:solidFill>
                  <a:srgbClr val="221F20"/>
                </a:solidFill>
              </a:defRPr>
            </a:lvl1pPr>
          </a:lstStyle>
          <a:p>
            <a:r>
              <a:rPr lang="en-US"/>
              <a:t>Click icon to add picture</a:t>
            </a:r>
          </a:p>
        </p:txBody>
      </p:sp>
      <p:sp>
        <p:nvSpPr>
          <p:cNvPr id="3" name="Date Placeholder 2">
            <a:extLst>
              <a:ext uri="{FF2B5EF4-FFF2-40B4-BE49-F238E27FC236}">
                <a16:creationId xmlns:a16="http://schemas.microsoft.com/office/drawing/2014/main" id="{20223B66-3A13-0C9F-B944-AC25D742AF96}"/>
              </a:ext>
            </a:extLst>
          </p:cNvPr>
          <p:cNvSpPr>
            <a:spLocks noGrp="1"/>
          </p:cNvSpPr>
          <p:nvPr>
            <p:ph type="dt" sz="half" idx="12"/>
          </p:nvPr>
        </p:nvSpPr>
        <p:spPr/>
        <p:txBody>
          <a:bodyPr/>
          <a:lstStyle/>
          <a:p>
            <a:fld id="{9BAF1A3D-92FA-4F24-9781-74AFA516A230}" type="datetime3">
              <a:rPr lang="en-US" smtClean="0"/>
              <a:t>5 May 2026</a:t>
            </a:fld>
            <a:endParaRPr lang="en-US"/>
          </a:p>
        </p:txBody>
      </p:sp>
      <p:sp>
        <p:nvSpPr>
          <p:cNvPr id="4" name="Slide Number Placeholder 3">
            <a:extLst>
              <a:ext uri="{FF2B5EF4-FFF2-40B4-BE49-F238E27FC236}">
                <a16:creationId xmlns:a16="http://schemas.microsoft.com/office/drawing/2014/main" id="{131544B9-C835-CF1D-D28F-2122F2789519}"/>
              </a:ext>
            </a:extLst>
          </p:cNvPr>
          <p:cNvSpPr>
            <a:spLocks noGrp="1"/>
          </p:cNvSpPr>
          <p:nvPr>
            <p:ph type="sldNum" sz="quarter" idx="13"/>
          </p:nvPr>
        </p:nvSpPr>
        <p:spPr/>
        <p:txBody>
          <a:bodyPr/>
          <a:lstStyle/>
          <a:p>
            <a:fld id="{64E5BE4B-2FBF-4174-9E62-85FAD1CB43A6}" type="slidenum">
              <a:rPr lang="en-US" smtClean="0"/>
              <a:pPr/>
              <a:t>‹#›</a:t>
            </a:fld>
            <a:endParaRPr lang="en-US"/>
          </a:p>
        </p:txBody>
      </p:sp>
    </p:spTree>
    <p:extLst>
      <p:ext uri="{BB962C8B-B14F-4D97-AF65-F5344CB8AC3E}">
        <p14:creationId xmlns:p14="http://schemas.microsoft.com/office/powerpoint/2010/main" val="3119367915"/>
      </p:ext>
    </p:extLst>
  </p:cSld>
  <p:clrMapOvr>
    <a:overrideClrMapping bg1="lt1" tx1="dk1" bg2="lt2" tx2="dk2" accent1="accent1" accent2="accent2" accent3="accent3" accent4="accent4" accent5="accent5" accent6="accent6" hlink="hlink" folHlink="folHlink"/>
  </p:clrMapOvr>
  <p:hf sldNum="0" hdr="0" ftr="0" dt="0"/>
  <p:extLst>
    <p:ext uri="{DCECCB84-F9BA-43D5-87BE-67443E8EF086}">
      <p15:sldGuideLst xmlns:p15="http://schemas.microsoft.com/office/powerpoint/2012/main">
        <p15:guide id="1" orient="horz" pos="1354">
          <p15:clr>
            <a:srgbClr val="A4A3A4"/>
          </p15:clr>
        </p15:guide>
        <p15:guide id="2" orient="horz" pos="3888">
          <p15:clr>
            <a:srgbClr val="A4A3A4"/>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a:t>[Slide title]</a:t>
            </a:r>
          </a:p>
        </p:txBody>
      </p:sp>
      <p:sp>
        <p:nvSpPr>
          <p:cNvPr id="4" name="Date Placeholder 3">
            <a:extLst>
              <a:ext uri="{FF2B5EF4-FFF2-40B4-BE49-F238E27FC236}">
                <a16:creationId xmlns:a16="http://schemas.microsoft.com/office/drawing/2014/main" id="{4379C0D1-24E4-F8B5-5008-90B631F4469A}"/>
              </a:ext>
            </a:extLst>
          </p:cNvPr>
          <p:cNvSpPr>
            <a:spLocks noGrp="1"/>
          </p:cNvSpPr>
          <p:nvPr>
            <p:ph type="dt" sz="half" idx="10"/>
          </p:nvPr>
        </p:nvSpPr>
        <p:spPr/>
        <p:txBody>
          <a:bodyPr/>
          <a:lstStyle/>
          <a:p>
            <a:fld id="{5719C672-856D-4617-A693-8FE15749A9B7}" type="datetime3">
              <a:rPr lang="en-US" smtClean="0"/>
              <a:t>5 May 2026</a:t>
            </a:fld>
            <a:endParaRPr lang="en-US"/>
          </a:p>
        </p:txBody>
      </p:sp>
      <p:sp>
        <p:nvSpPr>
          <p:cNvPr id="5" name="Slide Number Placeholder 4">
            <a:extLst>
              <a:ext uri="{FF2B5EF4-FFF2-40B4-BE49-F238E27FC236}">
                <a16:creationId xmlns:a16="http://schemas.microsoft.com/office/drawing/2014/main" id="{1FD0708B-B177-BDB5-031F-585D18C07E8A}"/>
              </a:ext>
            </a:extLst>
          </p:cNvPr>
          <p:cNvSpPr>
            <a:spLocks noGrp="1"/>
          </p:cNvSpPr>
          <p:nvPr>
            <p:ph type="sldNum" sz="quarter" idx="11"/>
          </p:nvPr>
        </p:nvSpPr>
        <p:spPr/>
        <p:txBody>
          <a:bodyPr/>
          <a:lstStyle/>
          <a:p>
            <a:fld id="{64E5BE4B-2FBF-4174-9E62-85FAD1CB43A6}" type="slidenum">
              <a:rPr lang="en-US" smtClean="0"/>
              <a:pPr/>
              <a:t>‹#›</a:t>
            </a:fld>
            <a:endParaRPr lang="en-US"/>
          </a:p>
        </p:txBody>
      </p:sp>
    </p:spTree>
    <p:extLst>
      <p:ext uri="{BB962C8B-B14F-4D97-AF65-F5344CB8AC3E}">
        <p14:creationId xmlns:p14="http://schemas.microsoft.com/office/powerpoint/2010/main" val="567631855"/>
      </p:ext>
    </p:extLst>
  </p:cSld>
  <p:clrMapOvr>
    <a:masterClrMapping/>
  </p:clrMapOvr>
  <p:hf sldNum="0" hdr="0" ftr="0" dt="0"/>
  <p:extLst>
    <p:ext uri="{DCECCB84-F9BA-43D5-87BE-67443E8EF086}">
      <p15:sldGuideLst xmlns:p15="http://schemas.microsoft.com/office/powerpoint/2012/main">
        <p15:guide id="1" orient="horz" pos="1008">
          <p15:clr>
            <a:srgbClr val="A4A3A4"/>
          </p15:clr>
        </p15:guide>
        <p15:guide id="2" orient="horz" pos="3888">
          <p15:clr>
            <a:srgbClr val="A4A3A4"/>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p:cSld name="Title Only - Black">
    <p:bg>
      <p:bgPr>
        <a:solidFill>
          <a:srgbClr val="221F20"/>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a:t>[Slide title]</a:t>
            </a:r>
          </a:p>
        </p:txBody>
      </p:sp>
      <p:sp>
        <p:nvSpPr>
          <p:cNvPr id="4" name="Date Placeholder 3">
            <a:extLst>
              <a:ext uri="{FF2B5EF4-FFF2-40B4-BE49-F238E27FC236}">
                <a16:creationId xmlns:a16="http://schemas.microsoft.com/office/drawing/2014/main" id="{53232747-3E71-8E75-327E-02C587769F40}"/>
              </a:ext>
            </a:extLst>
          </p:cNvPr>
          <p:cNvSpPr>
            <a:spLocks noGrp="1"/>
          </p:cNvSpPr>
          <p:nvPr>
            <p:ph type="dt" sz="half" idx="10"/>
          </p:nvPr>
        </p:nvSpPr>
        <p:spPr/>
        <p:txBody>
          <a:bodyPr/>
          <a:lstStyle/>
          <a:p>
            <a:fld id="{5F6C764D-A39E-4C03-B161-E0BC66E8883B}" type="datetime3">
              <a:rPr lang="en-US" smtClean="0"/>
              <a:t>5 May 2026</a:t>
            </a:fld>
            <a:endParaRPr lang="en-US"/>
          </a:p>
        </p:txBody>
      </p:sp>
      <p:sp>
        <p:nvSpPr>
          <p:cNvPr id="5" name="Slide Number Placeholder 4">
            <a:extLst>
              <a:ext uri="{FF2B5EF4-FFF2-40B4-BE49-F238E27FC236}">
                <a16:creationId xmlns:a16="http://schemas.microsoft.com/office/drawing/2014/main" id="{36282339-D15E-F6F1-894B-9E0056121556}"/>
              </a:ext>
            </a:extLst>
          </p:cNvPr>
          <p:cNvSpPr>
            <a:spLocks noGrp="1"/>
          </p:cNvSpPr>
          <p:nvPr>
            <p:ph type="sldNum" sz="quarter" idx="11"/>
          </p:nvPr>
        </p:nvSpPr>
        <p:spPr/>
        <p:txBody>
          <a:bodyPr/>
          <a:lstStyle/>
          <a:p>
            <a:fld id="{64E5BE4B-2FBF-4174-9E62-85FAD1CB43A6}" type="slidenum">
              <a:rPr lang="en-US" smtClean="0"/>
              <a:pPr/>
              <a:t>‹#›</a:t>
            </a:fld>
            <a:endParaRPr lang="en-US"/>
          </a:p>
        </p:txBody>
      </p:sp>
      <p:sp>
        <p:nvSpPr>
          <p:cNvPr id="12" name="Rectangle 15">
            <a:extLst>
              <a:ext uri="{FF2B5EF4-FFF2-40B4-BE49-F238E27FC236}">
                <a16:creationId xmlns:a16="http://schemas.microsoft.com/office/drawing/2014/main" id="{833783EA-3887-4D75-CFC6-A032432DD7AD}"/>
              </a:ext>
            </a:extLst>
          </p:cNvPr>
          <p:cNvSpPr>
            <a:spLocks noChangeArrowheads="1"/>
          </p:cNvSpPr>
          <p:nvPr/>
        </p:nvSpPr>
        <p:spPr bwMode="auto">
          <a:xfrm>
            <a:off x="1386840" y="6657946"/>
            <a:ext cx="9418320" cy="200055"/>
          </a:xfrm>
          <a:prstGeom prst="rect">
            <a:avLst/>
          </a:prstGeom>
          <a:noFill/>
          <a:ln w="9525">
            <a:noFill/>
            <a:miter lim="800000"/>
            <a:headEnd/>
            <a:tailEnd/>
          </a:ln>
        </p:spPr>
        <p:txBody>
          <a:bodyPr wrap="square" lIns="0" rIns="0" anchor="b">
            <a:spAutoFit/>
          </a:bodyPr>
          <a:lstStyle/>
          <a:p>
            <a:pPr algn="ctr">
              <a:defRPr/>
            </a:pPr>
            <a:r>
              <a:rPr lang="en-US" sz="700" b="1">
                <a:solidFill>
                  <a:schemeClr val="tx1"/>
                </a:solidFill>
                <a:latin typeface="+mn-lt"/>
                <a:cs typeface="Arial Bold" panose="020B0704020202020204" pitchFamily="34" charset="0"/>
              </a:rPr>
              <a:t>EDIT CONTROL STATEMENT UNDER &gt; VIEW &gt; SLIDE MASTER &gt; SCROLL TO TOP &gt; CHANGE HEADER AND FOOTER</a:t>
            </a:r>
          </a:p>
        </p:txBody>
      </p:sp>
      <p:sp>
        <p:nvSpPr>
          <p:cNvPr id="13" name="Rectangle 12">
            <a:extLst>
              <a:ext uri="{FF2B5EF4-FFF2-40B4-BE49-F238E27FC236}">
                <a16:creationId xmlns:a16="http://schemas.microsoft.com/office/drawing/2014/main" id="{AC42907C-64C3-CBB8-169A-BB3EFFC55BCC}"/>
              </a:ext>
            </a:extLst>
          </p:cNvPr>
          <p:cNvSpPr>
            <a:spLocks noChangeArrowheads="1"/>
          </p:cNvSpPr>
          <p:nvPr/>
        </p:nvSpPr>
        <p:spPr bwMode="auto">
          <a:xfrm>
            <a:off x="1386840" y="1"/>
            <a:ext cx="9418320" cy="200055"/>
          </a:xfrm>
          <a:prstGeom prst="rect">
            <a:avLst/>
          </a:prstGeom>
          <a:noFill/>
          <a:ln w="9525">
            <a:noFill/>
            <a:miter lim="800000"/>
            <a:headEnd/>
            <a:tailEnd/>
          </a:ln>
        </p:spPr>
        <p:txBody>
          <a:bodyPr wrap="square" anchor="t" anchorCtr="0">
            <a:spAutoFit/>
          </a:bodyPr>
          <a:lstStyle/>
          <a:p>
            <a:pPr algn="ctr">
              <a:defRPr/>
            </a:pPr>
            <a:r>
              <a:rPr lang="en-US" sz="700" b="1">
                <a:solidFill>
                  <a:schemeClr val="tx1"/>
                </a:solidFill>
                <a:latin typeface="+mn-lt"/>
                <a:cs typeface="Arial Bold" panose="020B0704020202020204" pitchFamily="34" charset="0"/>
              </a:rPr>
              <a:t>EDIT CONTROL STATEMENT UNDER &gt; VIEW &gt; SLIDE MASTER &gt; SCROLL TO TOP &gt; CHANGE HEADER AND FOOTER</a:t>
            </a:r>
          </a:p>
        </p:txBody>
      </p:sp>
      <p:pic>
        <p:nvPicPr>
          <p:cNvPr id="3" name="Picture 2">
            <a:extLst>
              <a:ext uri="{FF2B5EF4-FFF2-40B4-BE49-F238E27FC236}">
                <a16:creationId xmlns:a16="http://schemas.microsoft.com/office/drawing/2014/main" id="{444B3BC7-1721-F04F-32EA-9BA47104C8AA}"/>
              </a:ext>
            </a:extLst>
          </p:cNvPr>
          <p:cNvPicPr>
            <a:picLocks noChangeAspect="1"/>
          </p:cNvPicPr>
          <p:nvPr/>
        </p:nvPicPr>
        <p:blipFill>
          <a:blip r:embed="rId2"/>
          <a:srcRect/>
          <a:stretch/>
        </p:blipFill>
        <p:spPr>
          <a:xfrm>
            <a:off x="10004616" y="411163"/>
            <a:ext cx="1629707" cy="478023"/>
          </a:xfrm>
          <a:prstGeom prst="rect">
            <a:avLst/>
          </a:prstGeom>
        </p:spPr>
      </p:pic>
    </p:spTree>
    <p:extLst>
      <p:ext uri="{BB962C8B-B14F-4D97-AF65-F5344CB8AC3E}">
        <p14:creationId xmlns:p14="http://schemas.microsoft.com/office/powerpoint/2010/main" val="2099917318"/>
      </p:ext>
    </p:extLst>
  </p:cSld>
  <p:clrMapOvr>
    <a:overrideClrMapping bg1="dk1" tx1="lt1" bg2="dk2" tx2="lt2" accent1="accent1" accent2="accent2" accent3="accent3" accent4="accent4" accent5="accent5" accent6="accent6" hlink="hlink" folHlink="folHlink"/>
  </p:clrMapOvr>
  <p:hf sldNum="0" hdr="0" ftr="0" dt="0"/>
  <p:extLst>
    <p:ext uri="{DCECCB84-F9BA-43D5-87BE-67443E8EF086}">
      <p15:sldGuideLst xmlns:p15="http://schemas.microsoft.com/office/powerpoint/2012/main">
        <p15:guide id="1" orient="horz" pos="1008">
          <p15:clr>
            <a:srgbClr val="A4A3A4"/>
          </p15:clr>
        </p15:guide>
        <p15:guide id="2" orient="horz" pos="3888">
          <p15:clr>
            <a:srgbClr val="A4A3A4"/>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E663EDA0-A0A8-B169-0C67-503B7AD628A6}"/>
              </a:ext>
            </a:extLst>
          </p:cNvPr>
          <p:cNvSpPr>
            <a:spLocks noGrp="1"/>
          </p:cNvSpPr>
          <p:nvPr>
            <p:ph type="dt" sz="half" idx="10"/>
          </p:nvPr>
        </p:nvSpPr>
        <p:spPr/>
        <p:txBody>
          <a:bodyPr/>
          <a:lstStyle/>
          <a:p>
            <a:fld id="{6E3E33F9-20B7-4995-BE7D-165DBB597850}" type="datetime3">
              <a:rPr lang="en-US" smtClean="0"/>
              <a:t>5 May 2026</a:t>
            </a:fld>
            <a:endParaRPr lang="en-US"/>
          </a:p>
        </p:txBody>
      </p:sp>
      <p:sp>
        <p:nvSpPr>
          <p:cNvPr id="4" name="Slide Number Placeholder 3">
            <a:extLst>
              <a:ext uri="{FF2B5EF4-FFF2-40B4-BE49-F238E27FC236}">
                <a16:creationId xmlns:a16="http://schemas.microsoft.com/office/drawing/2014/main" id="{8ED91F9A-E3C3-E735-5763-000960145427}"/>
              </a:ext>
            </a:extLst>
          </p:cNvPr>
          <p:cNvSpPr>
            <a:spLocks noGrp="1"/>
          </p:cNvSpPr>
          <p:nvPr>
            <p:ph type="sldNum" sz="quarter" idx="11"/>
          </p:nvPr>
        </p:nvSpPr>
        <p:spPr/>
        <p:txBody>
          <a:bodyPr/>
          <a:lstStyle/>
          <a:p>
            <a:fld id="{64E5BE4B-2FBF-4174-9E62-85FAD1CB43A6}" type="slidenum">
              <a:rPr lang="en-US" smtClean="0"/>
              <a:pPr/>
              <a:t>‹#›</a:t>
            </a:fld>
            <a:endParaRPr lang="en-US"/>
          </a:p>
        </p:txBody>
      </p:sp>
    </p:spTree>
    <p:extLst>
      <p:ext uri="{BB962C8B-B14F-4D97-AF65-F5344CB8AC3E}">
        <p14:creationId xmlns:p14="http://schemas.microsoft.com/office/powerpoint/2010/main" val="3220838737"/>
      </p:ext>
    </p:extLst>
  </p:cSld>
  <p:clrMapOvr>
    <a:masterClrMapping/>
  </p:clrMapOvr>
  <p:hf sldNum="0" hdr="0" ftr="0" dt="0"/>
  <p:extLst>
    <p:ext uri="{DCECCB84-F9BA-43D5-87BE-67443E8EF086}">
      <p15:sldGuideLst xmlns:p15="http://schemas.microsoft.com/office/powerpoint/2012/main">
        <p15:guide id="1" orient="horz" pos="3888">
          <p15:clr>
            <a:srgbClr val="A4A3A4"/>
          </p15:clr>
        </p15:guide>
        <p15:guide id="2" orient="horz" pos="1008">
          <p15:clr>
            <a:srgbClr val="A4A3A4"/>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p:cSld name="Blank - Black">
    <p:bg>
      <p:bgPr>
        <a:solidFill>
          <a:srgbClr val="221F20"/>
        </a:solidFill>
        <a:effectLst/>
      </p:bgPr>
    </p:bg>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D4D7CC9F-EDC9-A6F7-DA66-4A306089A171}"/>
              </a:ext>
            </a:extLst>
          </p:cNvPr>
          <p:cNvSpPr>
            <a:spLocks noGrp="1"/>
          </p:cNvSpPr>
          <p:nvPr>
            <p:ph type="dt" sz="half" idx="10"/>
          </p:nvPr>
        </p:nvSpPr>
        <p:spPr/>
        <p:txBody>
          <a:bodyPr/>
          <a:lstStyle/>
          <a:p>
            <a:fld id="{CD41C263-3501-4369-A962-62B6BF915CDE}" type="datetime3">
              <a:rPr lang="en-US" smtClean="0"/>
              <a:t>5 May 2026</a:t>
            </a:fld>
            <a:endParaRPr lang="en-US"/>
          </a:p>
        </p:txBody>
      </p:sp>
      <p:sp>
        <p:nvSpPr>
          <p:cNvPr id="4" name="Slide Number Placeholder 3">
            <a:extLst>
              <a:ext uri="{FF2B5EF4-FFF2-40B4-BE49-F238E27FC236}">
                <a16:creationId xmlns:a16="http://schemas.microsoft.com/office/drawing/2014/main" id="{F09D9C3A-06B5-D7B7-AE0A-005090EAD783}"/>
              </a:ext>
            </a:extLst>
          </p:cNvPr>
          <p:cNvSpPr>
            <a:spLocks noGrp="1"/>
          </p:cNvSpPr>
          <p:nvPr>
            <p:ph type="sldNum" sz="quarter" idx="11"/>
          </p:nvPr>
        </p:nvSpPr>
        <p:spPr/>
        <p:txBody>
          <a:bodyPr/>
          <a:lstStyle/>
          <a:p>
            <a:fld id="{64E5BE4B-2FBF-4174-9E62-85FAD1CB43A6}" type="slidenum">
              <a:rPr lang="en-US" smtClean="0"/>
              <a:pPr/>
              <a:t>‹#›</a:t>
            </a:fld>
            <a:endParaRPr lang="en-US"/>
          </a:p>
        </p:txBody>
      </p:sp>
      <p:sp>
        <p:nvSpPr>
          <p:cNvPr id="11" name="Rectangle 15">
            <a:extLst>
              <a:ext uri="{FF2B5EF4-FFF2-40B4-BE49-F238E27FC236}">
                <a16:creationId xmlns:a16="http://schemas.microsoft.com/office/drawing/2014/main" id="{B76758EE-15B3-7721-5E75-E147C8870680}"/>
              </a:ext>
            </a:extLst>
          </p:cNvPr>
          <p:cNvSpPr>
            <a:spLocks noChangeArrowheads="1"/>
          </p:cNvSpPr>
          <p:nvPr/>
        </p:nvSpPr>
        <p:spPr bwMode="auto">
          <a:xfrm>
            <a:off x="1386840" y="6657946"/>
            <a:ext cx="9418320" cy="200055"/>
          </a:xfrm>
          <a:prstGeom prst="rect">
            <a:avLst/>
          </a:prstGeom>
          <a:noFill/>
          <a:ln w="9525">
            <a:noFill/>
            <a:miter lim="800000"/>
            <a:headEnd/>
            <a:tailEnd/>
          </a:ln>
        </p:spPr>
        <p:txBody>
          <a:bodyPr wrap="square" lIns="0" rIns="0" anchor="b">
            <a:spAutoFit/>
          </a:bodyPr>
          <a:lstStyle/>
          <a:p>
            <a:pPr algn="ctr">
              <a:defRPr/>
            </a:pPr>
            <a:r>
              <a:rPr lang="en-US" sz="700" b="1">
                <a:solidFill>
                  <a:schemeClr val="tx1"/>
                </a:solidFill>
                <a:latin typeface="+mn-lt"/>
                <a:cs typeface="Arial Bold" panose="020B0704020202020204" pitchFamily="34" charset="0"/>
              </a:rPr>
              <a:t>EDIT CONTROL STATEMENT UNDER &gt; VIEW &gt; SLIDE MASTER &gt; SCROLL TO TOP &gt; CHANGE HEADER AND FOOTER</a:t>
            </a:r>
          </a:p>
        </p:txBody>
      </p:sp>
      <p:sp>
        <p:nvSpPr>
          <p:cNvPr id="12" name="Rectangle 11">
            <a:extLst>
              <a:ext uri="{FF2B5EF4-FFF2-40B4-BE49-F238E27FC236}">
                <a16:creationId xmlns:a16="http://schemas.microsoft.com/office/drawing/2014/main" id="{7CC5DC3A-1F9F-1C52-8FA1-007E776E4AAA}"/>
              </a:ext>
            </a:extLst>
          </p:cNvPr>
          <p:cNvSpPr>
            <a:spLocks noChangeArrowheads="1"/>
          </p:cNvSpPr>
          <p:nvPr/>
        </p:nvSpPr>
        <p:spPr bwMode="auto">
          <a:xfrm>
            <a:off x="1386840" y="1"/>
            <a:ext cx="9418320" cy="200055"/>
          </a:xfrm>
          <a:prstGeom prst="rect">
            <a:avLst/>
          </a:prstGeom>
          <a:noFill/>
          <a:ln w="9525">
            <a:noFill/>
            <a:miter lim="800000"/>
            <a:headEnd/>
            <a:tailEnd/>
          </a:ln>
        </p:spPr>
        <p:txBody>
          <a:bodyPr wrap="square" anchor="t" anchorCtr="0">
            <a:spAutoFit/>
          </a:bodyPr>
          <a:lstStyle/>
          <a:p>
            <a:pPr algn="ctr">
              <a:defRPr/>
            </a:pPr>
            <a:r>
              <a:rPr lang="en-US" sz="700" b="1">
                <a:solidFill>
                  <a:schemeClr val="tx1"/>
                </a:solidFill>
                <a:latin typeface="+mn-lt"/>
                <a:cs typeface="Arial Bold" panose="020B0704020202020204" pitchFamily="34" charset="0"/>
              </a:rPr>
              <a:t>EDIT CONTROL STATEMENT UNDER &gt; VIEW &gt; SLIDE MASTER &gt; SCROLL TO TOP &gt; CHANGE HEADER AND FOOTER</a:t>
            </a:r>
          </a:p>
        </p:txBody>
      </p:sp>
      <p:pic>
        <p:nvPicPr>
          <p:cNvPr id="2" name="Picture 1">
            <a:extLst>
              <a:ext uri="{FF2B5EF4-FFF2-40B4-BE49-F238E27FC236}">
                <a16:creationId xmlns:a16="http://schemas.microsoft.com/office/drawing/2014/main" id="{69D1ED16-EB0F-ACBF-80D9-A9A76A8D7524}"/>
              </a:ext>
            </a:extLst>
          </p:cNvPr>
          <p:cNvPicPr>
            <a:picLocks noChangeAspect="1"/>
          </p:cNvPicPr>
          <p:nvPr/>
        </p:nvPicPr>
        <p:blipFill>
          <a:blip r:embed="rId2"/>
          <a:srcRect/>
          <a:stretch/>
        </p:blipFill>
        <p:spPr>
          <a:xfrm>
            <a:off x="10004616" y="411163"/>
            <a:ext cx="1629707" cy="478023"/>
          </a:xfrm>
          <a:prstGeom prst="rect">
            <a:avLst/>
          </a:prstGeom>
        </p:spPr>
      </p:pic>
    </p:spTree>
    <p:extLst>
      <p:ext uri="{BB962C8B-B14F-4D97-AF65-F5344CB8AC3E}">
        <p14:creationId xmlns:p14="http://schemas.microsoft.com/office/powerpoint/2010/main" val="1759620697"/>
      </p:ext>
    </p:extLst>
  </p:cSld>
  <p:clrMapOvr>
    <a:overrideClrMapping bg1="dk1" tx1="lt1" bg2="dk2" tx2="lt2" accent1="accent1" accent2="accent2" accent3="accent3" accent4="accent4" accent5="accent5" accent6="accent6" hlink="hlink" folHlink="folHlink"/>
  </p:clrMapOvr>
  <p:hf sldNum="0" hdr="0" ftr="0" dt="0"/>
  <p:extLst>
    <p:ext uri="{DCECCB84-F9BA-43D5-87BE-67443E8EF086}">
      <p15:sldGuideLst xmlns:p15="http://schemas.microsoft.com/office/powerpoint/2012/main">
        <p15:guide id="1" orient="horz" pos="3888">
          <p15:clr>
            <a:srgbClr val="A4A3A4"/>
          </p15:clr>
        </p15:guide>
        <p15:guide id="2" orient="horz" pos="1008">
          <p15:clr>
            <a:srgbClr val="A4A3A4"/>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p:cSld name="Thank You">
    <p:bg>
      <p:bgPr>
        <a:solidFill>
          <a:srgbClr val="221F20"/>
        </a:solidFill>
        <a:effectLst/>
      </p:bgPr>
    </p:bg>
    <p:spTree>
      <p:nvGrpSpPr>
        <p:cNvPr id="1" name=""/>
        <p:cNvGrpSpPr/>
        <p:nvPr/>
      </p:nvGrpSpPr>
      <p:grpSpPr>
        <a:xfrm>
          <a:off x="0" y="0"/>
          <a:ext cx="0" cy="0"/>
          <a:chOff x="0" y="0"/>
          <a:chExt cx="0" cy="0"/>
        </a:xfrm>
      </p:grpSpPr>
      <p:sp>
        <p:nvSpPr>
          <p:cNvPr id="7" name="TextBox">
            <a:extLst>
              <a:ext uri="{FF2B5EF4-FFF2-40B4-BE49-F238E27FC236}">
                <a16:creationId xmlns:a16="http://schemas.microsoft.com/office/drawing/2014/main" id="{9FBB499C-D22E-E02E-342C-293D573F4036}"/>
              </a:ext>
            </a:extLst>
          </p:cNvPr>
          <p:cNvSpPr txBox="1"/>
          <p:nvPr/>
        </p:nvSpPr>
        <p:spPr>
          <a:xfrm>
            <a:off x="548216" y="2148840"/>
            <a:ext cx="11094720" cy="1371600"/>
          </a:xfrm>
          <a:prstGeom prst="rect">
            <a:avLst/>
          </a:prstGeom>
          <a:noFill/>
        </p:spPr>
        <p:txBody>
          <a:bodyPr wrap="square" lIns="0" tIns="0" rIns="0" bIns="0" rtlCol="0">
            <a:noAutofit/>
          </a:bodyPr>
          <a:lstStyle/>
          <a:p>
            <a:pPr marL="0" indent="0">
              <a:lnSpc>
                <a:spcPct val="90000"/>
              </a:lnSpc>
              <a:spcBef>
                <a:spcPts val="0"/>
              </a:spcBef>
              <a:buSzPct val="100000"/>
              <a:buFontTx/>
              <a:buNone/>
            </a:pPr>
            <a:r>
              <a:rPr lang="en-US" sz="4800" cap="all" baseline="0">
                <a:solidFill>
                  <a:srgbClr val="FFCC01"/>
                </a:solidFill>
              </a:rPr>
              <a:t>THANK YOU.</a:t>
            </a:r>
          </a:p>
        </p:txBody>
      </p:sp>
      <p:sp>
        <p:nvSpPr>
          <p:cNvPr id="5" name="Text Placeholder 1">
            <a:extLst>
              <a:ext uri="{FF2B5EF4-FFF2-40B4-BE49-F238E27FC236}">
                <a16:creationId xmlns:a16="http://schemas.microsoft.com/office/drawing/2014/main" id="{900DDD06-33DA-C48B-4271-22D241C5EC75}"/>
              </a:ext>
            </a:extLst>
          </p:cNvPr>
          <p:cNvSpPr>
            <a:spLocks noGrp="1"/>
          </p:cNvSpPr>
          <p:nvPr>
            <p:ph type="body" sz="quarter" idx="10" hasCustomPrompt="1"/>
          </p:nvPr>
        </p:nvSpPr>
        <p:spPr>
          <a:xfrm>
            <a:off x="548219" y="4819415"/>
            <a:ext cx="5365749" cy="1371599"/>
          </a:xfrm>
        </p:spPr>
        <p:txBody>
          <a:bodyPr anchor="b" anchorCtr="0"/>
          <a:lstStyle>
            <a:lvl1pPr marL="0" indent="0">
              <a:spcBef>
                <a:spcPts val="0"/>
              </a:spcBef>
              <a:buFontTx/>
              <a:buNone/>
              <a:defRPr sz="1200"/>
            </a:lvl1pPr>
            <a:lvl2pPr marL="0" indent="0">
              <a:spcBef>
                <a:spcPts val="0"/>
              </a:spcBef>
              <a:buFontTx/>
              <a:buNone/>
              <a:defRPr sz="1200"/>
            </a:lvl2pPr>
            <a:lvl3pPr marL="0" indent="0">
              <a:spcBef>
                <a:spcPts val="0"/>
              </a:spcBef>
              <a:buFontTx/>
              <a:buNone/>
              <a:defRPr sz="1200"/>
            </a:lvl3pPr>
            <a:lvl4pPr marL="0" indent="0">
              <a:spcBef>
                <a:spcPts val="0"/>
              </a:spcBef>
              <a:buFontTx/>
              <a:buNone/>
              <a:defRPr sz="1200"/>
            </a:lvl4pPr>
            <a:lvl5pPr marL="0" indent="0">
              <a:spcBef>
                <a:spcPts val="0"/>
              </a:spcBef>
              <a:buFontTx/>
              <a:buNone/>
              <a:defRPr sz="1200"/>
            </a:lvl5pPr>
            <a:lvl6pPr marL="0" indent="0">
              <a:spcBef>
                <a:spcPts val="0"/>
              </a:spcBef>
              <a:buFontTx/>
              <a:buNone/>
              <a:defRPr sz="1200"/>
            </a:lvl6pPr>
            <a:lvl7pPr marL="0" indent="0">
              <a:spcBef>
                <a:spcPts val="0"/>
              </a:spcBef>
              <a:buFontTx/>
              <a:buNone/>
              <a:defRPr sz="1200"/>
            </a:lvl7pPr>
            <a:lvl8pPr marL="0" indent="0">
              <a:spcBef>
                <a:spcPts val="0"/>
              </a:spcBef>
              <a:buFontTx/>
              <a:buNone/>
              <a:defRPr sz="1200"/>
            </a:lvl8pPr>
            <a:lvl9pPr marL="0" indent="0">
              <a:spcBef>
                <a:spcPts val="0"/>
              </a:spcBef>
              <a:buFontTx/>
              <a:buNone/>
              <a:defRPr sz="1200"/>
            </a:lvl9pPr>
          </a:lstStyle>
          <a:p>
            <a:pPr lvl="0"/>
            <a:r>
              <a:rPr lang="en-US"/>
              <a:t>[Optional contact information]</a:t>
            </a:r>
          </a:p>
        </p:txBody>
      </p:sp>
      <p:sp>
        <p:nvSpPr>
          <p:cNvPr id="2" name="Date Placeholder 1">
            <a:extLst>
              <a:ext uri="{FF2B5EF4-FFF2-40B4-BE49-F238E27FC236}">
                <a16:creationId xmlns:a16="http://schemas.microsoft.com/office/drawing/2014/main" id="{8D632A57-06FC-652E-6EE4-1F70D322E5B3}"/>
              </a:ext>
            </a:extLst>
          </p:cNvPr>
          <p:cNvSpPr>
            <a:spLocks noGrp="1"/>
          </p:cNvSpPr>
          <p:nvPr>
            <p:ph type="dt" sz="half" idx="11"/>
          </p:nvPr>
        </p:nvSpPr>
        <p:spPr/>
        <p:txBody>
          <a:bodyPr/>
          <a:lstStyle/>
          <a:p>
            <a:fld id="{B06F3EBE-B2E8-4992-9F00-9E4B44F057C0}" type="datetime3">
              <a:rPr lang="en-US" smtClean="0"/>
              <a:t>5 May 2026</a:t>
            </a:fld>
            <a:endParaRPr lang="en-US"/>
          </a:p>
        </p:txBody>
      </p:sp>
      <p:sp>
        <p:nvSpPr>
          <p:cNvPr id="4" name="Slide Number Placeholder 3">
            <a:extLst>
              <a:ext uri="{FF2B5EF4-FFF2-40B4-BE49-F238E27FC236}">
                <a16:creationId xmlns:a16="http://schemas.microsoft.com/office/drawing/2014/main" id="{69E1E829-FABB-578E-0154-2C87BBF4E6A0}"/>
              </a:ext>
            </a:extLst>
          </p:cNvPr>
          <p:cNvSpPr>
            <a:spLocks noGrp="1"/>
          </p:cNvSpPr>
          <p:nvPr>
            <p:ph type="sldNum" sz="quarter" idx="12"/>
          </p:nvPr>
        </p:nvSpPr>
        <p:spPr/>
        <p:txBody>
          <a:bodyPr/>
          <a:lstStyle/>
          <a:p>
            <a:fld id="{64E5BE4B-2FBF-4174-9E62-85FAD1CB43A6}" type="slidenum">
              <a:rPr lang="en-US" smtClean="0"/>
              <a:pPr/>
              <a:t>‹#›</a:t>
            </a:fld>
            <a:endParaRPr lang="en-US"/>
          </a:p>
        </p:txBody>
      </p:sp>
      <p:pic>
        <p:nvPicPr>
          <p:cNvPr id="6" name="Picture 5">
            <a:extLst>
              <a:ext uri="{FF2B5EF4-FFF2-40B4-BE49-F238E27FC236}">
                <a16:creationId xmlns:a16="http://schemas.microsoft.com/office/drawing/2014/main" id="{B3490B06-8AF4-4B9B-7F1E-C2E93EEF2F63}"/>
              </a:ext>
            </a:extLst>
          </p:cNvPr>
          <p:cNvPicPr>
            <a:picLocks noChangeAspect="1"/>
          </p:cNvPicPr>
          <p:nvPr/>
        </p:nvPicPr>
        <p:blipFill>
          <a:blip r:embed="rId2"/>
          <a:srcRect/>
          <a:stretch/>
        </p:blipFill>
        <p:spPr>
          <a:xfrm>
            <a:off x="10004616" y="411163"/>
            <a:ext cx="1629707" cy="478023"/>
          </a:xfrm>
          <a:prstGeom prst="rect">
            <a:avLst/>
          </a:prstGeom>
        </p:spPr>
      </p:pic>
    </p:spTree>
    <p:extLst>
      <p:ext uri="{BB962C8B-B14F-4D97-AF65-F5344CB8AC3E}">
        <p14:creationId xmlns:p14="http://schemas.microsoft.com/office/powerpoint/2010/main" val="2801883878"/>
      </p:ext>
    </p:extLst>
  </p:cSld>
  <p:clrMapOvr>
    <a:overrideClrMapping bg1="dk1" tx1="lt1" bg2="dk2" tx2="lt2" accent1="accent1" accent2="accent2" accent3="accent3" accent4="accent4" accent5="accent5" accent6="accent6" hlink="hlink" folHlink="folHlink"/>
  </p:clrMapOvr>
  <p:hf sldNum="0" hdr="0" ftr="0" dt="0"/>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p:cSld name="Logo">
    <p:bg>
      <p:bgPr>
        <a:solidFill>
          <a:srgbClr val="221F20"/>
        </a:solidFill>
        <a:effectLst/>
      </p:bgPr>
    </p:bg>
    <p:spTree>
      <p:nvGrpSpPr>
        <p:cNvPr id="1" name=""/>
        <p:cNvGrpSpPr/>
        <p:nvPr/>
      </p:nvGrpSpPr>
      <p:grpSpPr>
        <a:xfrm>
          <a:off x="0" y="0"/>
          <a:ext cx="0" cy="0"/>
          <a:chOff x="0" y="0"/>
          <a:chExt cx="0" cy="0"/>
        </a:xfrm>
      </p:grpSpPr>
      <p:pic>
        <p:nvPicPr>
          <p:cNvPr id="2" name="U.S. Army" descr="U.S. Army">
            <a:extLst>
              <a:ext uri="{FF2B5EF4-FFF2-40B4-BE49-F238E27FC236}">
                <a16:creationId xmlns:a16="http://schemas.microsoft.com/office/drawing/2014/main" id="{0B06A788-76BC-690C-D43E-FC2BDE0FB202}"/>
              </a:ext>
            </a:extLst>
          </p:cNvPr>
          <p:cNvPicPr>
            <a:picLocks noChangeAspect="1"/>
          </p:cNvPicPr>
          <p:nvPr/>
        </p:nvPicPr>
        <p:blipFill>
          <a:blip r:embed="rId2"/>
          <a:stretch>
            <a:fillRect/>
          </a:stretch>
        </p:blipFill>
        <p:spPr bwMode="black">
          <a:xfrm>
            <a:off x="2827020" y="2194560"/>
            <a:ext cx="6537960" cy="2468880"/>
          </a:xfrm>
          <a:prstGeom prst="rect">
            <a:avLst/>
          </a:prstGeom>
        </p:spPr>
      </p:pic>
    </p:spTree>
    <p:extLst>
      <p:ext uri="{BB962C8B-B14F-4D97-AF65-F5344CB8AC3E}">
        <p14:creationId xmlns:p14="http://schemas.microsoft.com/office/powerpoint/2010/main" val="3127644523"/>
      </p:ext>
    </p:extLst>
  </p:cSld>
  <p:clrMapOvr>
    <a:overrideClrMapping bg1="dk1" tx1="lt1" bg2="dk2" tx2="lt2" accent1="accent1" accent2="accent2" accent3="accent3" accent4="accent4" accent5="accent5" accent6="accent6" hlink="hlink" folHlink="folHlink"/>
  </p:clrMapOvr>
  <p:hf sldNum="0" hdr="0" ftr="0" dt="0"/>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DEFAULT" type="blank" preserve="1">
  <p:cSld name="DEFAULT">
    <p:spTree>
      <p:nvGrpSpPr>
        <p:cNvPr id="1" name="Shape 53"/>
        <p:cNvGrpSpPr/>
        <p:nvPr/>
      </p:nvGrpSpPr>
      <p:grpSpPr>
        <a:xfrm>
          <a:off x="0" y="0"/>
          <a:ext cx="0" cy="0"/>
          <a:chOff x="0" y="0"/>
          <a:chExt cx="0" cy="0"/>
        </a:xfrm>
      </p:grpSpPr>
    </p:spTree>
    <p:extLst>
      <p:ext uri="{BB962C8B-B14F-4D97-AF65-F5344CB8AC3E}">
        <p14:creationId xmlns:p14="http://schemas.microsoft.com/office/powerpoint/2010/main" val="1548385520"/>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0CCE23-DF7C-6906-24C3-CF1C66F0AC5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C6F6F46-A4F4-9212-D5AE-2A768FC5210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A35690C-1D12-A35F-F15A-E42B5D4C1A9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88C3D2B-FE52-0014-B507-BF942CF6ED0F}"/>
              </a:ext>
            </a:extLst>
          </p:cNvPr>
          <p:cNvSpPr>
            <a:spLocks noGrp="1"/>
          </p:cNvSpPr>
          <p:nvPr>
            <p:ph type="dt" sz="half" idx="10"/>
          </p:nvPr>
        </p:nvSpPr>
        <p:spPr/>
        <p:txBody>
          <a:bodyPr/>
          <a:lstStyle/>
          <a:p>
            <a:fld id="{AD3160A9-B1E4-4AE8-B854-46ED2C2068C2}" type="datetimeFigureOut">
              <a:rPr lang="en-US" smtClean="0"/>
              <a:t>05-May-26</a:t>
            </a:fld>
            <a:endParaRPr lang="en-US"/>
          </a:p>
        </p:txBody>
      </p:sp>
      <p:sp>
        <p:nvSpPr>
          <p:cNvPr id="6" name="Footer Placeholder 5">
            <a:extLst>
              <a:ext uri="{FF2B5EF4-FFF2-40B4-BE49-F238E27FC236}">
                <a16:creationId xmlns:a16="http://schemas.microsoft.com/office/drawing/2014/main" id="{C5D45E52-0AAB-5533-9208-A90B471410C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200B08A-6C74-4624-354A-9E8A77A7A9F1}"/>
              </a:ext>
            </a:extLst>
          </p:cNvPr>
          <p:cNvSpPr>
            <a:spLocks noGrp="1"/>
          </p:cNvSpPr>
          <p:nvPr>
            <p:ph type="sldNum" sz="quarter" idx="12"/>
          </p:nvPr>
        </p:nvSpPr>
        <p:spPr/>
        <p:txBody>
          <a:bodyPr/>
          <a:lstStyle/>
          <a:p>
            <a:fld id="{958A7335-5433-4415-8B36-CAD16441EE2E}" type="slidenum">
              <a:rPr lang="en-US" smtClean="0"/>
              <a:t>‹#›</a:t>
            </a:fld>
            <a:endParaRPr lang="en-US"/>
          </a:p>
        </p:txBody>
      </p:sp>
    </p:spTree>
    <p:extLst>
      <p:ext uri="{BB962C8B-B14F-4D97-AF65-F5344CB8AC3E}">
        <p14:creationId xmlns:p14="http://schemas.microsoft.com/office/powerpoint/2010/main" val="3976819926"/>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woTxTwoObj">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19991F-A102-D529-F5F3-F565450D345C}"/>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E82BD4B-E36D-639B-C3EF-66780F5AD31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2E2C8D3-6873-2A71-0439-0476204F618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279A89A-D222-0EDC-DDB7-F83FD8CF4BB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972DF1B-F1BF-14ED-1E9E-31E4D798C71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510DD9C-5FB3-3919-F6E2-64A9C39F559A}"/>
              </a:ext>
            </a:extLst>
          </p:cNvPr>
          <p:cNvSpPr>
            <a:spLocks noGrp="1"/>
          </p:cNvSpPr>
          <p:nvPr>
            <p:ph type="dt" sz="half" idx="10"/>
          </p:nvPr>
        </p:nvSpPr>
        <p:spPr/>
        <p:txBody>
          <a:bodyPr/>
          <a:lstStyle/>
          <a:p>
            <a:fld id="{AD3160A9-B1E4-4AE8-B854-46ED2C2068C2}" type="datetimeFigureOut">
              <a:rPr lang="en-US" smtClean="0"/>
              <a:t>05-May-26</a:t>
            </a:fld>
            <a:endParaRPr lang="en-US"/>
          </a:p>
        </p:txBody>
      </p:sp>
      <p:sp>
        <p:nvSpPr>
          <p:cNvPr id="8" name="Footer Placeholder 7">
            <a:extLst>
              <a:ext uri="{FF2B5EF4-FFF2-40B4-BE49-F238E27FC236}">
                <a16:creationId xmlns:a16="http://schemas.microsoft.com/office/drawing/2014/main" id="{036FC7C1-92D4-033D-4354-DFBADC84D65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E4D3D73-AEE1-83F3-0176-B9104BAC2903}"/>
              </a:ext>
            </a:extLst>
          </p:cNvPr>
          <p:cNvSpPr>
            <a:spLocks noGrp="1"/>
          </p:cNvSpPr>
          <p:nvPr>
            <p:ph type="sldNum" sz="quarter" idx="12"/>
          </p:nvPr>
        </p:nvSpPr>
        <p:spPr/>
        <p:txBody>
          <a:bodyPr/>
          <a:lstStyle/>
          <a:p>
            <a:fld id="{958A7335-5433-4415-8B36-CAD16441EE2E}" type="slidenum">
              <a:rPr lang="en-US" smtClean="0"/>
              <a:t>‹#›</a:t>
            </a:fld>
            <a:endParaRPr lang="en-US"/>
          </a:p>
        </p:txBody>
      </p:sp>
    </p:spTree>
    <p:extLst>
      <p:ext uri="{BB962C8B-B14F-4D97-AF65-F5344CB8AC3E}">
        <p14:creationId xmlns:p14="http://schemas.microsoft.com/office/powerpoint/2010/main" val="426063485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secHead">
  <p:cSld name="1_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5D8C2E-661D-51E2-ED90-348CF28AB4E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33F99564-2BF9-8DCD-A28E-9381CAF6CA4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BA3C069-210D-286C-4C3D-4A1E6D372734}"/>
              </a:ext>
            </a:extLst>
          </p:cNvPr>
          <p:cNvSpPr>
            <a:spLocks noGrp="1"/>
          </p:cNvSpPr>
          <p:nvPr>
            <p:ph type="dt" sz="half" idx="10"/>
          </p:nvPr>
        </p:nvSpPr>
        <p:spPr/>
        <p:txBody>
          <a:bodyPr/>
          <a:lstStyle/>
          <a:p>
            <a:fld id="{AD3160A9-B1E4-4AE8-B854-46ED2C2068C2}" type="datetimeFigureOut">
              <a:rPr lang="en-US" smtClean="0"/>
              <a:t>05-May-26</a:t>
            </a:fld>
            <a:endParaRPr lang="en-US"/>
          </a:p>
        </p:txBody>
      </p:sp>
      <p:sp>
        <p:nvSpPr>
          <p:cNvPr id="5" name="Footer Placeholder 4">
            <a:extLst>
              <a:ext uri="{FF2B5EF4-FFF2-40B4-BE49-F238E27FC236}">
                <a16:creationId xmlns:a16="http://schemas.microsoft.com/office/drawing/2014/main" id="{987C136A-C674-A923-5AF9-6FA91140374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749792A-A4FA-3A54-7252-A8321589E8EB}"/>
              </a:ext>
            </a:extLst>
          </p:cNvPr>
          <p:cNvSpPr>
            <a:spLocks noGrp="1"/>
          </p:cNvSpPr>
          <p:nvPr>
            <p:ph type="sldNum" sz="quarter" idx="12"/>
          </p:nvPr>
        </p:nvSpPr>
        <p:spPr/>
        <p:txBody>
          <a:bodyPr/>
          <a:lstStyle/>
          <a:p>
            <a:fld id="{958A7335-5433-4415-8B36-CAD16441EE2E}" type="slidenum">
              <a:rPr lang="en-US" smtClean="0"/>
              <a:t>‹#›</a:t>
            </a:fld>
            <a:endParaRPr lang="en-US"/>
          </a:p>
        </p:txBody>
      </p:sp>
    </p:spTree>
    <p:extLst>
      <p:ext uri="{BB962C8B-B14F-4D97-AF65-F5344CB8AC3E}">
        <p14:creationId xmlns:p14="http://schemas.microsoft.com/office/powerpoint/2010/main" val="992068959"/>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image" Target="../media/image2.pn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image" Target="../media/image1.png"/><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theme" Target="../theme/theme1.xml"/><Relationship Id="rId8" Type="http://schemas.openxmlformats.org/officeDocument/2006/relationships/slideLayout" Target="../slideLayouts/slideLayout8.xml"/><Relationship Id="rId3"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C170940C-8B04-CB4D-1B44-6768963C04C7}"/>
              </a:ext>
            </a:extLst>
          </p:cNvPr>
          <p:cNvPicPr>
            <a:picLocks noChangeAspect="1"/>
          </p:cNvPicPr>
          <p:nvPr/>
        </p:nvPicPr>
        <p:blipFill>
          <a:blip r:embed="rId36"/>
          <a:srcRect l="26274" t="67"/>
          <a:stretch>
            <a:fillRect/>
          </a:stretch>
        </p:blipFill>
        <p:spPr>
          <a:xfrm>
            <a:off x="10428515" y="411481"/>
            <a:ext cx="1214844" cy="477704"/>
          </a:xfrm>
          <a:prstGeom prst="rect">
            <a:avLst/>
          </a:prstGeom>
        </p:spPr>
      </p:pic>
      <p:sp>
        <p:nvSpPr>
          <p:cNvPr id="2" name="Title Placeholder 1"/>
          <p:cNvSpPr>
            <a:spLocks noGrp="1"/>
          </p:cNvSpPr>
          <p:nvPr>
            <p:ph type="title"/>
          </p:nvPr>
        </p:nvSpPr>
        <p:spPr>
          <a:xfrm>
            <a:off x="548640" y="411481"/>
            <a:ext cx="8231293" cy="914400"/>
          </a:xfrm>
          <a:prstGeom prst="rect">
            <a:avLst/>
          </a:prstGeom>
        </p:spPr>
        <p:txBody>
          <a:bodyPr vert="horz" lIns="0" tIns="0" rIns="0" bIns="0" rtlCol="0" anchor="t" anchorCtr="0">
            <a:noAutofit/>
          </a:bodyPr>
          <a:lstStyle/>
          <a:p>
            <a:r>
              <a:rPr lang="en-US"/>
              <a:t>[Slide title]</a:t>
            </a:r>
          </a:p>
        </p:txBody>
      </p:sp>
      <p:sp>
        <p:nvSpPr>
          <p:cNvPr id="3" name="Text Placeholder 2"/>
          <p:cNvSpPr>
            <a:spLocks noGrp="1"/>
          </p:cNvSpPr>
          <p:nvPr>
            <p:ph type="body" idx="1"/>
          </p:nvPr>
        </p:nvSpPr>
        <p:spPr>
          <a:xfrm>
            <a:off x="548639" y="1600199"/>
            <a:ext cx="11094720" cy="4572000"/>
          </a:xfrm>
          <a:prstGeom prst="rect">
            <a:avLst/>
          </a:prstGeom>
        </p:spPr>
        <p:txBody>
          <a:bodyPr vert="horz" lIns="0" tIns="0" rIns="0" bIns="0" spcCol="36576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Rectangle 15">
            <a:extLst>
              <a:ext uri="{FF2B5EF4-FFF2-40B4-BE49-F238E27FC236}">
                <a16:creationId xmlns:a16="http://schemas.microsoft.com/office/drawing/2014/main" id="{A505B177-5D6D-67A3-C213-FBD8A41DB44D}"/>
              </a:ext>
            </a:extLst>
          </p:cNvPr>
          <p:cNvSpPr>
            <a:spLocks noChangeArrowheads="1"/>
          </p:cNvSpPr>
          <p:nvPr/>
        </p:nvSpPr>
        <p:spPr bwMode="auto">
          <a:xfrm>
            <a:off x="1386840" y="6657946"/>
            <a:ext cx="9418320" cy="200055"/>
          </a:xfrm>
          <a:prstGeom prst="rect">
            <a:avLst/>
          </a:prstGeom>
          <a:noFill/>
          <a:ln w="9525">
            <a:noFill/>
            <a:miter lim="800000"/>
            <a:headEnd/>
            <a:tailEnd/>
          </a:ln>
        </p:spPr>
        <p:txBody>
          <a:bodyPr wrap="square" lIns="0" rIns="0" anchor="b">
            <a:spAutoFit/>
          </a:bodyPr>
          <a:lstStyle/>
          <a:p>
            <a:pPr algn="ctr">
              <a:defRPr/>
            </a:pPr>
            <a:r>
              <a:rPr lang="en-US" sz="700" b="1" dirty="0">
                <a:solidFill>
                  <a:srgbClr val="2DAA27"/>
                </a:solidFill>
                <a:latin typeface="+mn-lt"/>
                <a:cs typeface="Arial Bold" panose="020B0704020202020204" pitchFamily="34" charset="0"/>
              </a:rPr>
              <a:t>UNCLASSIFIED / GENERAL</a:t>
            </a:r>
          </a:p>
        </p:txBody>
      </p:sp>
      <p:sp>
        <p:nvSpPr>
          <p:cNvPr id="6" name="Rectangle 5">
            <a:extLst>
              <a:ext uri="{FF2B5EF4-FFF2-40B4-BE49-F238E27FC236}">
                <a16:creationId xmlns:a16="http://schemas.microsoft.com/office/drawing/2014/main" id="{B1B11D7F-02E5-4718-D558-9A38AEFE4A3F}"/>
              </a:ext>
            </a:extLst>
          </p:cNvPr>
          <p:cNvSpPr>
            <a:spLocks noChangeArrowheads="1"/>
          </p:cNvSpPr>
          <p:nvPr/>
        </p:nvSpPr>
        <p:spPr bwMode="auto">
          <a:xfrm>
            <a:off x="1386840" y="1"/>
            <a:ext cx="9418320" cy="200055"/>
          </a:xfrm>
          <a:prstGeom prst="rect">
            <a:avLst/>
          </a:prstGeom>
          <a:noFill/>
          <a:ln w="9525">
            <a:noFill/>
            <a:miter lim="800000"/>
            <a:headEnd/>
            <a:tailEnd/>
          </a:ln>
        </p:spPr>
        <p:txBody>
          <a:bodyPr wrap="square" anchor="t" anchorCtr="0">
            <a:spAutoFit/>
          </a:bodyPr>
          <a:lstStyle/>
          <a:p>
            <a:pPr algn="ctr">
              <a:defRPr/>
            </a:pPr>
            <a:r>
              <a:rPr lang="en-US" sz="700" b="1" dirty="0">
                <a:solidFill>
                  <a:srgbClr val="2DAA27"/>
                </a:solidFill>
                <a:latin typeface="+mn-lt"/>
                <a:cs typeface="Arial Bold" panose="020B0704020202020204" pitchFamily="34" charset="0"/>
              </a:rPr>
              <a:t>UNCLASSIFIED / GENERAL</a:t>
            </a:r>
          </a:p>
        </p:txBody>
      </p:sp>
      <p:sp>
        <p:nvSpPr>
          <p:cNvPr id="13" name="Date Placeholder 12">
            <a:extLst>
              <a:ext uri="{FF2B5EF4-FFF2-40B4-BE49-F238E27FC236}">
                <a16:creationId xmlns:a16="http://schemas.microsoft.com/office/drawing/2014/main" id="{B598B6A5-7EA2-1E58-A263-9A08F2A4D5DB}"/>
              </a:ext>
            </a:extLst>
          </p:cNvPr>
          <p:cNvSpPr>
            <a:spLocks noGrp="1"/>
          </p:cNvSpPr>
          <p:nvPr>
            <p:ph type="dt" sz="half" idx="2"/>
          </p:nvPr>
        </p:nvSpPr>
        <p:spPr>
          <a:xfrm>
            <a:off x="547688" y="6629400"/>
            <a:ext cx="823912" cy="228600"/>
          </a:xfrm>
          <a:prstGeom prst="rect">
            <a:avLst/>
          </a:prstGeom>
        </p:spPr>
        <p:txBody>
          <a:bodyPr vert="horz" lIns="0" tIns="45720" rIns="0" bIns="45720" rtlCol="0" anchor="b" anchorCtr="0"/>
          <a:lstStyle>
            <a:lvl1pPr algn="l">
              <a:defRPr sz="700" b="1">
                <a:solidFill>
                  <a:schemeClr val="tx1"/>
                </a:solidFill>
              </a:defRPr>
            </a:lvl1pPr>
          </a:lstStyle>
          <a:p>
            <a:fld id="{CABCB1B0-B6E5-4DD1-BB55-95C076D6C0C8}" type="datetime3">
              <a:rPr lang="en-US" smtClean="0"/>
              <a:t>5 May 2026</a:t>
            </a:fld>
            <a:endParaRPr lang="en-US"/>
          </a:p>
        </p:txBody>
      </p:sp>
      <p:sp>
        <p:nvSpPr>
          <p:cNvPr id="14" name="Slide Number Placeholder 13">
            <a:extLst>
              <a:ext uri="{FF2B5EF4-FFF2-40B4-BE49-F238E27FC236}">
                <a16:creationId xmlns:a16="http://schemas.microsoft.com/office/drawing/2014/main" id="{FFA4C418-D296-ED76-977B-4AA2E1E8237F}"/>
              </a:ext>
            </a:extLst>
          </p:cNvPr>
          <p:cNvSpPr>
            <a:spLocks noGrp="1"/>
          </p:cNvSpPr>
          <p:nvPr>
            <p:ph type="sldNum" sz="quarter" idx="4"/>
          </p:nvPr>
        </p:nvSpPr>
        <p:spPr>
          <a:xfrm>
            <a:off x="11210717" y="6629400"/>
            <a:ext cx="442001" cy="228600"/>
          </a:xfrm>
          <a:prstGeom prst="rect">
            <a:avLst/>
          </a:prstGeom>
        </p:spPr>
        <p:txBody>
          <a:bodyPr vert="horz" lIns="0" tIns="45720" rIns="0" bIns="45720" rtlCol="0" anchor="b" anchorCtr="0"/>
          <a:lstStyle>
            <a:lvl1pPr algn="r">
              <a:defRPr sz="700" b="1">
                <a:solidFill>
                  <a:schemeClr val="tx1"/>
                </a:solidFill>
              </a:defRPr>
            </a:lvl1pPr>
          </a:lstStyle>
          <a:p>
            <a:fld id="{00000000-1234-1234-1234-123412341234}" type="slidenum">
              <a:rPr lang="en" smtClean="0"/>
              <a:pPr/>
              <a:t>‹#›</a:t>
            </a:fld>
            <a:endParaRPr lang="en"/>
          </a:p>
        </p:txBody>
      </p:sp>
      <p:pic>
        <p:nvPicPr>
          <p:cNvPr id="10" name="Picture 9" descr="A picture containing icon&#10;&#10;AI-generated content may be incorrect.">
            <a:extLst>
              <a:ext uri="{FF2B5EF4-FFF2-40B4-BE49-F238E27FC236}">
                <a16:creationId xmlns:a16="http://schemas.microsoft.com/office/drawing/2014/main" id="{84A6E5DC-D173-77B5-CFA6-9D4A8EBB00CD}"/>
              </a:ext>
            </a:extLst>
          </p:cNvPr>
          <p:cNvPicPr>
            <a:picLocks noChangeAspect="1"/>
          </p:cNvPicPr>
          <p:nvPr/>
        </p:nvPicPr>
        <p:blipFill>
          <a:blip r:embed="rId37"/>
          <a:stretch>
            <a:fillRect/>
          </a:stretch>
        </p:blipFill>
        <p:spPr>
          <a:xfrm>
            <a:off x="9926021" y="424087"/>
            <a:ext cx="502495" cy="477704"/>
          </a:xfrm>
          <a:prstGeom prst="rect">
            <a:avLst/>
          </a:prstGeom>
        </p:spPr>
      </p:pic>
    </p:spTree>
    <p:extLst>
      <p:ext uri="{BB962C8B-B14F-4D97-AF65-F5344CB8AC3E}">
        <p14:creationId xmlns:p14="http://schemas.microsoft.com/office/powerpoint/2010/main" val="2695515673"/>
      </p:ext>
    </p:extLst>
  </p:cSld>
  <p:clrMap bg1="lt1" tx1="dk1" bg2="lt2" tx2="dk2" accent1="accent1" accent2="accent2" accent3="accent3" accent4="accent4" accent5="accent5" accent6="accent6" hlink="hlink" folHlink="folHlink"/>
  <p:sldLayoutIdLst>
    <p:sldLayoutId id="2147483696" r:id="rId1"/>
    <p:sldLayoutId id="2147483697" r:id="rId2"/>
    <p:sldLayoutId id="2147483698" r:id="rId3"/>
    <p:sldLayoutId id="2147483699" r:id="rId4"/>
    <p:sldLayoutId id="2147483700" r:id="rId5"/>
    <p:sldLayoutId id="2147483701" r:id="rId6"/>
    <p:sldLayoutId id="2147483702" r:id="rId7"/>
    <p:sldLayoutId id="2147483703" r:id="rId8"/>
    <p:sldLayoutId id="2147483704" r:id="rId9"/>
    <p:sldLayoutId id="2147483705" r:id="rId10"/>
    <p:sldLayoutId id="2147483706" r:id="rId11"/>
    <p:sldLayoutId id="2147483707" r:id="rId12"/>
    <p:sldLayoutId id="2147483708" r:id="rId13"/>
    <p:sldLayoutId id="2147483709" r:id="rId14"/>
    <p:sldLayoutId id="2147483710" r:id="rId15"/>
    <p:sldLayoutId id="2147483711" r:id="rId16"/>
    <p:sldLayoutId id="2147483712" r:id="rId17"/>
    <p:sldLayoutId id="2147483713" r:id="rId18"/>
    <p:sldLayoutId id="2147483714" r:id="rId19"/>
    <p:sldLayoutId id="2147483715" r:id="rId20"/>
    <p:sldLayoutId id="2147483716" r:id="rId21"/>
    <p:sldLayoutId id="2147483717" r:id="rId22"/>
    <p:sldLayoutId id="2147483718" r:id="rId23"/>
    <p:sldLayoutId id="2147483719" r:id="rId24"/>
    <p:sldLayoutId id="2147483720" r:id="rId25"/>
    <p:sldLayoutId id="2147483721" r:id="rId26"/>
    <p:sldLayoutId id="2147483722" r:id="rId27"/>
    <p:sldLayoutId id="2147483723" r:id="rId28"/>
    <p:sldLayoutId id="2147483724" r:id="rId29"/>
    <p:sldLayoutId id="2147483725" r:id="rId30"/>
    <p:sldLayoutId id="2147483726" r:id="rId31"/>
    <p:sldLayoutId id="2147483727" r:id="rId32"/>
    <p:sldLayoutId id="2147483728" r:id="rId33"/>
    <p:sldLayoutId id="2147483729" r:id="rId34"/>
  </p:sldLayoutIdLst>
  <p:hf sldNum="0" hdr="0" ftr="0" dt="0"/>
  <p:txStyles>
    <p:titleStyle>
      <a:lvl1pPr algn="l" defTabSz="914377" rtl="0" eaLnBrk="1" latinLnBrk="0" hangingPunct="1">
        <a:lnSpc>
          <a:spcPct val="90000"/>
        </a:lnSpc>
        <a:spcBef>
          <a:spcPct val="0"/>
        </a:spcBef>
        <a:buNone/>
        <a:defRPr sz="3200" kern="1200" cap="all" baseline="0">
          <a:solidFill>
            <a:schemeClr val="tx1"/>
          </a:solidFill>
          <a:latin typeface="+mj-lt"/>
          <a:ea typeface="+mj-ea"/>
          <a:cs typeface="+mj-cs"/>
        </a:defRPr>
      </a:lvl1pPr>
    </p:titleStyle>
    <p:bodyStyle>
      <a:lvl1pPr marL="182875" indent="-182875" algn="l" defTabSz="914377" rtl="0" eaLnBrk="1" latinLnBrk="0" hangingPunct="1">
        <a:lnSpc>
          <a:spcPct val="95000"/>
        </a:lnSpc>
        <a:spcBef>
          <a:spcPts val="1000"/>
        </a:spcBef>
        <a:buFont typeface="Arial" panose="020B0604020202020204" pitchFamily="34" charset="0"/>
        <a:buChar char="▪"/>
        <a:defRPr sz="1700" kern="1200">
          <a:solidFill>
            <a:schemeClr val="tx1"/>
          </a:solidFill>
          <a:latin typeface="+mn-lt"/>
          <a:ea typeface="+mn-ea"/>
          <a:cs typeface="+mn-cs"/>
        </a:defRPr>
      </a:lvl1pPr>
      <a:lvl2pPr marL="365751" indent="-182875" algn="l" defTabSz="914377" rtl="0" eaLnBrk="1" latinLnBrk="0" hangingPunct="1">
        <a:lnSpc>
          <a:spcPct val="95000"/>
        </a:lnSpc>
        <a:spcBef>
          <a:spcPts val="500"/>
        </a:spcBef>
        <a:buFont typeface="Arial" panose="020B0604020202020204" pitchFamily="34" charset="0"/>
        <a:buChar char="–"/>
        <a:defRPr sz="1700" kern="1200">
          <a:solidFill>
            <a:schemeClr val="tx1"/>
          </a:solidFill>
          <a:latin typeface="+mn-lt"/>
          <a:ea typeface="+mn-ea"/>
          <a:cs typeface="+mn-cs"/>
        </a:defRPr>
      </a:lvl2pPr>
      <a:lvl3pPr marL="548626" indent="-182875" algn="l" defTabSz="914377" rtl="0" eaLnBrk="1" latinLnBrk="0" hangingPunct="1">
        <a:lnSpc>
          <a:spcPct val="95000"/>
        </a:lnSpc>
        <a:spcBef>
          <a:spcPts val="500"/>
        </a:spcBef>
        <a:buFont typeface="Arial" panose="020B0604020202020204" pitchFamily="34" charset="0"/>
        <a:buChar char="–"/>
        <a:defRPr sz="1700" kern="1200">
          <a:solidFill>
            <a:schemeClr val="tx1"/>
          </a:solidFill>
          <a:latin typeface="+mn-lt"/>
          <a:ea typeface="+mn-ea"/>
          <a:cs typeface="+mn-cs"/>
        </a:defRPr>
      </a:lvl3pPr>
      <a:lvl4pPr marL="731502" indent="-182875" algn="l" defTabSz="914377" rtl="0" eaLnBrk="1" latinLnBrk="0" hangingPunct="1">
        <a:lnSpc>
          <a:spcPct val="95000"/>
        </a:lnSpc>
        <a:spcBef>
          <a:spcPts val="500"/>
        </a:spcBef>
        <a:buFont typeface="Arial" panose="020B0604020202020204" pitchFamily="34" charset="0"/>
        <a:buChar char="–"/>
        <a:defRPr sz="1700" kern="1200">
          <a:solidFill>
            <a:schemeClr val="tx1"/>
          </a:solidFill>
          <a:latin typeface="+mn-lt"/>
          <a:ea typeface="+mn-ea"/>
          <a:cs typeface="+mn-cs"/>
        </a:defRPr>
      </a:lvl4pPr>
      <a:lvl5pPr marL="914377" indent="-182875" algn="l" defTabSz="914377" rtl="0" eaLnBrk="1" latinLnBrk="0" hangingPunct="1">
        <a:lnSpc>
          <a:spcPct val="95000"/>
        </a:lnSpc>
        <a:spcBef>
          <a:spcPts val="500"/>
        </a:spcBef>
        <a:buFont typeface="Arial" panose="020B0604020202020204" pitchFamily="34" charset="0"/>
        <a:buChar char="–"/>
        <a:defRPr sz="1700" kern="1200">
          <a:solidFill>
            <a:schemeClr val="tx1"/>
          </a:solidFill>
          <a:latin typeface="+mn-lt"/>
          <a:ea typeface="+mn-ea"/>
          <a:cs typeface="+mn-cs"/>
        </a:defRPr>
      </a:lvl5pPr>
      <a:lvl6pPr marL="1097253" indent="-182875" algn="l" defTabSz="914377" rtl="0" eaLnBrk="1" latinLnBrk="0" hangingPunct="1">
        <a:lnSpc>
          <a:spcPct val="95000"/>
        </a:lnSpc>
        <a:spcBef>
          <a:spcPts val="500"/>
        </a:spcBef>
        <a:buFont typeface="Arial" panose="020B0604020202020204" pitchFamily="34" charset="0"/>
        <a:buChar char="–"/>
        <a:defRPr sz="1700" kern="1200">
          <a:solidFill>
            <a:schemeClr val="tx1"/>
          </a:solidFill>
          <a:latin typeface="+mn-lt"/>
          <a:ea typeface="+mn-ea"/>
          <a:cs typeface="+mn-cs"/>
        </a:defRPr>
      </a:lvl6pPr>
      <a:lvl7pPr marL="1280128" indent="-182875" algn="l" defTabSz="914377" rtl="0" eaLnBrk="1" latinLnBrk="0" hangingPunct="1">
        <a:lnSpc>
          <a:spcPct val="95000"/>
        </a:lnSpc>
        <a:spcBef>
          <a:spcPts val="500"/>
        </a:spcBef>
        <a:buFont typeface="Arial" panose="020B0604020202020204" pitchFamily="34" charset="0"/>
        <a:buChar char="–"/>
        <a:defRPr sz="1700" kern="1200">
          <a:solidFill>
            <a:schemeClr val="tx1"/>
          </a:solidFill>
          <a:latin typeface="+mn-lt"/>
          <a:ea typeface="+mn-ea"/>
          <a:cs typeface="+mn-cs"/>
        </a:defRPr>
      </a:lvl7pPr>
      <a:lvl8pPr marL="1463003" indent="-182875" algn="l" defTabSz="914377" rtl="0" eaLnBrk="1" latinLnBrk="0" hangingPunct="1">
        <a:lnSpc>
          <a:spcPct val="95000"/>
        </a:lnSpc>
        <a:spcBef>
          <a:spcPts val="500"/>
        </a:spcBef>
        <a:buFont typeface="Arial" panose="020B0604020202020204" pitchFamily="34" charset="0"/>
        <a:buChar char="–"/>
        <a:defRPr sz="1700" kern="1200">
          <a:solidFill>
            <a:schemeClr val="tx1"/>
          </a:solidFill>
          <a:latin typeface="+mn-lt"/>
          <a:ea typeface="+mn-ea"/>
          <a:cs typeface="+mn-cs"/>
        </a:defRPr>
      </a:lvl8pPr>
      <a:lvl9pPr marL="1645879" indent="-182875" algn="l" defTabSz="914377" rtl="0" eaLnBrk="1" latinLnBrk="0" hangingPunct="1">
        <a:lnSpc>
          <a:spcPct val="95000"/>
        </a:lnSpc>
        <a:spcBef>
          <a:spcPts val="500"/>
        </a:spcBef>
        <a:buFont typeface="Arial" panose="020B0604020202020204" pitchFamily="34" charset="0"/>
        <a:buChar char="–"/>
        <a:defRPr sz="1700" kern="1200">
          <a:solidFill>
            <a:schemeClr val="tx1"/>
          </a:solidFill>
          <a:latin typeface="+mn-lt"/>
          <a:ea typeface="+mn-ea"/>
          <a:cs typeface="+mn-cs"/>
        </a:defRPr>
      </a:lvl9pPr>
    </p:bodyStyle>
    <p:otherStyle>
      <a:defPPr>
        <a:defRPr lang="en-US"/>
      </a:defPPr>
      <a:lvl1pPr marL="0" algn="l" defTabSz="914377" rtl="0" eaLnBrk="1" latinLnBrk="0" hangingPunct="1">
        <a:defRPr sz="1700" kern="1200">
          <a:solidFill>
            <a:schemeClr val="tx1"/>
          </a:solidFill>
          <a:latin typeface="+mn-lt"/>
          <a:ea typeface="+mn-ea"/>
          <a:cs typeface="+mn-cs"/>
        </a:defRPr>
      </a:lvl1pPr>
      <a:lvl2pPr marL="457189" algn="l" defTabSz="914377" rtl="0" eaLnBrk="1" latinLnBrk="0" hangingPunct="1">
        <a:defRPr sz="1700" kern="1200">
          <a:solidFill>
            <a:schemeClr val="tx1"/>
          </a:solidFill>
          <a:latin typeface="+mn-lt"/>
          <a:ea typeface="+mn-ea"/>
          <a:cs typeface="+mn-cs"/>
        </a:defRPr>
      </a:lvl2pPr>
      <a:lvl3pPr marL="914377" algn="l" defTabSz="914377" rtl="0" eaLnBrk="1" latinLnBrk="0" hangingPunct="1">
        <a:defRPr sz="1700" kern="1200">
          <a:solidFill>
            <a:schemeClr val="tx1"/>
          </a:solidFill>
          <a:latin typeface="+mn-lt"/>
          <a:ea typeface="+mn-ea"/>
          <a:cs typeface="+mn-cs"/>
        </a:defRPr>
      </a:lvl3pPr>
      <a:lvl4pPr marL="1371566" algn="l" defTabSz="914377" rtl="0" eaLnBrk="1" latinLnBrk="0" hangingPunct="1">
        <a:defRPr sz="1700" kern="1200">
          <a:solidFill>
            <a:schemeClr val="tx1"/>
          </a:solidFill>
          <a:latin typeface="+mn-lt"/>
          <a:ea typeface="+mn-ea"/>
          <a:cs typeface="+mn-cs"/>
        </a:defRPr>
      </a:lvl4pPr>
      <a:lvl5pPr marL="1828754" algn="l" defTabSz="914377" rtl="0" eaLnBrk="1" latinLnBrk="0" hangingPunct="1">
        <a:defRPr sz="1700" kern="1200">
          <a:solidFill>
            <a:schemeClr val="tx1"/>
          </a:solidFill>
          <a:latin typeface="+mn-lt"/>
          <a:ea typeface="+mn-ea"/>
          <a:cs typeface="+mn-cs"/>
        </a:defRPr>
      </a:lvl5pPr>
      <a:lvl6pPr marL="2285943" algn="l" defTabSz="914377" rtl="0" eaLnBrk="1" latinLnBrk="0" hangingPunct="1">
        <a:defRPr sz="1700" kern="1200">
          <a:solidFill>
            <a:schemeClr val="tx1"/>
          </a:solidFill>
          <a:latin typeface="+mn-lt"/>
          <a:ea typeface="+mn-ea"/>
          <a:cs typeface="+mn-cs"/>
        </a:defRPr>
      </a:lvl6pPr>
      <a:lvl7pPr marL="2743131" algn="l" defTabSz="914377" rtl="0" eaLnBrk="1" latinLnBrk="0" hangingPunct="1">
        <a:defRPr sz="1700" kern="1200">
          <a:solidFill>
            <a:schemeClr val="tx1"/>
          </a:solidFill>
          <a:latin typeface="+mn-lt"/>
          <a:ea typeface="+mn-ea"/>
          <a:cs typeface="+mn-cs"/>
        </a:defRPr>
      </a:lvl7pPr>
      <a:lvl8pPr marL="3200320" algn="l" defTabSz="914377" rtl="0" eaLnBrk="1" latinLnBrk="0" hangingPunct="1">
        <a:defRPr sz="1700" kern="1200">
          <a:solidFill>
            <a:schemeClr val="tx1"/>
          </a:solidFill>
          <a:latin typeface="+mn-lt"/>
          <a:ea typeface="+mn-ea"/>
          <a:cs typeface="+mn-cs"/>
        </a:defRPr>
      </a:lvl8pPr>
      <a:lvl9pPr marL="3657509" algn="l" defTabSz="914377" rtl="0" eaLnBrk="1" latinLnBrk="0" hangingPunct="1">
        <a:defRPr sz="17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59">
          <p15:clr>
            <a:srgbClr val="F26B43"/>
          </p15:clr>
        </p15:guide>
        <p15:guide id="2" pos="345">
          <p15:clr>
            <a:srgbClr val="F26B43"/>
          </p15:clr>
        </p15:guide>
        <p15:guide id="3" pos="7335">
          <p15:clr>
            <a:srgbClr val="F26B43"/>
          </p15:clr>
        </p15:guide>
        <p15:guide id="4" orient="horz" pos="4061">
          <p15:clr>
            <a:srgbClr val="F26B43"/>
          </p15:clr>
        </p15:guide>
        <p15:guide id="6" pos="1018">
          <p15:clr>
            <a:srgbClr val="A4A3A4"/>
          </p15:clr>
        </p15:guide>
        <p15:guide id="7" pos="1248">
          <p15:clr>
            <a:srgbClr val="A4A3A4"/>
          </p15:clr>
        </p15:guide>
        <p15:guide id="8" pos="2148">
          <p15:clr>
            <a:srgbClr val="A4A3A4"/>
          </p15:clr>
        </p15:guide>
        <p15:guide id="9" pos="3052">
          <p15:clr>
            <a:srgbClr val="A4A3A4"/>
          </p15:clr>
        </p15:guide>
        <p15:guide id="10" pos="3954">
          <p15:clr>
            <a:srgbClr val="A4A3A4"/>
          </p15:clr>
        </p15:guide>
        <p15:guide id="11" pos="3724">
          <p15:clr>
            <a:srgbClr val="A4A3A4"/>
          </p15:clr>
        </p15:guide>
        <p15:guide id="12" pos="4858">
          <p15:clr>
            <a:srgbClr val="A4A3A4"/>
          </p15:clr>
        </p15:guide>
        <p15:guide id="13" pos="5784">
          <p15:clr>
            <a:srgbClr val="A4A3A4"/>
          </p15:clr>
        </p15:guide>
        <p15:guide id="14" pos="6660">
          <p15:clr>
            <a:srgbClr val="A4A3A4"/>
          </p15:clr>
        </p15:guide>
        <p15:guide id="15" pos="1920">
          <p15:clr>
            <a:srgbClr val="A4A3A4"/>
          </p15:clr>
        </p15:guide>
        <p15:guide id="16" pos="2822">
          <p15:clr>
            <a:srgbClr val="A4A3A4"/>
          </p15:clr>
        </p15:guide>
        <p15:guide id="17" pos="4626">
          <p15:clr>
            <a:srgbClr val="A4A3A4"/>
          </p15:clr>
        </p15:guide>
        <p15:guide id="18" pos="5530">
          <p15:clr>
            <a:srgbClr val="A4A3A4"/>
          </p15:clr>
        </p15:guide>
        <p15:guide id="19" pos="6434">
          <p15:clr>
            <a:srgbClr val="A4A3A4"/>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3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32.xml"/></Relationships>
</file>

<file path=ppt/slides/_rels/slide5.xml.rels><?xml version="1.0" encoding="UTF-8" standalone="yes"?>
<Relationships xmlns="http://schemas.openxmlformats.org/package/2006/relationships"><Relationship Id="rId2" Type="http://schemas.openxmlformats.org/officeDocument/2006/relationships/image" Target="../media/image9.gif"/><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xml"/><Relationship Id="rId1" Type="http://schemas.openxmlformats.org/officeDocument/2006/relationships/slideLayout" Target="../slideLayouts/slideLayout3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xml"/><Relationship Id="rId1" Type="http://schemas.openxmlformats.org/officeDocument/2006/relationships/slideLayout" Target="../slideLayouts/slideLayout4.xml"/><Relationship Id="rId5" Type="http://schemas.openxmlformats.org/officeDocument/2006/relationships/image" Target="../media/image14.png"/><Relationship Id="rId4" Type="http://schemas.openxmlformats.org/officeDocument/2006/relationships/image" Target="../media/image13.png"/></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CCEDCD1-8A82-A4DE-9B35-46F95FAC732A}"/>
              </a:ext>
            </a:extLst>
          </p:cNvPr>
          <p:cNvSpPr>
            <a:spLocks noGrp="1"/>
          </p:cNvSpPr>
          <p:nvPr>
            <p:ph type="dt" sz="half" idx="49"/>
          </p:nvPr>
        </p:nvSpPr>
        <p:spPr/>
        <p:txBody>
          <a:bodyPr/>
          <a:lstStyle/>
          <a:p>
            <a:fld id="{7A3E0868-4E26-4CDC-8A56-D70E2D8B12FE}" type="datetime3">
              <a:rPr lang="en-US" smtClean="0"/>
              <a:t>5 May 2026</a:t>
            </a:fld>
            <a:endParaRPr lang="en-US" dirty="0"/>
          </a:p>
        </p:txBody>
      </p:sp>
      <p:sp>
        <p:nvSpPr>
          <p:cNvPr id="3" name="Slide Number Placeholder 2">
            <a:extLst>
              <a:ext uri="{FF2B5EF4-FFF2-40B4-BE49-F238E27FC236}">
                <a16:creationId xmlns:a16="http://schemas.microsoft.com/office/drawing/2014/main" id="{EDFC473F-A75E-4DC2-8570-AE774BD728DD}"/>
              </a:ext>
            </a:extLst>
          </p:cNvPr>
          <p:cNvSpPr>
            <a:spLocks noGrp="1"/>
          </p:cNvSpPr>
          <p:nvPr>
            <p:ph type="sldNum" sz="quarter" idx="50"/>
          </p:nvPr>
        </p:nvSpPr>
        <p:spPr/>
        <p:txBody>
          <a:bodyPr/>
          <a:lstStyle/>
          <a:p>
            <a:fld id="{64E5BE4B-2FBF-4174-9E62-85FAD1CB43A6}" type="slidenum">
              <a:rPr lang="en-US" smtClean="0"/>
              <a:pPr/>
              <a:t>1</a:t>
            </a:fld>
            <a:endParaRPr lang="en-US"/>
          </a:p>
        </p:txBody>
      </p:sp>
      <p:sp>
        <p:nvSpPr>
          <p:cNvPr id="19" name="Text Placeholder 18">
            <a:extLst>
              <a:ext uri="{FF2B5EF4-FFF2-40B4-BE49-F238E27FC236}">
                <a16:creationId xmlns:a16="http://schemas.microsoft.com/office/drawing/2014/main" id="{546ADB6E-BC56-3C27-2A0A-35E73FABB311}"/>
              </a:ext>
            </a:extLst>
          </p:cNvPr>
          <p:cNvSpPr>
            <a:spLocks noGrp="1"/>
          </p:cNvSpPr>
          <p:nvPr>
            <p:ph type="body" sz="quarter" idx="39"/>
          </p:nvPr>
        </p:nvSpPr>
        <p:spPr/>
        <p:txBody>
          <a:bodyPr/>
          <a:lstStyle/>
          <a:p>
            <a:endParaRPr lang="en-US"/>
          </a:p>
        </p:txBody>
      </p:sp>
      <p:sp>
        <p:nvSpPr>
          <p:cNvPr id="20" name="Text Placeholder 19">
            <a:extLst>
              <a:ext uri="{FF2B5EF4-FFF2-40B4-BE49-F238E27FC236}">
                <a16:creationId xmlns:a16="http://schemas.microsoft.com/office/drawing/2014/main" id="{90C6FBC6-02EE-BCAB-F4BE-55F08C231556}"/>
              </a:ext>
            </a:extLst>
          </p:cNvPr>
          <p:cNvSpPr>
            <a:spLocks noGrp="1"/>
          </p:cNvSpPr>
          <p:nvPr>
            <p:ph type="body" sz="quarter" idx="40"/>
          </p:nvPr>
        </p:nvSpPr>
        <p:spPr/>
        <p:txBody>
          <a:bodyPr/>
          <a:lstStyle/>
          <a:p>
            <a:endParaRPr lang="en-US"/>
          </a:p>
        </p:txBody>
      </p:sp>
      <p:sp>
        <p:nvSpPr>
          <p:cNvPr id="21" name="Text Placeholder 20">
            <a:extLst>
              <a:ext uri="{FF2B5EF4-FFF2-40B4-BE49-F238E27FC236}">
                <a16:creationId xmlns:a16="http://schemas.microsoft.com/office/drawing/2014/main" id="{56DB708A-C949-6DA8-7139-3FAEFE5543C1}"/>
              </a:ext>
            </a:extLst>
          </p:cNvPr>
          <p:cNvSpPr>
            <a:spLocks noGrp="1"/>
          </p:cNvSpPr>
          <p:nvPr>
            <p:ph type="body" sz="quarter" idx="41"/>
          </p:nvPr>
        </p:nvSpPr>
        <p:spPr/>
        <p:txBody>
          <a:bodyPr/>
          <a:lstStyle/>
          <a:p>
            <a:endParaRPr lang="en-US"/>
          </a:p>
        </p:txBody>
      </p:sp>
      <p:sp>
        <p:nvSpPr>
          <p:cNvPr id="22" name="Text Placeholder 21">
            <a:extLst>
              <a:ext uri="{FF2B5EF4-FFF2-40B4-BE49-F238E27FC236}">
                <a16:creationId xmlns:a16="http://schemas.microsoft.com/office/drawing/2014/main" id="{5F6B6007-9D1F-7104-8708-45C298040D8D}"/>
              </a:ext>
            </a:extLst>
          </p:cNvPr>
          <p:cNvSpPr>
            <a:spLocks noGrp="1"/>
          </p:cNvSpPr>
          <p:nvPr>
            <p:ph type="body" sz="quarter" idx="42"/>
          </p:nvPr>
        </p:nvSpPr>
        <p:spPr/>
        <p:txBody>
          <a:bodyPr/>
          <a:lstStyle/>
          <a:p>
            <a:endParaRPr lang="en-US"/>
          </a:p>
        </p:txBody>
      </p:sp>
      <p:sp>
        <p:nvSpPr>
          <p:cNvPr id="23" name="Text Placeholder 22">
            <a:extLst>
              <a:ext uri="{FF2B5EF4-FFF2-40B4-BE49-F238E27FC236}">
                <a16:creationId xmlns:a16="http://schemas.microsoft.com/office/drawing/2014/main" id="{055FE557-4866-5BB4-DE77-8B5E492D4B88}"/>
              </a:ext>
            </a:extLst>
          </p:cNvPr>
          <p:cNvSpPr>
            <a:spLocks noGrp="1"/>
          </p:cNvSpPr>
          <p:nvPr>
            <p:ph type="body" sz="quarter" idx="43"/>
          </p:nvPr>
        </p:nvSpPr>
        <p:spPr/>
        <p:txBody>
          <a:bodyPr/>
          <a:lstStyle/>
          <a:p>
            <a:endParaRPr lang="en-US"/>
          </a:p>
        </p:txBody>
      </p:sp>
      <p:sp>
        <p:nvSpPr>
          <p:cNvPr id="24" name="Text Placeholder 23">
            <a:extLst>
              <a:ext uri="{FF2B5EF4-FFF2-40B4-BE49-F238E27FC236}">
                <a16:creationId xmlns:a16="http://schemas.microsoft.com/office/drawing/2014/main" id="{B39878FC-6A61-CBFA-CF81-AFF5AADAE7F4}"/>
              </a:ext>
            </a:extLst>
          </p:cNvPr>
          <p:cNvSpPr>
            <a:spLocks noGrp="1"/>
          </p:cNvSpPr>
          <p:nvPr>
            <p:ph type="body" sz="quarter" idx="44"/>
          </p:nvPr>
        </p:nvSpPr>
        <p:spPr/>
        <p:txBody>
          <a:bodyPr/>
          <a:lstStyle/>
          <a:p>
            <a:endParaRPr lang="en-US"/>
          </a:p>
        </p:txBody>
      </p:sp>
      <p:sp>
        <p:nvSpPr>
          <p:cNvPr id="25" name="Text Placeholder 24">
            <a:extLst>
              <a:ext uri="{FF2B5EF4-FFF2-40B4-BE49-F238E27FC236}">
                <a16:creationId xmlns:a16="http://schemas.microsoft.com/office/drawing/2014/main" id="{D06296EC-84C6-B6A8-6DB1-BB87913418BC}"/>
              </a:ext>
            </a:extLst>
          </p:cNvPr>
          <p:cNvSpPr>
            <a:spLocks noGrp="1"/>
          </p:cNvSpPr>
          <p:nvPr>
            <p:ph type="body" sz="quarter" idx="45"/>
          </p:nvPr>
        </p:nvSpPr>
        <p:spPr/>
        <p:txBody>
          <a:bodyPr/>
          <a:lstStyle/>
          <a:p>
            <a:endParaRPr lang="en-US"/>
          </a:p>
        </p:txBody>
      </p:sp>
      <p:sp>
        <p:nvSpPr>
          <p:cNvPr id="26" name="Text Placeholder 25">
            <a:extLst>
              <a:ext uri="{FF2B5EF4-FFF2-40B4-BE49-F238E27FC236}">
                <a16:creationId xmlns:a16="http://schemas.microsoft.com/office/drawing/2014/main" id="{96230E08-95C7-1ABC-04DD-B3E672470440}"/>
              </a:ext>
            </a:extLst>
          </p:cNvPr>
          <p:cNvSpPr>
            <a:spLocks noGrp="1"/>
          </p:cNvSpPr>
          <p:nvPr>
            <p:ph type="body" sz="quarter" idx="46"/>
          </p:nvPr>
        </p:nvSpPr>
        <p:spPr/>
        <p:txBody>
          <a:bodyPr/>
          <a:lstStyle/>
          <a:p>
            <a:endParaRPr lang="en-US"/>
          </a:p>
        </p:txBody>
      </p:sp>
      <p:sp>
        <p:nvSpPr>
          <p:cNvPr id="27" name="Text Placeholder 26">
            <a:extLst>
              <a:ext uri="{FF2B5EF4-FFF2-40B4-BE49-F238E27FC236}">
                <a16:creationId xmlns:a16="http://schemas.microsoft.com/office/drawing/2014/main" id="{394E5925-AC66-068E-AB62-596C94A1D057}"/>
              </a:ext>
            </a:extLst>
          </p:cNvPr>
          <p:cNvSpPr>
            <a:spLocks noGrp="1"/>
          </p:cNvSpPr>
          <p:nvPr>
            <p:ph type="body" sz="quarter" idx="47"/>
          </p:nvPr>
        </p:nvSpPr>
        <p:spPr/>
        <p:txBody>
          <a:bodyPr/>
          <a:lstStyle/>
          <a:p>
            <a:endParaRPr lang="en-US"/>
          </a:p>
        </p:txBody>
      </p:sp>
      <p:sp>
        <p:nvSpPr>
          <p:cNvPr id="28" name="Text Placeholder 27">
            <a:extLst>
              <a:ext uri="{FF2B5EF4-FFF2-40B4-BE49-F238E27FC236}">
                <a16:creationId xmlns:a16="http://schemas.microsoft.com/office/drawing/2014/main" id="{817C8C24-7523-5A3A-4E24-6498DA2B0172}"/>
              </a:ext>
            </a:extLst>
          </p:cNvPr>
          <p:cNvSpPr>
            <a:spLocks noGrp="1"/>
          </p:cNvSpPr>
          <p:nvPr>
            <p:ph type="body" sz="quarter" idx="48"/>
          </p:nvPr>
        </p:nvSpPr>
        <p:spPr/>
        <p:txBody>
          <a:bodyPr/>
          <a:lstStyle/>
          <a:p>
            <a:endParaRPr lang="en-US"/>
          </a:p>
        </p:txBody>
      </p:sp>
      <p:sp>
        <p:nvSpPr>
          <p:cNvPr id="14" name="Title 13">
            <a:extLst>
              <a:ext uri="{FF2B5EF4-FFF2-40B4-BE49-F238E27FC236}">
                <a16:creationId xmlns:a16="http://schemas.microsoft.com/office/drawing/2014/main" id="{EDAC0F52-3870-8062-386A-70842807E7D1}"/>
              </a:ext>
            </a:extLst>
          </p:cNvPr>
          <p:cNvSpPr>
            <a:spLocks noGrp="1"/>
          </p:cNvSpPr>
          <p:nvPr>
            <p:ph type="ctrTitle"/>
          </p:nvPr>
        </p:nvSpPr>
        <p:spPr/>
        <p:txBody>
          <a:bodyPr/>
          <a:lstStyle/>
          <a:p>
            <a:r>
              <a:rPr lang="en-US" dirty="0"/>
              <a:t>Executables and Paths</a:t>
            </a:r>
          </a:p>
        </p:txBody>
      </p:sp>
      <p:sp>
        <p:nvSpPr>
          <p:cNvPr id="17" name="Subtitle 16">
            <a:extLst>
              <a:ext uri="{FF2B5EF4-FFF2-40B4-BE49-F238E27FC236}">
                <a16:creationId xmlns:a16="http://schemas.microsoft.com/office/drawing/2014/main" id="{D5532DA0-C4AC-25AE-AF0A-F96DF3B9D31A}"/>
              </a:ext>
            </a:extLst>
          </p:cNvPr>
          <p:cNvSpPr>
            <a:spLocks noGrp="1"/>
          </p:cNvSpPr>
          <p:nvPr>
            <p:ph type="subTitle" idx="1"/>
          </p:nvPr>
        </p:nvSpPr>
        <p:spPr/>
        <p:txBody>
          <a:bodyPr/>
          <a:lstStyle/>
          <a:p>
            <a:endParaRPr lang="en-US"/>
          </a:p>
        </p:txBody>
      </p:sp>
      <p:sp>
        <p:nvSpPr>
          <p:cNvPr id="18" name="Text Placeholder 17">
            <a:extLst>
              <a:ext uri="{FF2B5EF4-FFF2-40B4-BE49-F238E27FC236}">
                <a16:creationId xmlns:a16="http://schemas.microsoft.com/office/drawing/2014/main" id="{8853BCC7-1D6B-DEF8-193A-1457935068D8}"/>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27377380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C40EF82-21F5-03A7-D696-365630F85F4B}"/>
              </a:ext>
            </a:extLst>
          </p:cNvPr>
          <p:cNvSpPr/>
          <p:nvPr/>
        </p:nvSpPr>
        <p:spPr>
          <a:xfrm>
            <a:off x="6996224" y="1825625"/>
            <a:ext cx="3965944" cy="4351338"/>
          </a:xfrm>
          <a:prstGeom prst="rect">
            <a:avLst/>
          </a:prstGeom>
          <a:solidFill>
            <a:schemeClr val="bg1"/>
          </a:solidFill>
          <a:ln>
            <a:noFill/>
            <a:miter/>
          </a:ln>
        </p:spPr>
        <p:style>
          <a:lnRef idx="0">
            <a:schemeClr val="accent1"/>
          </a:lnRef>
          <a:fillRef idx="1">
            <a:schemeClr val="accent1"/>
          </a:fillRef>
          <a:effectRef idx="0">
            <a:srgbClr val="000000"/>
          </a:effectRef>
          <a:fontRef idx="minor">
            <a:srgbClr val="FFFFFF"/>
          </a:fontRef>
        </p:style>
        <p:txBody>
          <a:bodyPr rtlCol="0" anchor="ctr"/>
          <a:lstStyle/>
          <a:p>
            <a:pPr algn="ctr">
              <a:lnSpc>
                <a:spcPct val="95000"/>
              </a:lnSpc>
            </a:pPr>
            <a:endParaRPr lang="en-US" sz="1700" dirty="0"/>
          </a:p>
        </p:txBody>
      </p:sp>
      <p:sp>
        <p:nvSpPr>
          <p:cNvPr id="2" name="Title 1">
            <a:extLst>
              <a:ext uri="{FF2B5EF4-FFF2-40B4-BE49-F238E27FC236}">
                <a16:creationId xmlns:a16="http://schemas.microsoft.com/office/drawing/2014/main" id="{4C9DFC45-7600-BC6C-5698-7B23B8ACF840}"/>
              </a:ext>
            </a:extLst>
          </p:cNvPr>
          <p:cNvSpPr>
            <a:spLocks noGrp="1"/>
          </p:cNvSpPr>
          <p:nvPr>
            <p:ph type="title"/>
          </p:nvPr>
        </p:nvSpPr>
        <p:spPr/>
        <p:txBody>
          <a:bodyPr/>
          <a:lstStyle/>
          <a:p>
            <a:r>
              <a:rPr lang="en-US" dirty="0"/>
              <a:t>What is an Executable?</a:t>
            </a:r>
          </a:p>
        </p:txBody>
      </p:sp>
      <p:sp>
        <p:nvSpPr>
          <p:cNvPr id="3" name="Content Placeholder 2">
            <a:extLst>
              <a:ext uri="{FF2B5EF4-FFF2-40B4-BE49-F238E27FC236}">
                <a16:creationId xmlns:a16="http://schemas.microsoft.com/office/drawing/2014/main" id="{E28BB8F3-D0C1-D6E3-02C8-6E341B3464FF}"/>
              </a:ext>
            </a:extLst>
          </p:cNvPr>
          <p:cNvSpPr>
            <a:spLocks noGrp="1"/>
          </p:cNvSpPr>
          <p:nvPr>
            <p:ph sz="half" idx="1"/>
          </p:nvPr>
        </p:nvSpPr>
        <p:spPr/>
        <p:txBody>
          <a:bodyPr/>
          <a:lstStyle/>
          <a:p>
            <a:r>
              <a:rPr lang="en-US" dirty="0"/>
              <a:t>A binary file (typically)</a:t>
            </a:r>
          </a:p>
          <a:p>
            <a:r>
              <a:rPr lang="en-US" dirty="0"/>
              <a:t>Contains instructions and data</a:t>
            </a:r>
          </a:p>
          <a:p>
            <a:r>
              <a:rPr lang="en-US" dirty="0"/>
              <a:t>The operating system loads the instructions and data and creates a </a:t>
            </a:r>
            <a:r>
              <a:rPr lang="en-US" i="1" dirty="0"/>
              <a:t>process</a:t>
            </a:r>
            <a:r>
              <a:rPr lang="en-US" dirty="0"/>
              <a:t> to track the state of the executable</a:t>
            </a:r>
          </a:p>
          <a:p>
            <a:r>
              <a:rPr lang="en-US" dirty="0"/>
              <a:t>The process gets (eventually) scheduled for execution on the CPU</a:t>
            </a:r>
          </a:p>
          <a:p>
            <a:endParaRPr lang="en-US" dirty="0"/>
          </a:p>
        </p:txBody>
      </p:sp>
      <p:pic>
        <p:nvPicPr>
          <p:cNvPr id="5" name="Picture 2">
            <a:extLst>
              <a:ext uri="{FF2B5EF4-FFF2-40B4-BE49-F238E27FC236}">
                <a16:creationId xmlns:a16="http://schemas.microsoft.com/office/drawing/2014/main" id="{85575BB3-D737-7ABC-3723-67C2D4560319}"/>
              </a:ext>
            </a:extLst>
          </p:cNvPr>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tretch>
            <a:fillRect/>
          </a:stretch>
        </p:blipFill>
        <p:spPr bwMode="auto">
          <a:xfrm>
            <a:off x="7191375" y="2258219"/>
            <a:ext cx="3143250" cy="34861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049272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allAtOnce"/>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948A1C-C892-9F87-F73C-B56A4B41547B}"/>
              </a:ext>
            </a:extLst>
          </p:cNvPr>
          <p:cNvSpPr>
            <a:spLocks noGrp="1"/>
          </p:cNvSpPr>
          <p:nvPr>
            <p:ph type="title"/>
          </p:nvPr>
        </p:nvSpPr>
        <p:spPr/>
        <p:txBody>
          <a:bodyPr/>
          <a:lstStyle/>
          <a:p>
            <a:r>
              <a:rPr lang="en-US" dirty="0"/>
              <a:t>How do we run Executables?</a:t>
            </a:r>
          </a:p>
        </p:txBody>
      </p:sp>
      <p:sp>
        <p:nvSpPr>
          <p:cNvPr id="3" name="Content Placeholder 2">
            <a:extLst>
              <a:ext uri="{FF2B5EF4-FFF2-40B4-BE49-F238E27FC236}">
                <a16:creationId xmlns:a16="http://schemas.microsoft.com/office/drawing/2014/main" id="{C55F55B6-C98C-C64F-1038-602A3DA90D66}"/>
              </a:ext>
            </a:extLst>
          </p:cNvPr>
          <p:cNvSpPr>
            <a:spLocks noGrp="1"/>
          </p:cNvSpPr>
          <p:nvPr>
            <p:ph idx="1"/>
          </p:nvPr>
        </p:nvSpPr>
        <p:spPr/>
        <p:txBody>
          <a:bodyPr/>
          <a:lstStyle/>
          <a:p>
            <a:r>
              <a:rPr lang="en-US" dirty="0"/>
              <a:t>Double-click an icon</a:t>
            </a:r>
          </a:p>
          <a:p>
            <a:r>
              <a:rPr lang="en-US" dirty="0"/>
              <a:t>At startup</a:t>
            </a:r>
          </a:p>
          <a:p>
            <a:r>
              <a:rPr lang="en-US" dirty="0"/>
              <a:t>Type a command on the command-line</a:t>
            </a:r>
          </a:p>
          <a:p>
            <a:endParaRPr lang="en-US" dirty="0"/>
          </a:p>
          <a:p>
            <a:r>
              <a:rPr lang="en-US" dirty="0"/>
              <a:t>Operating system handles the rest</a:t>
            </a:r>
          </a:p>
        </p:txBody>
      </p:sp>
    </p:spTree>
    <p:extLst>
      <p:ext uri="{BB962C8B-B14F-4D97-AF65-F5344CB8AC3E}">
        <p14:creationId xmlns:p14="http://schemas.microsoft.com/office/powerpoint/2010/main" val="39433015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53B94F-656C-A0EA-4C95-DFD37F906701}"/>
              </a:ext>
            </a:extLst>
          </p:cNvPr>
          <p:cNvSpPr>
            <a:spLocks noGrp="1"/>
          </p:cNvSpPr>
          <p:nvPr>
            <p:ph type="title"/>
          </p:nvPr>
        </p:nvSpPr>
        <p:spPr/>
        <p:txBody>
          <a:bodyPr/>
          <a:lstStyle/>
          <a:p>
            <a:r>
              <a:rPr lang="en-US" dirty="0"/>
              <a:t>Where are executables located?</a:t>
            </a:r>
          </a:p>
        </p:txBody>
      </p:sp>
      <p:pic>
        <p:nvPicPr>
          <p:cNvPr id="8" name="Content Placeholder 7">
            <a:extLst>
              <a:ext uri="{FF2B5EF4-FFF2-40B4-BE49-F238E27FC236}">
                <a16:creationId xmlns:a16="http://schemas.microsoft.com/office/drawing/2014/main" id="{E7D1E45F-5693-CDE7-2BB0-9D6573841A2A}"/>
              </a:ext>
            </a:extLst>
          </p:cNvPr>
          <p:cNvPicPr>
            <a:picLocks noGrp="1" noChangeAspect="1"/>
          </p:cNvPicPr>
          <p:nvPr>
            <p:ph sz="half" idx="1"/>
          </p:nvPr>
        </p:nvPicPr>
        <p:blipFill>
          <a:blip r:embed="rId2"/>
          <a:stretch>
            <a:fillRect/>
          </a:stretch>
        </p:blipFill>
        <p:spPr>
          <a:xfrm>
            <a:off x="0" y="1297216"/>
            <a:ext cx="7385538" cy="4767609"/>
          </a:xfrm>
          <a:prstGeom prst="rect">
            <a:avLst/>
          </a:prstGeom>
        </p:spPr>
      </p:pic>
      <p:sp>
        <p:nvSpPr>
          <p:cNvPr id="6" name="Content Placeholder 5">
            <a:extLst>
              <a:ext uri="{FF2B5EF4-FFF2-40B4-BE49-F238E27FC236}">
                <a16:creationId xmlns:a16="http://schemas.microsoft.com/office/drawing/2014/main" id="{818D3BB1-F826-5753-39B9-EDA271169D85}"/>
              </a:ext>
            </a:extLst>
          </p:cNvPr>
          <p:cNvSpPr>
            <a:spLocks noGrp="1"/>
          </p:cNvSpPr>
          <p:nvPr>
            <p:ph sz="half" idx="2"/>
          </p:nvPr>
        </p:nvSpPr>
        <p:spPr>
          <a:xfrm>
            <a:off x="7385538" y="1297216"/>
            <a:ext cx="5181600" cy="4351338"/>
          </a:xfrm>
        </p:spPr>
        <p:txBody>
          <a:bodyPr>
            <a:normAutofit/>
          </a:bodyPr>
          <a:lstStyle/>
          <a:p>
            <a:r>
              <a:rPr lang="en-US" dirty="0"/>
              <a:t>Typically stored on the local file system</a:t>
            </a:r>
          </a:p>
          <a:p>
            <a:r>
              <a:rPr lang="en-US" dirty="0"/>
              <a:t>The OS needs to know the location so it can process/load the file contents</a:t>
            </a:r>
          </a:p>
          <a:p>
            <a:endParaRPr lang="en-US" dirty="0"/>
          </a:p>
          <a:p>
            <a:r>
              <a:rPr lang="en-US" dirty="0"/>
              <a:t>In theory, we need to type the full path to the executable </a:t>
            </a:r>
          </a:p>
          <a:p>
            <a:r>
              <a:rPr lang="en-US" dirty="0"/>
              <a:t>Why don’t we though? </a:t>
            </a:r>
          </a:p>
          <a:p>
            <a:endParaRPr lang="en-US" dirty="0"/>
          </a:p>
          <a:p>
            <a:r>
              <a:rPr lang="en-US" dirty="0"/>
              <a:t>/bin on Linux among others</a:t>
            </a:r>
          </a:p>
        </p:txBody>
      </p:sp>
    </p:spTree>
    <p:extLst>
      <p:ext uri="{BB962C8B-B14F-4D97-AF65-F5344CB8AC3E}">
        <p14:creationId xmlns:p14="http://schemas.microsoft.com/office/powerpoint/2010/main" val="401794848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9AA6F0-3118-5272-41B9-96DF7DD088E3}"/>
              </a:ext>
            </a:extLst>
          </p:cNvPr>
          <p:cNvSpPr>
            <a:spLocks noGrp="1"/>
          </p:cNvSpPr>
          <p:nvPr>
            <p:ph type="title"/>
          </p:nvPr>
        </p:nvSpPr>
        <p:spPr/>
        <p:txBody>
          <a:bodyPr/>
          <a:lstStyle/>
          <a:p>
            <a:r>
              <a:rPr lang="en-US" dirty="0"/>
              <a:t>How are executables found?</a:t>
            </a:r>
          </a:p>
        </p:txBody>
      </p:sp>
      <p:pic>
        <p:nvPicPr>
          <p:cNvPr id="1026" name="Picture 2">
            <a:extLst>
              <a:ext uri="{FF2B5EF4-FFF2-40B4-BE49-F238E27FC236}">
                <a16:creationId xmlns:a16="http://schemas.microsoft.com/office/drawing/2014/main" id="{9736BA2A-4C6E-F8C2-05E9-4DF4AF448A46}"/>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1574800" y="2552700"/>
            <a:ext cx="4743450" cy="2667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081679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D56224DD-6DF5-F5D1-5AFF-9A17767A8ED0}"/>
              </a:ext>
            </a:extLst>
          </p:cNvPr>
          <p:cNvSpPr>
            <a:spLocks noGrp="1"/>
          </p:cNvSpPr>
          <p:nvPr>
            <p:ph type="title"/>
          </p:nvPr>
        </p:nvSpPr>
        <p:spPr/>
        <p:txBody>
          <a:bodyPr/>
          <a:lstStyle/>
          <a:p>
            <a:r>
              <a:rPr lang="en-US" dirty="0"/>
              <a:t>What is the PATH?</a:t>
            </a:r>
          </a:p>
        </p:txBody>
      </p:sp>
      <p:sp>
        <p:nvSpPr>
          <p:cNvPr id="8" name="Content Placeholder 7">
            <a:extLst>
              <a:ext uri="{FF2B5EF4-FFF2-40B4-BE49-F238E27FC236}">
                <a16:creationId xmlns:a16="http://schemas.microsoft.com/office/drawing/2014/main" id="{A17E43E9-111D-C4CA-BF7B-6F371E16F110}"/>
              </a:ext>
            </a:extLst>
          </p:cNvPr>
          <p:cNvSpPr>
            <a:spLocks noGrp="1"/>
          </p:cNvSpPr>
          <p:nvPr>
            <p:ph idx="1"/>
          </p:nvPr>
        </p:nvSpPr>
        <p:spPr/>
        <p:txBody>
          <a:bodyPr/>
          <a:lstStyle/>
          <a:p>
            <a:r>
              <a:rPr lang="en-US" dirty="0"/>
              <a:t>A list of directories to find executables within</a:t>
            </a:r>
          </a:p>
          <a:p>
            <a:r>
              <a:rPr lang="en-US" dirty="0"/>
              <a:t>The OS will search directories in order</a:t>
            </a:r>
          </a:p>
          <a:p>
            <a:r>
              <a:rPr lang="en-US" dirty="0"/>
              <a:t>The first match is the executable that is executed</a:t>
            </a:r>
          </a:p>
        </p:txBody>
      </p:sp>
    </p:spTree>
    <p:extLst>
      <p:ext uri="{BB962C8B-B14F-4D97-AF65-F5344CB8AC3E}">
        <p14:creationId xmlns:p14="http://schemas.microsoft.com/office/powerpoint/2010/main" val="34527962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7D57B2-713C-7765-DCEC-79F3EA9020A9}"/>
              </a:ext>
            </a:extLst>
          </p:cNvPr>
          <p:cNvSpPr>
            <a:spLocks noGrp="1"/>
          </p:cNvSpPr>
          <p:nvPr>
            <p:ph type="title"/>
          </p:nvPr>
        </p:nvSpPr>
        <p:spPr/>
        <p:txBody>
          <a:bodyPr/>
          <a:lstStyle/>
          <a:p>
            <a:r>
              <a:rPr lang="en-US" dirty="0"/>
              <a:t>Look to the PATH</a:t>
            </a:r>
          </a:p>
        </p:txBody>
      </p:sp>
      <p:sp>
        <p:nvSpPr>
          <p:cNvPr id="4" name="Text Placeholder 3">
            <a:extLst>
              <a:ext uri="{FF2B5EF4-FFF2-40B4-BE49-F238E27FC236}">
                <a16:creationId xmlns:a16="http://schemas.microsoft.com/office/drawing/2014/main" id="{41BFF26D-E8E4-A533-8193-27E34AE1A52B}"/>
              </a:ext>
            </a:extLst>
          </p:cNvPr>
          <p:cNvSpPr>
            <a:spLocks noGrp="1"/>
          </p:cNvSpPr>
          <p:nvPr>
            <p:ph type="body" idx="1"/>
          </p:nvPr>
        </p:nvSpPr>
        <p:spPr/>
        <p:txBody>
          <a:bodyPr/>
          <a:lstStyle/>
          <a:p>
            <a:r>
              <a:rPr lang="en-US" dirty="0"/>
              <a:t>Windows</a:t>
            </a:r>
          </a:p>
        </p:txBody>
      </p:sp>
      <p:sp>
        <p:nvSpPr>
          <p:cNvPr id="5" name="Content Placeholder 4">
            <a:extLst>
              <a:ext uri="{FF2B5EF4-FFF2-40B4-BE49-F238E27FC236}">
                <a16:creationId xmlns:a16="http://schemas.microsoft.com/office/drawing/2014/main" id="{874050EF-79C9-6E15-702E-4920E9702599}"/>
              </a:ext>
            </a:extLst>
          </p:cNvPr>
          <p:cNvSpPr>
            <a:spLocks noGrp="1"/>
          </p:cNvSpPr>
          <p:nvPr>
            <p:ph sz="half" idx="2"/>
          </p:nvPr>
        </p:nvSpPr>
        <p:spPr/>
        <p:txBody>
          <a:bodyPr>
            <a:normAutofit/>
          </a:bodyPr>
          <a:lstStyle/>
          <a:p>
            <a:r>
              <a:rPr lang="en-US" dirty="0"/>
              <a:t>System Properties </a:t>
            </a:r>
            <a:r>
              <a:rPr lang="en-US" dirty="0">
                <a:sym typeface="Wingdings" panose="05000000000000000000" pitchFamily="2" charset="2"/>
              </a:rPr>
              <a:t> Environment Variables  Path</a:t>
            </a:r>
          </a:p>
          <a:p>
            <a:r>
              <a:rPr lang="en-US" dirty="0" err="1">
                <a:sym typeface="Wingdings" panose="05000000000000000000" pitchFamily="2" charset="2"/>
              </a:rPr>
              <a:t>Powershell</a:t>
            </a:r>
            <a:r>
              <a:rPr lang="en-US" dirty="0">
                <a:sym typeface="Wingdings" panose="05000000000000000000" pitchFamily="2" charset="2"/>
              </a:rPr>
              <a:t>: </a:t>
            </a:r>
            <a:r>
              <a:rPr lang="en-US" dirty="0">
                <a:latin typeface="Courier New" panose="02070309020205020404" pitchFamily="49" charset="0"/>
                <a:cs typeface="Courier New" panose="02070309020205020404" pitchFamily="49" charset="0"/>
                <a:sym typeface="Wingdings" panose="05000000000000000000" pitchFamily="2" charset="2"/>
              </a:rPr>
              <a:t>$</a:t>
            </a:r>
            <a:r>
              <a:rPr lang="en-US" dirty="0" err="1">
                <a:latin typeface="Courier New" panose="02070309020205020404" pitchFamily="49" charset="0"/>
                <a:cs typeface="Courier New" panose="02070309020205020404" pitchFamily="49" charset="0"/>
                <a:sym typeface="Wingdings" panose="05000000000000000000" pitchFamily="2" charset="2"/>
              </a:rPr>
              <a:t>env:path</a:t>
            </a:r>
            <a:endParaRPr lang="en-US" dirty="0">
              <a:latin typeface="Courier New" panose="02070309020205020404" pitchFamily="49" charset="0"/>
              <a:cs typeface="Courier New" panose="02070309020205020404" pitchFamily="49" charset="0"/>
              <a:sym typeface="Wingdings" panose="05000000000000000000" pitchFamily="2" charset="2"/>
            </a:endParaRPr>
          </a:p>
          <a:p>
            <a:r>
              <a:rPr lang="en-US" dirty="0" err="1">
                <a:sym typeface="Wingdings" panose="05000000000000000000" pitchFamily="2" charset="2"/>
              </a:rPr>
              <a:t>Cmd</a:t>
            </a:r>
            <a:r>
              <a:rPr lang="en-US" dirty="0">
                <a:sym typeface="Wingdings" panose="05000000000000000000" pitchFamily="2" charset="2"/>
              </a:rPr>
              <a:t>: </a:t>
            </a:r>
            <a:r>
              <a:rPr lang="en-US" dirty="0">
                <a:latin typeface="Courier New" panose="02070309020205020404" pitchFamily="49" charset="0"/>
                <a:cs typeface="Courier New" panose="02070309020205020404" pitchFamily="49" charset="0"/>
                <a:sym typeface="Wingdings" panose="05000000000000000000" pitchFamily="2" charset="2"/>
              </a:rPr>
              <a:t>set path</a:t>
            </a:r>
          </a:p>
          <a:p>
            <a:pPr marL="0" indent="0">
              <a:buNone/>
            </a:pPr>
            <a:endParaRPr lang="en-US" dirty="0">
              <a:sym typeface="Wingdings" panose="05000000000000000000" pitchFamily="2" charset="2"/>
            </a:endParaRPr>
          </a:p>
          <a:p>
            <a:r>
              <a:rPr lang="en-US" dirty="0">
                <a:sym typeface="Wingdings" panose="05000000000000000000" pitchFamily="2" charset="2"/>
              </a:rPr>
              <a:t>What does it look like?</a:t>
            </a:r>
          </a:p>
          <a:p>
            <a:r>
              <a:rPr lang="en-US" dirty="0">
                <a:sym typeface="Wingdings" panose="05000000000000000000" pitchFamily="2" charset="2"/>
              </a:rPr>
              <a:t>System and user level</a:t>
            </a:r>
          </a:p>
          <a:p>
            <a:endParaRPr lang="en-US" dirty="0"/>
          </a:p>
        </p:txBody>
      </p:sp>
      <p:sp>
        <p:nvSpPr>
          <p:cNvPr id="6" name="Text Placeholder 5">
            <a:extLst>
              <a:ext uri="{FF2B5EF4-FFF2-40B4-BE49-F238E27FC236}">
                <a16:creationId xmlns:a16="http://schemas.microsoft.com/office/drawing/2014/main" id="{A80B3CA4-4F95-AADF-4534-1975F07C2478}"/>
              </a:ext>
            </a:extLst>
          </p:cNvPr>
          <p:cNvSpPr>
            <a:spLocks noGrp="1"/>
          </p:cNvSpPr>
          <p:nvPr>
            <p:ph type="body" sz="quarter" idx="3"/>
          </p:nvPr>
        </p:nvSpPr>
        <p:spPr/>
        <p:txBody>
          <a:bodyPr/>
          <a:lstStyle/>
          <a:p>
            <a:r>
              <a:rPr lang="en-US" dirty="0"/>
              <a:t>Linux</a:t>
            </a:r>
          </a:p>
        </p:txBody>
      </p:sp>
      <p:sp>
        <p:nvSpPr>
          <p:cNvPr id="7" name="Content Placeholder 6">
            <a:extLst>
              <a:ext uri="{FF2B5EF4-FFF2-40B4-BE49-F238E27FC236}">
                <a16:creationId xmlns:a16="http://schemas.microsoft.com/office/drawing/2014/main" id="{0738A67A-37C6-2FFC-5E4B-1FA460D02EF4}"/>
              </a:ext>
            </a:extLst>
          </p:cNvPr>
          <p:cNvSpPr>
            <a:spLocks noGrp="1"/>
          </p:cNvSpPr>
          <p:nvPr>
            <p:ph sz="quarter" idx="4"/>
          </p:nvPr>
        </p:nvSpPr>
        <p:spPr/>
        <p:txBody>
          <a:bodyPr>
            <a:normAutofit/>
          </a:bodyPr>
          <a:lstStyle/>
          <a:p>
            <a:r>
              <a:rPr lang="en-US" dirty="0">
                <a:latin typeface="Courier New" panose="02070309020205020404" pitchFamily="49" charset="0"/>
                <a:cs typeface="Courier New" panose="02070309020205020404" pitchFamily="49" charset="0"/>
              </a:rPr>
              <a:t>echo $PATH</a:t>
            </a:r>
          </a:p>
          <a:p>
            <a:r>
              <a:rPr lang="en-US" dirty="0">
                <a:cs typeface="Courier New" panose="02070309020205020404" pitchFamily="49" charset="0"/>
              </a:rPr>
              <a:t>Or…</a:t>
            </a:r>
          </a:p>
          <a:p>
            <a:r>
              <a:rPr lang="pt-BR" dirty="0">
                <a:latin typeface="Courier New" panose="02070309020205020404" pitchFamily="49" charset="0"/>
                <a:cs typeface="Courier New" panose="02070309020205020404" pitchFamily="49" charset="0"/>
              </a:rPr>
              <a:t>echo $PATH | sed 's/:/\n/g'</a:t>
            </a:r>
            <a:endParaRPr lang="en-US" dirty="0">
              <a:latin typeface="Courier New" panose="02070309020205020404" pitchFamily="49" charset="0"/>
              <a:cs typeface="Courier New" panose="02070309020205020404" pitchFamily="49" charset="0"/>
            </a:endParaRPr>
          </a:p>
          <a:p>
            <a:endParaRPr lang="en-US" dirty="0">
              <a:cs typeface="Courier New" panose="02070309020205020404" pitchFamily="49" charset="0"/>
            </a:endParaRPr>
          </a:p>
        </p:txBody>
      </p:sp>
      <p:pic>
        <p:nvPicPr>
          <p:cNvPr id="3" name="Picture 2">
            <a:extLst>
              <a:ext uri="{FF2B5EF4-FFF2-40B4-BE49-F238E27FC236}">
                <a16:creationId xmlns:a16="http://schemas.microsoft.com/office/drawing/2014/main" id="{65622773-025B-530C-2FB4-3F50B163F8BE}"/>
              </a:ext>
            </a:extLst>
          </p:cNvPr>
          <p:cNvPicPr>
            <a:picLocks noChangeAspect="1"/>
          </p:cNvPicPr>
          <p:nvPr/>
        </p:nvPicPr>
        <p:blipFill>
          <a:blip r:embed="rId3"/>
          <a:stretch>
            <a:fillRect/>
          </a:stretch>
        </p:blipFill>
        <p:spPr>
          <a:xfrm>
            <a:off x="3875385" y="3821113"/>
            <a:ext cx="8222271" cy="2222859"/>
          </a:xfrm>
          <a:prstGeom prst="rect">
            <a:avLst/>
          </a:prstGeom>
        </p:spPr>
      </p:pic>
    </p:spTree>
    <p:extLst>
      <p:ext uri="{BB962C8B-B14F-4D97-AF65-F5344CB8AC3E}">
        <p14:creationId xmlns:p14="http://schemas.microsoft.com/office/powerpoint/2010/main" val="5277365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2658D5-CA01-98E4-E796-DFCF731E8ABE}"/>
              </a:ext>
            </a:extLst>
          </p:cNvPr>
          <p:cNvSpPr>
            <a:spLocks noGrp="1"/>
          </p:cNvSpPr>
          <p:nvPr>
            <p:ph type="title"/>
          </p:nvPr>
        </p:nvSpPr>
        <p:spPr/>
        <p:txBody>
          <a:bodyPr/>
          <a:lstStyle/>
          <a:p>
            <a:r>
              <a:rPr lang="en-US" dirty="0"/>
              <a:t>What if something isn’t on the PATH?</a:t>
            </a:r>
          </a:p>
        </p:txBody>
      </p:sp>
      <p:sp>
        <p:nvSpPr>
          <p:cNvPr id="3" name="Content Placeholder 2">
            <a:extLst>
              <a:ext uri="{FF2B5EF4-FFF2-40B4-BE49-F238E27FC236}">
                <a16:creationId xmlns:a16="http://schemas.microsoft.com/office/drawing/2014/main" id="{457CD518-363A-E5B5-C00C-0B8AAB18AB58}"/>
              </a:ext>
            </a:extLst>
          </p:cNvPr>
          <p:cNvSpPr>
            <a:spLocks noGrp="1"/>
          </p:cNvSpPr>
          <p:nvPr>
            <p:ph idx="1"/>
          </p:nvPr>
        </p:nvSpPr>
        <p:spPr/>
        <p:txBody>
          <a:bodyPr/>
          <a:lstStyle/>
          <a:p>
            <a:r>
              <a:rPr lang="en-US" dirty="0"/>
              <a:t>What do you think happens?</a:t>
            </a:r>
          </a:p>
        </p:txBody>
      </p:sp>
    </p:spTree>
    <p:extLst>
      <p:ext uri="{BB962C8B-B14F-4D97-AF65-F5344CB8AC3E}">
        <p14:creationId xmlns:p14="http://schemas.microsoft.com/office/powerpoint/2010/main" val="347800949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283BEB-6B8A-4F55-D4E5-5B6F95718146}"/>
              </a:ext>
            </a:extLst>
          </p:cNvPr>
          <p:cNvSpPr>
            <a:spLocks noGrp="1"/>
          </p:cNvSpPr>
          <p:nvPr>
            <p:ph type="title"/>
          </p:nvPr>
        </p:nvSpPr>
        <p:spPr/>
        <p:txBody>
          <a:bodyPr/>
          <a:lstStyle/>
          <a:p>
            <a:r>
              <a:rPr lang="en-US" dirty="0"/>
              <a:t>A Side Note:  Environment Variables</a:t>
            </a:r>
          </a:p>
        </p:txBody>
      </p:sp>
      <p:sp>
        <p:nvSpPr>
          <p:cNvPr id="3" name="Content Placeholder 2">
            <a:extLst>
              <a:ext uri="{FF2B5EF4-FFF2-40B4-BE49-F238E27FC236}">
                <a16:creationId xmlns:a16="http://schemas.microsoft.com/office/drawing/2014/main" id="{5E10BD81-2017-5477-FCFE-493F8DE98352}"/>
              </a:ext>
            </a:extLst>
          </p:cNvPr>
          <p:cNvSpPr>
            <a:spLocks noGrp="1"/>
          </p:cNvSpPr>
          <p:nvPr>
            <p:ph idx="1"/>
          </p:nvPr>
        </p:nvSpPr>
        <p:spPr/>
        <p:txBody>
          <a:bodyPr/>
          <a:lstStyle/>
          <a:p>
            <a:r>
              <a:rPr lang="en-US" dirty="0"/>
              <a:t>Variables maintained at the OS level</a:t>
            </a:r>
          </a:p>
          <a:p>
            <a:r>
              <a:rPr lang="en-US" dirty="0"/>
              <a:t>Typically accessed as strings (but obvi can store numbers or other values as strings)</a:t>
            </a:r>
          </a:p>
          <a:p>
            <a:r>
              <a:rPr lang="en-US" dirty="0"/>
              <a:t>Can be modified and adjusted on the fly</a:t>
            </a:r>
          </a:p>
          <a:p>
            <a:r>
              <a:rPr lang="en-US" dirty="0"/>
              <a:t>PATH is just one of many typical variables</a:t>
            </a:r>
          </a:p>
        </p:txBody>
      </p:sp>
    </p:spTree>
    <p:extLst>
      <p:ext uri="{BB962C8B-B14F-4D97-AF65-F5344CB8AC3E}">
        <p14:creationId xmlns:p14="http://schemas.microsoft.com/office/powerpoint/2010/main" val="173264585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6D940C8-04DC-F0F4-7ADA-2AFE9ADEC654}"/>
              </a:ext>
            </a:extLst>
          </p:cNvPr>
          <p:cNvSpPr>
            <a:spLocks noGrp="1"/>
          </p:cNvSpPr>
          <p:nvPr>
            <p:ph type="title"/>
          </p:nvPr>
        </p:nvSpPr>
        <p:spPr/>
        <p:txBody>
          <a:bodyPr/>
          <a:lstStyle/>
          <a:p>
            <a:r>
              <a:rPr lang="en-US" dirty="0"/>
              <a:t>Virtual Environments</a:t>
            </a:r>
          </a:p>
        </p:txBody>
      </p:sp>
      <p:sp>
        <p:nvSpPr>
          <p:cNvPr id="2" name="Text Placeholder 1">
            <a:extLst>
              <a:ext uri="{FF2B5EF4-FFF2-40B4-BE49-F238E27FC236}">
                <a16:creationId xmlns:a16="http://schemas.microsoft.com/office/drawing/2014/main" id="{3531B800-A950-C2C4-FAA6-D664AE2D6911}"/>
              </a:ext>
            </a:extLst>
          </p:cNvPr>
          <p:cNvSpPr>
            <a:spLocks noGrp="1"/>
          </p:cNvSpPr>
          <p:nvPr>
            <p:ph type="body" sz="quarter" idx="11"/>
          </p:nvPr>
        </p:nvSpPr>
        <p:spPr/>
        <p:txBody>
          <a:bodyPr/>
          <a:lstStyle/>
          <a:p>
            <a:endParaRPr lang="en-US"/>
          </a:p>
        </p:txBody>
      </p:sp>
    </p:spTree>
    <p:extLst>
      <p:ext uri="{BB962C8B-B14F-4D97-AF65-F5344CB8AC3E}">
        <p14:creationId xmlns:p14="http://schemas.microsoft.com/office/powerpoint/2010/main" val="17389607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592B841-00FE-6472-A864-20EA95ABB18E}"/>
              </a:ext>
            </a:extLst>
          </p:cNvPr>
          <p:cNvSpPr>
            <a:spLocks noGrp="1"/>
          </p:cNvSpPr>
          <p:nvPr>
            <p:ph type="title"/>
          </p:nvPr>
        </p:nvSpPr>
        <p:spPr/>
        <p:txBody>
          <a:bodyPr/>
          <a:lstStyle/>
          <a:p>
            <a:r>
              <a:rPr lang="en-US" dirty="0"/>
              <a:t>Inspecting the virtual environment</a:t>
            </a:r>
          </a:p>
        </p:txBody>
      </p:sp>
      <p:sp>
        <p:nvSpPr>
          <p:cNvPr id="5" name="Content Placeholder 4">
            <a:extLst>
              <a:ext uri="{FF2B5EF4-FFF2-40B4-BE49-F238E27FC236}">
                <a16:creationId xmlns:a16="http://schemas.microsoft.com/office/drawing/2014/main" id="{73F93302-32C4-FEEC-2499-AA23EAF896FF}"/>
              </a:ext>
            </a:extLst>
          </p:cNvPr>
          <p:cNvSpPr>
            <a:spLocks noGrp="1"/>
          </p:cNvSpPr>
          <p:nvPr>
            <p:ph idx="1"/>
          </p:nvPr>
        </p:nvSpPr>
        <p:spPr>
          <a:xfrm>
            <a:off x="838200" y="1825624"/>
            <a:ext cx="8738461" cy="4903421"/>
          </a:xfrm>
        </p:spPr>
        <p:txBody>
          <a:bodyPr>
            <a:normAutofit/>
          </a:bodyPr>
          <a:lstStyle/>
          <a:p>
            <a:r>
              <a:rPr lang="en-US" dirty="0"/>
              <a:t>Built to help manage “dependency hell”</a:t>
            </a:r>
          </a:p>
          <a:p>
            <a:r>
              <a:rPr lang="en-US" dirty="0"/>
              <a:t>Creates a folder inside your directory</a:t>
            </a:r>
          </a:p>
          <a:p>
            <a:r>
              <a:rPr lang="en-US" dirty="0"/>
              <a:t>Copies over executables and “site-packages”</a:t>
            </a:r>
          </a:p>
          <a:p>
            <a:r>
              <a:rPr lang="en-US" dirty="0"/>
              <a:t>Creates some scripts and config for later use</a:t>
            </a:r>
          </a:p>
          <a:p>
            <a:endParaRPr lang="en-US" dirty="0"/>
          </a:p>
          <a:p>
            <a:r>
              <a:rPr lang="en-US" dirty="0"/>
              <a:t>Comes with its own trials and tribulations</a:t>
            </a:r>
          </a:p>
          <a:p>
            <a:endParaRPr lang="en-US" dirty="0"/>
          </a:p>
          <a:p>
            <a:r>
              <a:rPr lang="en-US" dirty="0"/>
              <a:t>Inspect the contents of the Scripts folder, what do you notice?</a:t>
            </a:r>
          </a:p>
          <a:p>
            <a:r>
              <a:rPr lang="en-US" dirty="0"/>
              <a:t>Create a </a:t>
            </a:r>
            <a:r>
              <a:rPr lang="en-US" dirty="0" err="1"/>
              <a:t>venv</a:t>
            </a:r>
            <a:r>
              <a:rPr lang="en-US" dirty="0"/>
              <a:t> and inspect the activate.bat file, what do you notice? (look for manipulating the path variable)</a:t>
            </a:r>
          </a:p>
          <a:p>
            <a:endParaRPr lang="en-US" dirty="0"/>
          </a:p>
        </p:txBody>
      </p:sp>
      <p:pic>
        <p:nvPicPr>
          <p:cNvPr id="7" name="Picture 6">
            <a:extLst>
              <a:ext uri="{FF2B5EF4-FFF2-40B4-BE49-F238E27FC236}">
                <a16:creationId xmlns:a16="http://schemas.microsoft.com/office/drawing/2014/main" id="{E62C367E-0637-B684-A1D4-93F30CD2F652}"/>
              </a:ext>
            </a:extLst>
          </p:cNvPr>
          <p:cNvPicPr>
            <a:picLocks noChangeAspect="1"/>
          </p:cNvPicPr>
          <p:nvPr/>
        </p:nvPicPr>
        <p:blipFill>
          <a:blip r:embed="rId3"/>
          <a:stretch>
            <a:fillRect/>
          </a:stretch>
        </p:blipFill>
        <p:spPr>
          <a:xfrm>
            <a:off x="9576661" y="0"/>
            <a:ext cx="2615339" cy="6858000"/>
          </a:xfrm>
          <a:prstGeom prst="rect">
            <a:avLst/>
          </a:prstGeom>
        </p:spPr>
      </p:pic>
    </p:spTree>
    <p:extLst>
      <p:ext uri="{BB962C8B-B14F-4D97-AF65-F5344CB8AC3E}">
        <p14:creationId xmlns:p14="http://schemas.microsoft.com/office/powerpoint/2010/main" val="110573254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D0193CF-D0CD-139F-AAB8-50CC580D2C43}"/>
              </a:ext>
            </a:extLst>
          </p:cNvPr>
          <p:cNvSpPr>
            <a:spLocks noGrp="1"/>
          </p:cNvSpPr>
          <p:nvPr>
            <p:ph type="title"/>
          </p:nvPr>
        </p:nvSpPr>
        <p:spPr>
          <a:xfrm>
            <a:off x="1569010" y="1497589"/>
            <a:ext cx="8231293" cy="580192"/>
          </a:xfrm>
        </p:spPr>
        <p:txBody>
          <a:bodyPr/>
          <a:lstStyle/>
          <a:p>
            <a:r>
              <a:rPr lang="en-US" dirty="0"/>
              <a:t>…can get you in trouble</a:t>
            </a:r>
          </a:p>
        </p:txBody>
      </p:sp>
      <p:pic>
        <p:nvPicPr>
          <p:cNvPr id="7" name="Picture 6">
            <a:extLst>
              <a:ext uri="{FF2B5EF4-FFF2-40B4-BE49-F238E27FC236}">
                <a16:creationId xmlns:a16="http://schemas.microsoft.com/office/drawing/2014/main" id="{AE4C2BAC-A4AC-CD88-EDC8-E913F7DD9CB7}"/>
              </a:ext>
            </a:extLst>
          </p:cNvPr>
          <p:cNvPicPr>
            <a:picLocks noChangeAspect="1"/>
          </p:cNvPicPr>
          <p:nvPr/>
        </p:nvPicPr>
        <p:blipFill>
          <a:blip r:embed="rId3"/>
          <a:stretch>
            <a:fillRect/>
          </a:stretch>
        </p:blipFill>
        <p:spPr>
          <a:xfrm>
            <a:off x="7418721" y="4780219"/>
            <a:ext cx="2381582" cy="676369"/>
          </a:xfrm>
          <a:prstGeom prst="rect">
            <a:avLst/>
          </a:prstGeom>
        </p:spPr>
      </p:pic>
      <p:pic>
        <p:nvPicPr>
          <p:cNvPr id="9" name="Picture 8">
            <a:extLst>
              <a:ext uri="{FF2B5EF4-FFF2-40B4-BE49-F238E27FC236}">
                <a16:creationId xmlns:a16="http://schemas.microsoft.com/office/drawing/2014/main" id="{8504D1BF-B09B-F946-4017-27DD18F2C08B}"/>
              </a:ext>
            </a:extLst>
          </p:cNvPr>
          <p:cNvPicPr>
            <a:picLocks noChangeAspect="1"/>
          </p:cNvPicPr>
          <p:nvPr/>
        </p:nvPicPr>
        <p:blipFill>
          <a:blip r:embed="rId4"/>
          <a:stretch>
            <a:fillRect/>
          </a:stretch>
        </p:blipFill>
        <p:spPr>
          <a:xfrm>
            <a:off x="5972892" y="3828245"/>
            <a:ext cx="1390844" cy="847843"/>
          </a:xfrm>
          <a:prstGeom prst="rect">
            <a:avLst/>
          </a:prstGeom>
        </p:spPr>
      </p:pic>
      <p:pic>
        <p:nvPicPr>
          <p:cNvPr id="11" name="Picture 10">
            <a:extLst>
              <a:ext uri="{FF2B5EF4-FFF2-40B4-BE49-F238E27FC236}">
                <a16:creationId xmlns:a16="http://schemas.microsoft.com/office/drawing/2014/main" id="{839C692B-F3ED-4948-DCD9-CDD87A515E86}"/>
              </a:ext>
            </a:extLst>
          </p:cNvPr>
          <p:cNvPicPr>
            <a:picLocks noChangeAspect="1"/>
          </p:cNvPicPr>
          <p:nvPr/>
        </p:nvPicPr>
        <p:blipFill>
          <a:blip r:embed="rId5"/>
          <a:stretch>
            <a:fillRect/>
          </a:stretch>
        </p:blipFill>
        <p:spPr>
          <a:xfrm>
            <a:off x="142778" y="2842230"/>
            <a:ext cx="5830114" cy="895475"/>
          </a:xfrm>
          <a:prstGeom prst="rect">
            <a:avLst/>
          </a:prstGeom>
        </p:spPr>
      </p:pic>
      <p:sp>
        <p:nvSpPr>
          <p:cNvPr id="2" name="Title 3">
            <a:extLst>
              <a:ext uri="{FF2B5EF4-FFF2-40B4-BE49-F238E27FC236}">
                <a16:creationId xmlns:a16="http://schemas.microsoft.com/office/drawing/2014/main" id="{AE4D5E55-3A86-C144-1E56-92157C3B0AB4}"/>
              </a:ext>
            </a:extLst>
          </p:cNvPr>
          <p:cNvSpPr txBox="1">
            <a:spLocks/>
          </p:cNvSpPr>
          <p:nvPr/>
        </p:nvSpPr>
        <p:spPr>
          <a:xfrm>
            <a:off x="297868" y="869931"/>
            <a:ext cx="3688635" cy="917754"/>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sz="3200" kern="1200" cap="all" baseline="0">
                <a:solidFill>
                  <a:schemeClr val="tx1"/>
                </a:solidFill>
                <a:latin typeface="+mj-lt"/>
                <a:ea typeface="+mj-ea"/>
                <a:cs typeface="+mj-cs"/>
              </a:defRPr>
            </a:lvl1pPr>
          </a:lstStyle>
          <a:p>
            <a:r>
              <a:rPr lang="en-US" dirty="0"/>
              <a:t>VS Code</a:t>
            </a:r>
          </a:p>
        </p:txBody>
      </p:sp>
    </p:spTree>
    <p:extLst>
      <p:ext uri="{BB962C8B-B14F-4D97-AF65-F5344CB8AC3E}">
        <p14:creationId xmlns:p14="http://schemas.microsoft.com/office/powerpoint/2010/main" val="28281435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7ED1BB6C-B7F3-A0B0-8821-6E33EA97FB90}"/>
              </a:ext>
            </a:extLst>
          </p:cNvPr>
          <p:cNvPicPr>
            <a:picLocks noChangeAspect="1"/>
          </p:cNvPicPr>
          <p:nvPr/>
        </p:nvPicPr>
        <p:blipFill>
          <a:blip r:embed="rId3"/>
          <a:stretch>
            <a:fillRect/>
          </a:stretch>
        </p:blipFill>
        <p:spPr>
          <a:xfrm>
            <a:off x="324729" y="0"/>
            <a:ext cx="11542542" cy="6858000"/>
          </a:xfrm>
          <a:prstGeom prst="rect">
            <a:avLst/>
          </a:prstGeom>
        </p:spPr>
      </p:pic>
      <p:sp>
        <p:nvSpPr>
          <p:cNvPr id="10" name="Rectangle 9">
            <a:extLst>
              <a:ext uri="{FF2B5EF4-FFF2-40B4-BE49-F238E27FC236}">
                <a16:creationId xmlns:a16="http://schemas.microsoft.com/office/drawing/2014/main" id="{42A90951-69A3-7A19-A244-8185B041A692}"/>
              </a:ext>
            </a:extLst>
          </p:cNvPr>
          <p:cNvSpPr/>
          <p:nvPr/>
        </p:nvSpPr>
        <p:spPr>
          <a:xfrm>
            <a:off x="4247536" y="0"/>
            <a:ext cx="2340078" cy="805262"/>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dirty="0">
                <a:ln>
                  <a:solidFill>
                    <a:srgbClr val="FF0000"/>
                  </a:solidFill>
                </a:ln>
                <a:solidFill>
                  <a:schemeClr val="bg1"/>
                </a:solidFill>
              </a:rPr>
              <a:t>Virtual Environment…</a:t>
            </a:r>
          </a:p>
        </p:txBody>
      </p:sp>
      <p:sp>
        <p:nvSpPr>
          <p:cNvPr id="11" name="Rectangle 10">
            <a:extLst>
              <a:ext uri="{FF2B5EF4-FFF2-40B4-BE49-F238E27FC236}">
                <a16:creationId xmlns:a16="http://schemas.microsoft.com/office/drawing/2014/main" id="{42A78BFF-DC3A-1E9A-F3B5-E1EA75529DFC}"/>
              </a:ext>
            </a:extLst>
          </p:cNvPr>
          <p:cNvSpPr/>
          <p:nvPr/>
        </p:nvSpPr>
        <p:spPr>
          <a:xfrm>
            <a:off x="324729" y="5289755"/>
            <a:ext cx="4384923" cy="505378"/>
          </a:xfrm>
          <a:prstGeom prst="rect">
            <a:avLst/>
          </a:prstGeom>
          <a:noFill/>
          <a:ln>
            <a:solidFill>
              <a:schemeClr val="accent2">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r"/>
            <a:r>
              <a:rPr lang="en-US" dirty="0">
                <a:ln>
                  <a:solidFill>
                    <a:schemeClr val="accent2">
                      <a:lumMod val="60000"/>
                      <a:lumOff val="40000"/>
                    </a:schemeClr>
                  </a:solidFill>
                </a:ln>
                <a:solidFill>
                  <a:schemeClr val="bg1"/>
                </a:solidFill>
              </a:rPr>
              <a:t>…PATH</a:t>
            </a:r>
          </a:p>
        </p:txBody>
      </p:sp>
      <p:sp>
        <p:nvSpPr>
          <p:cNvPr id="12" name="Rectangle 11">
            <a:extLst>
              <a:ext uri="{FF2B5EF4-FFF2-40B4-BE49-F238E27FC236}">
                <a16:creationId xmlns:a16="http://schemas.microsoft.com/office/drawing/2014/main" id="{51C1BB3F-9236-5A34-5E38-B37C6D3B334F}"/>
              </a:ext>
            </a:extLst>
          </p:cNvPr>
          <p:cNvSpPr/>
          <p:nvPr/>
        </p:nvSpPr>
        <p:spPr>
          <a:xfrm>
            <a:off x="7202130" y="3672349"/>
            <a:ext cx="2340078" cy="427703"/>
          </a:xfrm>
          <a:prstGeom prst="rect">
            <a:avLst/>
          </a:prstGeom>
          <a:noFill/>
          <a:ln>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dirty="0">
                <a:ln>
                  <a:solidFill>
                    <a:schemeClr val="accent6">
                      <a:lumMod val="60000"/>
                      <a:lumOff val="40000"/>
                    </a:schemeClr>
                  </a:solidFill>
                </a:ln>
                <a:solidFill>
                  <a:schemeClr val="bg1"/>
                </a:solidFill>
              </a:rPr>
              <a:t>Active Interpreter…</a:t>
            </a:r>
          </a:p>
        </p:txBody>
      </p:sp>
      <p:cxnSp>
        <p:nvCxnSpPr>
          <p:cNvPr id="14" name="Straight Arrow Connector 13">
            <a:extLst>
              <a:ext uri="{FF2B5EF4-FFF2-40B4-BE49-F238E27FC236}">
                <a16:creationId xmlns:a16="http://schemas.microsoft.com/office/drawing/2014/main" id="{EB8D67C9-BD69-3EEB-47DA-7B3552F03D52}"/>
              </a:ext>
            </a:extLst>
          </p:cNvPr>
          <p:cNvCxnSpPr/>
          <p:nvPr/>
        </p:nvCxnSpPr>
        <p:spPr>
          <a:xfrm flipH="1">
            <a:off x="6587614" y="3903406"/>
            <a:ext cx="599767" cy="1052052"/>
          </a:xfrm>
          <a:prstGeom prst="straightConnector1">
            <a:avLst/>
          </a:prstGeom>
          <a:ln>
            <a:solidFill>
              <a:srgbClr val="92D050"/>
            </a:solidFill>
            <a:tailEnd type="triangle"/>
          </a:ln>
        </p:spPr>
        <p:style>
          <a:lnRef idx="2">
            <a:schemeClr val="accent1"/>
          </a:lnRef>
          <a:fillRef idx="0">
            <a:schemeClr val="accent1"/>
          </a:fillRef>
          <a:effectRef idx="1">
            <a:schemeClr val="accent1"/>
          </a:effectRef>
          <a:fontRef idx="minor">
            <a:schemeClr val="tx1"/>
          </a:fontRef>
        </p:style>
      </p:cxnSp>
      <p:cxnSp>
        <p:nvCxnSpPr>
          <p:cNvPr id="15" name="Straight Arrow Connector 14">
            <a:extLst>
              <a:ext uri="{FF2B5EF4-FFF2-40B4-BE49-F238E27FC236}">
                <a16:creationId xmlns:a16="http://schemas.microsoft.com/office/drawing/2014/main" id="{BB08FE43-87FE-8739-6C8C-694C692CC06F}"/>
              </a:ext>
            </a:extLst>
          </p:cNvPr>
          <p:cNvCxnSpPr>
            <a:cxnSpLocks/>
            <a:stCxn id="12" idx="0"/>
          </p:cNvCxnSpPr>
          <p:nvPr/>
        </p:nvCxnSpPr>
        <p:spPr>
          <a:xfrm flipV="1">
            <a:off x="8372169" y="186813"/>
            <a:ext cx="2686399" cy="3485536"/>
          </a:xfrm>
          <a:prstGeom prst="straightConnector1">
            <a:avLst/>
          </a:prstGeom>
          <a:ln>
            <a:solidFill>
              <a:srgbClr val="92D050"/>
            </a:solidFill>
            <a:tailEnd type="triangle"/>
          </a:ln>
        </p:spPr>
        <p:style>
          <a:lnRef idx="2">
            <a:schemeClr val="accent1"/>
          </a:lnRef>
          <a:fillRef idx="0">
            <a:schemeClr val="accent1"/>
          </a:fillRef>
          <a:effectRef idx="1">
            <a:schemeClr val="accent1"/>
          </a:effectRef>
          <a:fontRef idx="minor">
            <a:schemeClr val="tx1"/>
          </a:fontRef>
        </p:style>
      </p:cxnSp>
      <p:cxnSp>
        <p:nvCxnSpPr>
          <p:cNvPr id="19" name="Straight Arrow Connector 18">
            <a:extLst>
              <a:ext uri="{FF2B5EF4-FFF2-40B4-BE49-F238E27FC236}">
                <a16:creationId xmlns:a16="http://schemas.microsoft.com/office/drawing/2014/main" id="{BAD97D07-6555-6032-F844-374880D89903}"/>
              </a:ext>
            </a:extLst>
          </p:cNvPr>
          <p:cNvCxnSpPr>
            <a:cxnSpLocks/>
            <a:stCxn id="12" idx="2"/>
          </p:cNvCxnSpPr>
          <p:nvPr/>
        </p:nvCxnSpPr>
        <p:spPr>
          <a:xfrm>
            <a:off x="8372169" y="4100052"/>
            <a:ext cx="2856270" cy="2571135"/>
          </a:xfrm>
          <a:prstGeom prst="straightConnector1">
            <a:avLst/>
          </a:prstGeom>
          <a:ln>
            <a:solidFill>
              <a:srgbClr val="92D050"/>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19202677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15105F-9F27-B238-93A4-7EDCB77D0F84}"/>
              </a:ext>
            </a:extLst>
          </p:cNvPr>
          <p:cNvSpPr>
            <a:spLocks noGrp="1"/>
          </p:cNvSpPr>
          <p:nvPr>
            <p:ph type="title"/>
          </p:nvPr>
        </p:nvSpPr>
        <p:spPr/>
        <p:txBody>
          <a:bodyPr/>
          <a:lstStyle/>
          <a:p>
            <a:r>
              <a:rPr lang="en-US" dirty="0"/>
              <a:t>A bonus</a:t>
            </a:r>
          </a:p>
        </p:txBody>
      </p:sp>
      <p:pic>
        <p:nvPicPr>
          <p:cNvPr id="5" name="Content Placeholder 4">
            <a:extLst>
              <a:ext uri="{FF2B5EF4-FFF2-40B4-BE49-F238E27FC236}">
                <a16:creationId xmlns:a16="http://schemas.microsoft.com/office/drawing/2014/main" id="{C20DEA09-9627-D6CD-0C7C-5196473F5B92}"/>
              </a:ext>
            </a:extLst>
          </p:cNvPr>
          <p:cNvPicPr>
            <a:picLocks noGrp="1" noChangeAspect="1"/>
          </p:cNvPicPr>
          <p:nvPr>
            <p:ph idx="1"/>
          </p:nvPr>
        </p:nvPicPr>
        <p:blipFill>
          <a:blip r:embed="rId2"/>
          <a:stretch>
            <a:fillRect/>
          </a:stretch>
        </p:blipFill>
        <p:spPr>
          <a:xfrm>
            <a:off x="2837995" y="1690688"/>
            <a:ext cx="6516009" cy="1495634"/>
          </a:xfrm>
          <a:prstGeom prst="rect">
            <a:avLst/>
          </a:prstGeom>
        </p:spPr>
      </p:pic>
      <p:sp>
        <p:nvSpPr>
          <p:cNvPr id="6" name="TextBox 5">
            <a:extLst>
              <a:ext uri="{FF2B5EF4-FFF2-40B4-BE49-F238E27FC236}">
                <a16:creationId xmlns:a16="http://schemas.microsoft.com/office/drawing/2014/main" id="{0B5017E6-A34C-D42B-3C57-36F8FEAEC98F}"/>
              </a:ext>
            </a:extLst>
          </p:cNvPr>
          <p:cNvSpPr txBox="1"/>
          <p:nvPr/>
        </p:nvSpPr>
        <p:spPr>
          <a:xfrm>
            <a:off x="721360" y="3429000"/>
            <a:ext cx="10901680" cy="923330"/>
          </a:xfrm>
          <a:prstGeom prst="rect">
            <a:avLst/>
          </a:prstGeom>
          <a:noFill/>
        </p:spPr>
        <p:txBody>
          <a:bodyPr wrap="square" rtlCol="0">
            <a:spAutoFit/>
          </a:bodyPr>
          <a:lstStyle/>
          <a:p>
            <a:pPr marL="285750" indent="-285750">
              <a:buFont typeface="Arial" panose="020B0604020202020204" pitchFamily="34" charset="0"/>
              <a:buChar char="•"/>
            </a:pPr>
            <a:r>
              <a:rPr lang="en-US" dirty="0"/>
              <a:t>In this example, the first command (“python –m </a:t>
            </a:r>
            <a:r>
              <a:rPr lang="en-US" dirty="0" err="1"/>
              <a:t>venv</a:t>
            </a:r>
            <a:r>
              <a:rPr lang="en-US" dirty="0"/>
              <a:t> .</a:t>
            </a:r>
            <a:r>
              <a:rPr lang="en-US" dirty="0" err="1"/>
              <a:t>venv</a:t>
            </a:r>
            <a:r>
              <a:rPr lang="en-US" dirty="0"/>
              <a:t>”) creates a virtual environment with the version of python that is first found on the PATH.</a:t>
            </a:r>
          </a:p>
          <a:p>
            <a:pPr marL="285750" indent="-285750">
              <a:buFont typeface="Arial" panose="020B0604020202020204" pitchFamily="34" charset="0"/>
              <a:buChar char="•"/>
            </a:pPr>
            <a:endParaRPr lang="en-US" dirty="0"/>
          </a:p>
        </p:txBody>
      </p:sp>
    </p:spTree>
    <p:extLst>
      <p:ext uri="{BB962C8B-B14F-4D97-AF65-F5344CB8AC3E}">
        <p14:creationId xmlns:p14="http://schemas.microsoft.com/office/powerpoint/2010/main" val="2830323833"/>
      </p:ext>
    </p:extLst>
  </p:cSld>
  <p:clrMapOvr>
    <a:masterClrMapping/>
  </p:clrMapOvr>
</p:sld>
</file>

<file path=ppt/theme/theme1.xml><?xml version="1.0" encoding="utf-8"?>
<a:theme xmlns:a="http://schemas.openxmlformats.org/drawingml/2006/main" name="1_US Army 2023 AFC DEVCOM Logo">
  <a:themeElements>
    <a:clrScheme name="US Army Color Palette">
      <a:dk1>
        <a:srgbClr val="000000"/>
      </a:dk1>
      <a:lt1>
        <a:srgbClr val="FFFFFF"/>
      </a:lt1>
      <a:dk2>
        <a:srgbClr val="221F20"/>
      </a:dk2>
      <a:lt2>
        <a:srgbClr val="FFCC01"/>
      </a:lt2>
      <a:accent1>
        <a:srgbClr val="221F20"/>
      </a:accent1>
      <a:accent2>
        <a:srgbClr val="FFCC01"/>
      </a:accent2>
      <a:accent3>
        <a:srgbClr val="727365"/>
      </a:accent3>
      <a:accent4>
        <a:srgbClr val="D5D5D7"/>
      </a:accent4>
      <a:accent5>
        <a:srgbClr val="565557"/>
      </a:accent5>
      <a:accent6>
        <a:srgbClr val="BFB8A6"/>
      </a:accent6>
      <a:hlink>
        <a:srgbClr val="565557"/>
      </a:hlink>
      <a:folHlink>
        <a:srgbClr val="305B6E"/>
      </a:folHlink>
    </a:clrScheme>
    <a:fontScheme name="US Army 2023 Fonts">
      <a:majorFont>
        <a:latin typeface="Arial"/>
        <a:ea typeface=""/>
        <a:cs typeface=""/>
      </a:majorFont>
      <a:minorFont>
        <a:latin typeface="Arial"/>
        <a:ea typeface=""/>
        <a:cs typeface=""/>
      </a:minorFont>
    </a:fontScheme>
    <a:fmtScheme name="US Army 2023 Effects">
      <a:fillStyleLst>
        <a:solidFill>
          <a:schemeClr val="phClr"/>
        </a:solidFill>
        <a:solidFill>
          <a:schemeClr val="phClr"/>
        </a:solidFill>
        <a:solidFill>
          <a:schemeClr val="phClr"/>
        </a:solidFill>
      </a:fillStyleLst>
      <a:lnStyleLst>
        <a:ln w="12700" cap="flat" cmpd="sng" algn="ctr">
          <a:solidFill>
            <a:schemeClr val="phClr"/>
          </a:solidFill>
          <a:prstDash val="solid"/>
        </a:ln>
        <a:ln w="12700" cap="flat" cmpd="sng" algn="ctr">
          <a:solidFill>
            <a:schemeClr val="phClr"/>
          </a:solidFill>
          <a:prstDash val="solid"/>
        </a:ln>
        <a:ln w="12700" cap="flat" cmpd="sng" algn="ctr">
          <a:solidFill>
            <a:schemeClr val="phClr"/>
          </a:solidFill>
          <a:prstDash val="solid"/>
        </a:ln>
      </a:lnStyleLst>
      <a:effectStyleLst>
        <a:effectStyle>
          <a:effectLst/>
        </a:effectStyle>
        <a:effectStyle>
          <a:effectLst/>
        </a:effectStyle>
        <a:effectStyle>
          <a:effectLst>
            <a:outerShdw blurRad="127000" dist="63500" dir="2700000" algn="br" rotWithShape="0">
              <a:srgbClr val="000000">
                <a:alpha val="25000"/>
              </a:srgbClr>
            </a:outerShdw>
          </a:effectLst>
        </a:effectStyle>
      </a:effectStyleLst>
      <a:bgFillStyleLst>
        <a:solidFill>
          <a:schemeClr val="phClr"/>
        </a:solidFill>
        <a:solidFill>
          <a:schemeClr val="phClr"/>
        </a:solidFill>
        <a:solidFill>
          <a:schemeClr val="phClr"/>
        </a:solidFill>
      </a:bgFillStyleLst>
    </a:fmtScheme>
  </a:themeElements>
  <a:objectDefaults>
    <a:spDef>
      <a:spPr>
        <a:ln>
          <a:noFill/>
          <a:miter/>
        </a:ln>
      </a:spPr>
      <a:bodyPr/>
      <a:lstStyle>
        <a:defPPr algn="ctr">
          <a:lnSpc>
            <a:spcPct val="95000"/>
          </a:lnSpc>
          <a:defRPr sz="1700"/>
        </a:defPPr>
      </a:lstStyle>
      <a:style>
        <a:lnRef idx="0">
          <a:schemeClr val="accent1"/>
        </a:lnRef>
        <a:fillRef idx="1">
          <a:schemeClr val="accent1"/>
        </a:fillRef>
        <a:effectRef idx="0">
          <a:srgbClr val="000000"/>
        </a:effectRef>
        <a:fontRef idx="minor">
          <a:srgbClr val="FFFFFF"/>
        </a:fontRef>
      </a:style>
    </a:spDef>
    <a:lnDef>
      <a:spPr>
        <a:ln w="12700" cap="flat">
          <a:miter/>
        </a:ln>
      </a:spPr>
      <a:bodyPr/>
      <a:lstStyle/>
      <a:style>
        <a:lnRef idx="1">
          <a:schemeClr val="accent1"/>
        </a:lnRef>
        <a:fillRef idx="0">
          <a:schemeClr val="accent1"/>
        </a:fillRef>
        <a:effectRef idx="0">
          <a:srgbClr val="000000"/>
        </a:effectRef>
        <a:fontRef idx="minor">
          <a:srgbClr val="FFFFFF"/>
        </a:fontRef>
      </a:style>
    </a:lnDef>
    <a:txDef>
      <a:spPr>
        <a:noFill/>
      </a:spPr>
      <a:bodyPr wrap="square" lIns="0" tIns="0" rIns="0" bIns="0" rtlCol="0">
        <a:noAutofit/>
      </a:bodyPr>
      <a:lstStyle>
        <a:defPPr marL="182880" indent="-182880">
          <a:lnSpc>
            <a:spcPct val="95000"/>
          </a:lnSpc>
          <a:spcBef>
            <a:spcPts val="1000"/>
          </a:spcBef>
          <a:buSzPct val="100000"/>
          <a:buFont typeface="Arial"/>
          <a:buChar char="▪"/>
          <a:defRPr sz="1700"/>
        </a:defPPr>
      </a:lstStyle>
    </a:txDef>
  </a:objectDefaults>
  <a:extraClrSchemeLst/>
  <a:custClrLst>
    <a:custClr name="Army Black">
      <a:srgbClr val="221F20"/>
    </a:custClr>
    <a:custClr name="Army Gold">
      <a:srgbClr val="FFCC01"/>
    </a:custClr>
    <a:custClr name="White">
      <a:srgbClr val="FFFFFF"/>
    </a:custClr>
    <a:custClr name="Army Green">
      <a:srgbClr val="2F372F"/>
    </a:custClr>
    <a:custClr name="Tan">
      <a:srgbClr val="F1E4C7"/>
    </a:custClr>
    <a:custClr name="Field 01">
      <a:srgbClr val="727365"/>
    </a:custClr>
    <a:custClr name="Field 02">
      <a:srgbClr val="BFB8A6"/>
    </a:custClr>
    <a:custClr name="Gray 01">
      <a:srgbClr val="565557"/>
    </a:custClr>
    <a:custClr name="Gray 02">
      <a:srgbClr val="D5D5D7"/>
    </a:custClr>
    <a:custClr name="Highlight Orange">
      <a:srgbClr val="F16521"/>
    </a:custClr>
    <a:custClr name="Highlight Green">
      <a:srgbClr val="2DAA27"/>
    </a:custClr>
    <a:custClr name="Highlight Red">
      <a:srgbClr val="CF0000"/>
    </a:custClr>
  </a:custClrLst>
  <a:extLst>
    <a:ext uri="{05A4C25C-085E-4340-85A3-A5531E510DB2}">
      <thm15:themeFamily xmlns:thm15="http://schemas.microsoft.com/office/thememl/2012/main" name="US Army PowerPoint 16x9 12Feb2023" id="{3EB2FCAD-453B-4F97-9379-31EB449BB4A1}" vid="{CCBAEC26-5D3F-44DD-9C13-DB69982D462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AI2C Slide Template</Template>
  <TotalTime>124</TotalTime>
  <Words>571</Words>
  <Application>Microsoft Office PowerPoint</Application>
  <PresentationFormat>Widescreen</PresentationFormat>
  <Paragraphs>82</Paragraphs>
  <Slides>14</Slides>
  <Notes>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Aptos</vt:lpstr>
      <vt:lpstr>Arial</vt:lpstr>
      <vt:lpstr>Arial Bold</vt:lpstr>
      <vt:lpstr>Courier New</vt:lpstr>
      <vt:lpstr>Wingdings</vt:lpstr>
      <vt:lpstr>1_US Army 2023 AFC DEVCOM Logo</vt:lpstr>
      <vt:lpstr>Executables and Paths</vt:lpstr>
      <vt:lpstr>What is an Executable?</vt:lpstr>
      <vt:lpstr>How do we run Executables?</vt:lpstr>
      <vt:lpstr>Where are executables located?</vt:lpstr>
      <vt:lpstr>How are executables found?</vt:lpstr>
      <vt:lpstr>What is the PATH?</vt:lpstr>
      <vt:lpstr>Look to the PATH</vt:lpstr>
      <vt:lpstr>What if something isn’t on the PATH?</vt:lpstr>
      <vt:lpstr>A Side Note:  Environment Variables</vt:lpstr>
      <vt:lpstr>Virtual Environments</vt:lpstr>
      <vt:lpstr>Inspecting the virtual environment</vt:lpstr>
      <vt:lpstr>…can get you in trouble</vt:lpstr>
      <vt:lpstr>PowerPoint Presentation</vt:lpstr>
      <vt:lpstr>A bonus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Ethan Shafer</dc:creator>
  <cp:lastModifiedBy>Ethan Shafer</cp:lastModifiedBy>
  <cp:revision>77</cp:revision>
  <dcterms:created xsi:type="dcterms:W3CDTF">2025-09-17T14:29:17Z</dcterms:created>
  <dcterms:modified xsi:type="dcterms:W3CDTF">2026-05-05T20:15:49Z</dcterms:modified>
</cp:coreProperties>
</file>